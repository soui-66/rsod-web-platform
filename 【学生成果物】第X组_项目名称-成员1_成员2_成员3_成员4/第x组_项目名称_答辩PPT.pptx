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3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4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5.xml" ContentType="application/vnd.openxmlformats-officedocument.presentationml.notesSlide+xml"/>
  <Override PartName="/ppt/tags/tag171.xml" ContentType="application/vnd.openxmlformats-officedocument.presentationml.tags+xml"/>
  <Override PartName="/ppt/notesSlides/notesSlide6.xml" ContentType="application/vnd.openxmlformats-officedocument.presentationml.notesSlide+xml"/>
  <Override PartName="/ppt/tags/tag172.xml" ContentType="application/vnd.openxmlformats-officedocument.presentationml.tags+xml"/>
  <Override PartName="/ppt/notesSlides/notesSlide7.xml" ContentType="application/vnd.openxmlformats-officedocument.presentationml.notesSlide+xml"/>
  <Override PartName="/ppt/tags/tag173.xml" ContentType="application/vnd.openxmlformats-officedocument.presentationml.tags+xml"/>
  <Override PartName="/ppt/notesSlides/notesSlide8.xml" ContentType="application/vnd.openxmlformats-officedocument.presentationml.notesSlide+xml"/>
  <Override PartName="/ppt/tags/tag174.xml" ContentType="application/vnd.openxmlformats-officedocument.presentationml.tags+xml"/>
  <Override PartName="/ppt/notesSlides/notesSlide9.xml" ContentType="application/vnd.openxmlformats-officedocument.presentationml.notesSlide+xml"/>
  <Override PartName="/ppt/tags/tag175.xml" ContentType="application/vnd.openxmlformats-officedocument.presentationml.tags+xml"/>
  <Override PartName="/ppt/notesSlides/notesSlide10.xml" ContentType="application/vnd.openxmlformats-officedocument.presentationml.notesSlide+xml"/>
  <Override PartName="/ppt/tags/tag176.xml" ContentType="application/vnd.openxmlformats-officedocument.presentationml.tags+xml"/>
  <Override PartName="/ppt/notesSlides/notesSlide11.xml" ContentType="application/vnd.openxmlformats-officedocument.presentationml.notesSlide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5" r:id="rId4"/>
    <p:sldId id="302" r:id="rId5"/>
    <p:sldId id="268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1" r:id="rId15"/>
    <p:sldId id="322" r:id="rId16"/>
    <p:sldId id="263" r:id="rId17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081B8-0E5E-4112-A20F-DF4716A08528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867FF-F5CC-4090-AC42-B30472E8761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12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25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881A-0130-46FC-AF94-A65BEA2EE202}" type="datetimeFigureOut">
              <a:rPr lang="zh-CN" altLang="en-US" smtClean="0"/>
              <a:t>2024/6/20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36AB-738D-44CA-B541-A681224C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第二级</a:t>
            </a:r>
          </a:p>
          <a:p>
            <a:pPr lvl="0"/>
            <a:r>
              <a:rPr lang="zh-CN" altLang="en-US"/>
              <a:t>第三级</a:t>
            </a:r>
          </a:p>
          <a:p>
            <a:pPr lvl="0"/>
            <a:r>
              <a:rPr lang="zh-CN" altLang="en-US"/>
              <a:t>第四级</a:t>
            </a:r>
          </a:p>
          <a:p>
            <a:pPr lvl="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2018/8/10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‹#›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notesSlide" Target="../notesSlides/notesSlide2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image" Target="../media/image1.png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26" Type="http://schemas.openxmlformats.org/officeDocument/2006/relationships/tags" Target="../tags/tag80.xml"/><Relationship Id="rId39" Type="http://schemas.openxmlformats.org/officeDocument/2006/relationships/tags" Target="../tags/tag93.xml"/><Relationship Id="rId21" Type="http://schemas.openxmlformats.org/officeDocument/2006/relationships/tags" Target="../tags/tag75.xml"/><Relationship Id="rId34" Type="http://schemas.openxmlformats.org/officeDocument/2006/relationships/tags" Target="../tags/tag88.xml"/><Relationship Id="rId42" Type="http://schemas.openxmlformats.org/officeDocument/2006/relationships/tags" Target="../tags/tag96.xml"/><Relationship Id="rId47" Type="http://schemas.openxmlformats.org/officeDocument/2006/relationships/tags" Target="../tags/tag101.xml"/><Relationship Id="rId50" Type="http://schemas.openxmlformats.org/officeDocument/2006/relationships/tags" Target="../tags/tag104.xml"/><Relationship Id="rId55" Type="http://schemas.openxmlformats.org/officeDocument/2006/relationships/tags" Target="../tags/tag109.xml"/><Relationship Id="rId63" Type="http://schemas.openxmlformats.org/officeDocument/2006/relationships/notesSlide" Target="../notesSlides/notesSlide3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9" Type="http://schemas.openxmlformats.org/officeDocument/2006/relationships/tags" Target="../tags/tag83.xml"/><Relationship Id="rId11" Type="http://schemas.openxmlformats.org/officeDocument/2006/relationships/tags" Target="../tags/tag65.xml"/><Relationship Id="rId24" Type="http://schemas.openxmlformats.org/officeDocument/2006/relationships/tags" Target="../tags/tag78.xml"/><Relationship Id="rId32" Type="http://schemas.openxmlformats.org/officeDocument/2006/relationships/tags" Target="../tags/tag86.xml"/><Relationship Id="rId37" Type="http://schemas.openxmlformats.org/officeDocument/2006/relationships/tags" Target="../tags/tag91.xml"/><Relationship Id="rId40" Type="http://schemas.openxmlformats.org/officeDocument/2006/relationships/tags" Target="../tags/tag94.xml"/><Relationship Id="rId45" Type="http://schemas.openxmlformats.org/officeDocument/2006/relationships/tags" Target="../tags/tag99.xml"/><Relationship Id="rId53" Type="http://schemas.openxmlformats.org/officeDocument/2006/relationships/tags" Target="../tags/tag107.xml"/><Relationship Id="rId58" Type="http://schemas.openxmlformats.org/officeDocument/2006/relationships/tags" Target="../tags/tag112.xml"/><Relationship Id="rId5" Type="http://schemas.openxmlformats.org/officeDocument/2006/relationships/tags" Target="../tags/tag59.xml"/><Relationship Id="rId61" Type="http://schemas.openxmlformats.org/officeDocument/2006/relationships/tags" Target="../tags/tag115.xml"/><Relationship Id="rId19" Type="http://schemas.openxmlformats.org/officeDocument/2006/relationships/tags" Target="../tags/tag73.xml"/><Relationship Id="rId14" Type="http://schemas.openxmlformats.org/officeDocument/2006/relationships/tags" Target="../tags/tag68.xml"/><Relationship Id="rId22" Type="http://schemas.openxmlformats.org/officeDocument/2006/relationships/tags" Target="../tags/tag76.xml"/><Relationship Id="rId27" Type="http://schemas.openxmlformats.org/officeDocument/2006/relationships/tags" Target="../tags/tag81.xml"/><Relationship Id="rId30" Type="http://schemas.openxmlformats.org/officeDocument/2006/relationships/tags" Target="../tags/tag84.xml"/><Relationship Id="rId35" Type="http://schemas.openxmlformats.org/officeDocument/2006/relationships/tags" Target="../tags/tag89.xml"/><Relationship Id="rId43" Type="http://schemas.openxmlformats.org/officeDocument/2006/relationships/tags" Target="../tags/tag97.xml"/><Relationship Id="rId48" Type="http://schemas.openxmlformats.org/officeDocument/2006/relationships/tags" Target="../tags/tag102.xml"/><Relationship Id="rId56" Type="http://schemas.openxmlformats.org/officeDocument/2006/relationships/tags" Target="../tags/tag110.xml"/><Relationship Id="rId8" Type="http://schemas.openxmlformats.org/officeDocument/2006/relationships/tags" Target="../tags/tag62.xml"/><Relationship Id="rId51" Type="http://schemas.openxmlformats.org/officeDocument/2006/relationships/tags" Target="../tags/tag105.xml"/><Relationship Id="rId3" Type="http://schemas.openxmlformats.org/officeDocument/2006/relationships/tags" Target="../tags/tag57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5" Type="http://schemas.openxmlformats.org/officeDocument/2006/relationships/tags" Target="../tags/tag79.xml"/><Relationship Id="rId33" Type="http://schemas.openxmlformats.org/officeDocument/2006/relationships/tags" Target="../tags/tag87.xml"/><Relationship Id="rId38" Type="http://schemas.openxmlformats.org/officeDocument/2006/relationships/tags" Target="../tags/tag92.xml"/><Relationship Id="rId46" Type="http://schemas.openxmlformats.org/officeDocument/2006/relationships/tags" Target="../tags/tag100.xml"/><Relationship Id="rId59" Type="http://schemas.openxmlformats.org/officeDocument/2006/relationships/tags" Target="../tags/tag113.xml"/><Relationship Id="rId20" Type="http://schemas.openxmlformats.org/officeDocument/2006/relationships/tags" Target="../tags/tag74.xml"/><Relationship Id="rId41" Type="http://schemas.openxmlformats.org/officeDocument/2006/relationships/tags" Target="../tags/tag95.xml"/><Relationship Id="rId54" Type="http://schemas.openxmlformats.org/officeDocument/2006/relationships/tags" Target="../tags/tag108.xml"/><Relationship Id="rId62" Type="http://schemas.openxmlformats.org/officeDocument/2006/relationships/slideLayout" Target="../slideLayouts/slideLayout1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5" Type="http://schemas.openxmlformats.org/officeDocument/2006/relationships/tags" Target="../tags/tag69.xml"/><Relationship Id="rId23" Type="http://schemas.openxmlformats.org/officeDocument/2006/relationships/tags" Target="../tags/tag77.xml"/><Relationship Id="rId28" Type="http://schemas.openxmlformats.org/officeDocument/2006/relationships/tags" Target="../tags/tag82.xml"/><Relationship Id="rId36" Type="http://schemas.openxmlformats.org/officeDocument/2006/relationships/tags" Target="../tags/tag90.xml"/><Relationship Id="rId49" Type="http://schemas.openxmlformats.org/officeDocument/2006/relationships/tags" Target="../tags/tag103.xml"/><Relationship Id="rId57" Type="http://schemas.openxmlformats.org/officeDocument/2006/relationships/tags" Target="../tags/tag111.xml"/><Relationship Id="rId10" Type="http://schemas.openxmlformats.org/officeDocument/2006/relationships/tags" Target="../tags/tag64.xml"/><Relationship Id="rId31" Type="http://schemas.openxmlformats.org/officeDocument/2006/relationships/tags" Target="../tags/tag85.xml"/><Relationship Id="rId44" Type="http://schemas.openxmlformats.org/officeDocument/2006/relationships/tags" Target="../tags/tag98.xml"/><Relationship Id="rId52" Type="http://schemas.openxmlformats.org/officeDocument/2006/relationships/tags" Target="../tags/tag106.xml"/><Relationship Id="rId60" Type="http://schemas.openxmlformats.org/officeDocument/2006/relationships/tags" Target="../tags/tag114.xml"/><Relationship Id="rId4" Type="http://schemas.openxmlformats.org/officeDocument/2006/relationships/tags" Target="../tags/tag58.xml"/><Relationship Id="rId9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26" Type="http://schemas.openxmlformats.org/officeDocument/2006/relationships/tags" Target="../tags/tag141.xml"/><Relationship Id="rId39" Type="http://schemas.openxmlformats.org/officeDocument/2006/relationships/tags" Target="../tags/tag154.xml"/><Relationship Id="rId21" Type="http://schemas.openxmlformats.org/officeDocument/2006/relationships/tags" Target="../tags/tag136.xml"/><Relationship Id="rId34" Type="http://schemas.openxmlformats.org/officeDocument/2006/relationships/tags" Target="../tags/tag149.xml"/><Relationship Id="rId42" Type="http://schemas.openxmlformats.org/officeDocument/2006/relationships/tags" Target="../tags/tag157.xml"/><Relationship Id="rId47" Type="http://schemas.openxmlformats.org/officeDocument/2006/relationships/tags" Target="../tags/tag162.xml"/><Relationship Id="rId50" Type="http://schemas.openxmlformats.org/officeDocument/2006/relationships/notesSlide" Target="../notesSlides/notesSlide4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9" Type="http://schemas.openxmlformats.org/officeDocument/2006/relationships/tags" Target="../tags/tag144.xml"/><Relationship Id="rId11" Type="http://schemas.openxmlformats.org/officeDocument/2006/relationships/tags" Target="../tags/tag126.xml"/><Relationship Id="rId24" Type="http://schemas.openxmlformats.org/officeDocument/2006/relationships/tags" Target="../tags/tag139.xml"/><Relationship Id="rId32" Type="http://schemas.openxmlformats.org/officeDocument/2006/relationships/tags" Target="../tags/tag147.xml"/><Relationship Id="rId37" Type="http://schemas.openxmlformats.org/officeDocument/2006/relationships/tags" Target="../tags/tag152.xml"/><Relationship Id="rId40" Type="http://schemas.openxmlformats.org/officeDocument/2006/relationships/tags" Target="../tags/tag155.xml"/><Relationship Id="rId45" Type="http://schemas.openxmlformats.org/officeDocument/2006/relationships/tags" Target="../tags/tag160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tags" Target="../tags/tag138.xml"/><Relationship Id="rId28" Type="http://schemas.openxmlformats.org/officeDocument/2006/relationships/tags" Target="../tags/tag143.xml"/><Relationship Id="rId36" Type="http://schemas.openxmlformats.org/officeDocument/2006/relationships/tags" Target="../tags/tag151.xml"/><Relationship Id="rId49" Type="http://schemas.openxmlformats.org/officeDocument/2006/relationships/slideLayout" Target="../slideLayouts/slideLayout1.xml"/><Relationship Id="rId10" Type="http://schemas.openxmlformats.org/officeDocument/2006/relationships/tags" Target="../tags/tag125.xml"/><Relationship Id="rId19" Type="http://schemas.openxmlformats.org/officeDocument/2006/relationships/tags" Target="../tags/tag134.xml"/><Relationship Id="rId31" Type="http://schemas.openxmlformats.org/officeDocument/2006/relationships/tags" Target="../tags/tag146.xml"/><Relationship Id="rId44" Type="http://schemas.openxmlformats.org/officeDocument/2006/relationships/tags" Target="../tags/tag159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tags" Target="../tags/tag137.xml"/><Relationship Id="rId27" Type="http://schemas.openxmlformats.org/officeDocument/2006/relationships/tags" Target="../tags/tag142.xml"/><Relationship Id="rId30" Type="http://schemas.openxmlformats.org/officeDocument/2006/relationships/tags" Target="../tags/tag145.xml"/><Relationship Id="rId35" Type="http://schemas.openxmlformats.org/officeDocument/2006/relationships/tags" Target="../tags/tag150.xml"/><Relationship Id="rId43" Type="http://schemas.openxmlformats.org/officeDocument/2006/relationships/tags" Target="../tags/tag158.xml"/><Relationship Id="rId48" Type="http://schemas.openxmlformats.org/officeDocument/2006/relationships/tags" Target="../tags/tag163.xml"/><Relationship Id="rId8" Type="http://schemas.openxmlformats.org/officeDocument/2006/relationships/tags" Target="../tags/tag123.xml"/><Relationship Id="rId51" Type="http://schemas.openxmlformats.org/officeDocument/2006/relationships/image" Target="../media/image2.png"/><Relationship Id="rId3" Type="http://schemas.openxmlformats.org/officeDocument/2006/relationships/tags" Target="../tags/tag118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tags" Target="../tags/tag140.xml"/><Relationship Id="rId33" Type="http://schemas.openxmlformats.org/officeDocument/2006/relationships/tags" Target="../tags/tag148.xml"/><Relationship Id="rId38" Type="http://schemas.openxmlformats.org/officeDocument/2006/relationships/tags" Target="../tags/tag153.xml"/><Relationship Id="rId46" Type="http://schemas.openxmlformats.org/officeDocument/2006/relationships/tags" Target="../tags/tag161.xml"/><Relationship Id="rId20" Type="http://schemas.openxmlformats.org/officeDocument/2006/relationships/tags" Target="../tags/tag135.xml"/><Relationship Id="rId41" Type="http://schemas.openxmlformats.org/officeDocument/2006/relationships/tags" Target="../tags/tag156.xml"/><Relationship Id="rId1" Type="http://schemas.openxmlformats.org/officeDocument/2006/relationships/tags" Target="../tags/tag116.xml"/><Relationship Id="rId6" Type="http://schemas.openxmlformats.org/officeDocument/2006/relationships/tags" Target="../tags/tag1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6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文框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597528" y="6002448"/>
            <a:ext cx="647683" cy="45719"/>
          </a:xfrm>
          <a:prstGeom prst="rect">
            <a:avLst/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8885" y="6047714"/>
            <a:ext cx="121316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00579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2023.06.13</a:t>
            </a:r>
            <a:endParaRPr lang="zh-CN" altLang="en-US" sz="1400" b="1" dirty="0">
              <a:solidFill>
                <a:srgbClr val="00579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4" y="1508715"/>
            <a:ext cx="5424664" cy="40763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856019" y="3756097"/>
            <a:ext cx="66845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题目：</a:t>
            </a:r>
            <a:r>
              <a:rPr lang="en-US" altLang="zh-CN" sz="4000" b="1" dirty="0">
                <a:solidFill>
                  <a:srgbClr val="C0000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steam </a:t>
            </a:r>
            <a:r>
              <a:rPr lang="zh-CN" altLang="en-US" sz="4000" b="1" dirty="0">
                <a:solidFill>
                  <a:srgbClr val="C0000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游戏数据分析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587477" y="4632646"/>
            <a:ext cx="172819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600" dirty="0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09055" y="1621790"/>
            <a:ext cx="3178810" cy="951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5400">
                <a:solidFill>
                  <a:srgbClr val="00579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第</a:t>
            </a:r>
            <a:r>
              <a:rPr lang="en-US" altLang="zh-CN" sz="5400">
                <a:solidFill>
                  <a:srgbClr val="00579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 </a:t>
            </a:r>
            <a:r>
              <a:rPr lang="zh-CN" altLang="en-US" sz="5400">
                <a:solidFill>
                  <a:srgbClr val="00579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一</a:t>
            </a:r>
            <a:r>
              <a:rPr lang="en-US" altLang="zh-CN" sz="5400">
                <a:solidFill>
                  <a:srgbClr val="00579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 </a:t>
            </a:r>
            <a:r>
              <a:rPr lang="zh-CN" altLang="en-US" sz="5400">
                <a:solidFill>
                  <a:srgbClr val="00579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组</a:t>
            </a:r>
          </a:p>
        </p:txBody>
      </p:sp>
      <p:sp>
        <p:nvSpPr>
          <p:cNvPr id="15" name="Freeform 21"/>
          <p:cNvSpPr/>
          <p:nvPr/>
        </p:nvSpPr>
        <p:spPr bwMode="auto">
          <a:xfrm>
            <a:off x="6591408" y="2667699"/>
            <a:ext cx="2863125" cy="142381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79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2" y="1566846"/>
            <a:ext cx="5424664" cy="4076320"/>
          </a:xfrm>
          <a:prstGeom prst="rect">
            <a:avLst/>
          </a:prstGeom>
        </p:spPr>
      </p:pic>
      <p:grpSp>
        <p:nvGrpSpPr>
          <p:cNvPr id="16" name="组合 42"/>
          <p:cNvGrpSpPr/>
          <p:nvPr/>
        </p:nvGrpSpPr>
        <p:grpSpPr>
          <a:xfrm rot="5400000">
            <a:off x="4264952" y="521264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17" name="Freeform 166"/>
            <p:cNvSpPr/>
            <p:nvPr>
              <p:custDataLst>
                <p:tags r:id="rId8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8" name="Freeform 167"/>
            <p:cNvSpPr/>
            <p:nvPr>
              <p:custDataLst>
                <p:tags r:id="rId9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9" name="Freeform 168"/>
            <p:cNvSpPr/>
            <p:nvPr>
              <p:custDataLst>
                <p:tags r:id="rId10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0" name="Freeform 169"/>
            <p:cNvSpPr/>
            <p:nvPr>
              <p:custDataLst>
                <p:tags r:id="rId11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1" name="Freeform 170"/>
            <p:cNvSpPr/>
            <p:nvPr>
              <p:custDataLst>
                <p:tags r:id="rId12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2" name="Freeform 171"/>
            <p:cNvSpPr/>
            <p:nvPr>
              <p:custDataLst>
                <p:tags r:id="rId13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3" name="Freeform 172"/>
            <p:cNvSpPr/>
            <p:nvPr>
              <p:custDataLst>
                <p:tags r:id="rId14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4" name="Freeform 173"/>
            <p:cNvSpPr/>
            <p:nvPr>
              <p:custDataLst>
                <p:tags r:id="rId15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5" name="Freeform 174"/>
            <p:cNvSpPr/>
            <p:nvPr>
              <p:custDataLst>
                <p:tags r:id="rId16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6" name="Freeform 175"/>
            <p:cNvSpPr/>
            <p:nvPr>
              <p:custDataLst>
                <p:tags r:id="rId17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7" name="Freeform 176"/>
            <p:cNvSpPr/>
            <p:nvPr>
              <p:custDataLst>
                <p:tags r:id="rId18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77"/>
            <p:cNvSpPr/>
            <p:nvPr>
              <p:custDataLst>
                <p:tags r:id="rId19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78"/>
            <p:cNvSpPr/>
            <p:nvPr>
              <p:custDataLst>
                <p:tags r:id="rId20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79"/>
            <p:cNvSpPr/>
            <p:nvPr>
              <p:custDataLst>
                <p:tags r:id="rId21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80"/>
            <p:cNvSpPr/>
            <p:nvPr>
              <p:custDataLst>
                <p:tags r:id="rId22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81"/>
            <p:cNvSpPr/>
            <p:nvPr>
              <p:custDataLst>
                <p:tags r:id="rId23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82"/>
            <p:cNvSpPr/>
            <p:nvPr>
              <p:custDataLst>
                <p:tags r:id="rId24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83"/>
            <p:cNvSpPr/>
            <p:nvPr>
              <p:custDataLst>
                <p:tags r:id="rId25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84"/>
            <p:cNvSpPr/>
            <p:nvPr>
              <p:custDataLst>
                <p:tags r:id="rId26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85"/>
            <p:cNvSpPr/>
            <p:nvPr>
              <p:custDataLst>
                <p:tags r:id="rId27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86"/>
            <p:cNvSpPr/>
            <p:nvPr>
              <p:custDataLst>
                <p:tags r:id="rId28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187"/>
            <p:cNvSpPr/>
            <p:nvPr>
              <p:custDataLst>
                <p:tags r:id="rId29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188"/>
            <p:cNvSpPr/>
            <p:nvPr>
              <p:custDataLst>
                <p:tags r:id="rId30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189"/>
            <p:cNvSpPr/>
            <p:nvPr>
              <p:custDataLst>
                <p:tags r:id="rId31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190"/>
            <p:cNvSpPr/>
            <p:nvPr>
              <p:custDataLst>
                <p:tags r:id="rId32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191"/>
            <p:cNvSpPr/>
            <p:nvPr>
              <p:custDataLst>
                <p:tags r:id="rId33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192"/>
            <p:cNvSpPr/>
            <p:nvPr>
              <p:custDataLst>
                <p:tags r:id="rId34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193"/>
            <p:cNvSpPr/>
            <p:nvPr>
              <p:custDataLst>
                <p:tags r:id="rId35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194"/>
            <p:cNvSpPr/>
            <p:nvPr>
              <p:custDataLst>
                <p:tags r:id="rId36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195"/>
            <p:cNvSpPr/>
            <p:nvPr>
              <p:custDataLst>
                <p:tags r:id="rId37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196"/>
            <p:cNvSpPr/>
            <p:nvPr>
              <p:custDataLst>
                <p:tags r:id="rId38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197"/>
            <p:cNvSpPr/>
            <p:nvPr>
              <p:custDataLst>
                <p:tags r:id="rId39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198"/>
            <p:cNvSpPr/>
            <p:nvPr>
              <p:custDataLst>
                <p:tags r:id="rId40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0" name="Freeform 199"/>
            <p:cNvSpPr/>
            <p:nvPr>
              <p:custDataLst>
                <p:tags r:id="rId41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1" name="Freeform 200"/>
            <p:cNvSpPr/>
            <p:nvPr>
              <p:custDataLst>
                <p:tags r:id="rId42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2" name="Freeform 201"/>
            <p:cNvSpPr/>
            <p:nvPr>
              <p:custDataLst>
                <p:tags r:id="rId43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3" name="Freeform 202"/>
            <p:cNvSpPr/>
            <p:nvPr>
              <p:custDataLst>
                <p:tags r:id="rId44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4" name="Freeform 203"/>
            <p:cNvSpPr/>
            <p:nvPr>
              <p:custDataLst>
                <p:tags r:id="rId45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5" name="Freeform 204"/>
            <p:cNvSpPr/>
            <p:nvPr>
              <p:custDataLst>
                <p:tags r:id="rId46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6" name="Freeform 206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7" name="Freeform 207"/>
            <p:cNvSpPr/>
            <p:nvPr>
              <p:custDataLst>
                <p:tags r:id="rId48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8" name="Freeform 208"/>
            <p:cNvSpPr/>
            <p:nvPr>
              <p:custDataLst>
                <p:tags r:id="rId49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9" name="Freeform 209"/>
            <p:cNvSpPr/>
            <p:nvPr>
              <p:custDataLst>
                <p:tags r:id="rId50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0" name="Freeform 210"/>
            <p:cNvSpPr/>
            <p:nvPr>
              <p:custDataLst>
                <p:tags r:id="rId51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1" name="Freeform 211"/>
            <p:cNvSpPr/>
            <p:nvPr>
              <p:custDataLst>
                <p:tags r:id="rId52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2" name="Freeform 212"/>
            <p:cNvSpPr/>
            <p:nvPr>
              <p:custDataLst>
                <p:tags r:id="rId53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63" name="Freeform 59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10800000" flipV="1">
            <a:off x="4531591" y="1207108"/>
            <a:ext cx="3249103" cy="60959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64" name="TextBox 29"/>
          <p:cNvSpPr txBox="1"/>
          <p:nvPr>
            <p:custDataLst>
              <p:tags r:id="rId2"/>
            </p:custDataLst>
          </p:nvPr>
        </p:nvSpPr>
        <p:spPr>
          <a:xfrm>
            <a:off x="4867275" y="599440"/>
            <a:ext cx="2791460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内容简介</a:t>
            </a:r>
          </a:p>
        </p:txBody>
      </p:sp>
      <p:sp>
        <p:nvSpPr>
          <p:cNvPr id="4" name="Freeform 21"/>
          <p:cNvSpPr/>
          <p:nvPr/>
        </p:nvSpPr>
        <p:spPr bwMode="auto">
          <a:xfrm>
            <a:off x="6843395" y="1985645"/>
            <a:ext cx="3723640" cy="16002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00579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>
              <a:solidFill>
                <a:srgbClr val="005790"/>
              </a:solidFill>
            </a:endParaRPr>
          </a:p>
        </p:txBody>
      </p:sp>
      <p:sp>
        <p:nvSpPr>
          <p:cNvPr id="5" name="Freeform 21"/>
          <p:cNvSpPr/>
          <p:nvPr/>
        </p:nvSpPr>
        <p:spPr bwMode="auto">
          <a:xfrm>
            <a:off x="6831330" y="2788285"/>
            <a:ext cx="3723640" cy="16002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00579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>
              <a:solidFill>
                <a:srgbClr val="005790"/>
              </a:solidFill>
            </a:endParaRPr>
          </a:p>
        </p:txBody>
      </p:sp>
      <p:sp>
        <p:nvSpPr>
          <p:cNvPr id="6" name="Freeform 21"/>
          <p:cNvSpPr/>
          <p:nvPr/>
        </p:nvSpPr>
        <p:spPr bwMode="auto">
          <a:xfrm>
            <a:off x="6857365" y="3639185"/>
            <a:ext cx="3723640" cy="16002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00579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>
              <a:solidFill>
                <a:srgbClr val="005790"/>
              </a:solidFill>
            </a:endParaRPr>
          </a:p>
        </p:txBody>
      </p:sp>
      <p:sp>
        <p:nvSpPr>
          <p:cNvPr id="7" name="Freeform 21"/>
          <p:cNvSpPr/>
          <p:nvPr/>
        </p:nvSpPr>
        <p:spPr bwMode="auto">
          <a:xfrm>
            <a:off x="6864350" y="4493895"/>
            <a:ext cx="3723640" cy="16002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00579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>
              <a:solidFill>
                <a:srgbClr val="00579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68515" y="2350135"/>
            <a:ext cx="315087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b="1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2</a:t>
            </a:r>
            <a:r>
              <a:rPr lang="zh-CN" altLang="en-US" sz="3200" b="1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团队简介</a:t>
            </a:r>
          </a:p>
        </p:txBody>
      </p:sp>
      <p:sp>
        <p:nvSpPr>
          <p:cNvPr id="12" name="矩形 11"/>
          <p:cNvSpPr/>
          <p:nvPr/>
        </p:nvSpPr>
        <p:spPr>
          <a:xfrm>
            <a:off x="7169150" y="3175635"/>
            <a:ext cx="312229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b="1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3</a:t>
            </a:r>
            <a:r>
              <a:rPr lang="zh-CN" altLang="en-US" sz="3200" b="1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产品展示</a:t>
            </a:r>
          </a:p>
        </p:txBody>
      </p:sp>
      <p:sp>
        <p:nvSpPr>
          <p:cNvPr id="14" name="矩形 13"/>
          <p:cNvSpPr/>
          <p:nvPr/>
        </p:nvSpPr>
        <p:spPr>
          <a:xfrm>
            <a:off x="7169150" y="4001770"/>
            <a:ext cx="312229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4</a:t>
            </a:r>
            <a:r>
              <a:rPr lang="zh-CN" altLang="en-US" sz="32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技术亮点</a:t>
            </a:r>
          </a:p>
        </p:txBody>
      </p:sp>
      <p:sp>
        <p:nvSpPr>
          <p:cNvPr id="65" name="矩形 64"/>
          <p:cNvSpPr/>
          <p:nvPr>
            <p:custDataLst>
              <p:tags r:id="rId3"/>
            </p:custDataLst>
          </p:nvPr>
        </p:nvSpPr>
        <p:spPr>
          <a:xfrm>
            <a:off x="7170420" y="4848860"/>
            <a:ext cx="3143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5</a:t>
            </a:r>
            <a:r>
              <a:rPr lang="zh-CN" altLang="en-US" sz="32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开发过程</a:t>
            </a:r>
          </a:p>
        </p:txBody>
      </p:sp>
      <p:sp>
        <p:nvSpPr>
          <p:cNvPr id="67" name="Freeform 21"/>
          <p:cNvSpPr/>
          <p:nvPr>
            <p:custDataLst>
              <p:tags r:id="rId4"/>
            </p:custDataLst>
          </p:nvPr>
        </p:nvSpPr>
        <p:spPr bwMode="auto">
          <a:xfrm>
            <a:off x="6852285" y="5382260"/>
            <a:ext cx="3750310" cy="16129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00579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>
              <a:solidFill>
                <a:srgbClr val="005790"/>
              </a:solidFill>
            </a:endParaRPr>
          </a:p>
        </p:txBody>
      </p:sp>
      <p:sp>
        <p:nvSpPr>
          <p:cNvPr id="69" name="矩形 68"/>
          <p:cNvSpPr/>
          <p:nvPr>
            <p:custDataLst>
              <p:tags r:id="rId5"/>
            </p:custDataLst>
          </p:nvPr>
        </p:nvSpPr>
        <p:spPr>
          <a:xfrm>
            <a:off x="7175500" y="5660390"/>
            <a:ext cx="3143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6</a:t>
            </a:r>
            <a:r>
              <a:rPr lang="zh-CN" altLang="en-US" sz="32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项目总结</a:t>
            </a:r>
          </a:p>
        </p:txBody>
      </p:sp>
      <p:sp>
        <p:nvSpPr>
          <p:cNvPr id="70" name="Freeform 21"/>
          <p:cNvSpPr/>
          <p:nvPr>
            <p:custDataLst>
              <p:tags r:id="rId6"/>
            </p:custDataLst>
          </p:nvPr>
        </p:nvSpPr>
        <p:spPr bwMode="auto">
          <a:xfrm>
            <a:off x="6857365" y="6194425"/>
            <a:ext cx="3750310" cy="16129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00579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b="1">
              <a:solidFill>
                <a:srgbClr val="005790"/>
              </a:solidFill>
            </a:endParaRPr>
          </a:p>
        </p:txBody>
      </p:sp>
      <p:sp>
        <p:nvSpPr>
          <p:cNvPr id="72" name="矩形 71"/>
          <p:cNvSpPr/>
          <p:nvPr>
            <p:custDataLst>
              <p:tags r:id="rId7"/>
            </p:custDataLst>
          </p:nvPr>
        </p:nvSpPr>
        <p:spPr>
          <a:xfrm>
            <a:off x="7175500" y="1400175"/>
            <a:ext cx="315087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3200" b="1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1</a:t>
            </a:r>
            <a:r>
              <a:rPr lang="zh-CN" altLang="en-US" sz="3200" b="1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项目简介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grpSp>
        <p:nvGrpSpPr>
          <p:cNvPr id="16" name="组合 42"/>
          <p:cNvGrpSpPr/>
          <p:nvPr/>
        </p:nvGrpSpPr>
        <p:grpSpPr>
          <a:xfrm rot="5400000">
            <a:off x="1451267" y="610799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17" name="Freeform 166"/>
            <p:cNvSpPr/>
            <p:nvPr>
              <p:custDataLst>
                <p:tags r:id="rId16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" name="Freeform 167"/>
            <p:cNvSpPr/>
            <p:nvPr>
              <p:custDataLst>
                <p:tags r:id="rId17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" name="Freeform 168"/>
            <p:cNvSpPr/>
            <p:nvPr>
              <p:custDataLst>
                <p:tags r:id="rId18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" name="Freeform 169"/>
            <p:cNvSpPr/>
            <p:nvPr>
              <p:custDataLst>
                <p:tags r:id="rId19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" name="Freeform 170"/>
            <p:cNvSpPr/>
            <p:nvPr>
              <p:custDataLst>
                <p:tags r:id="rId20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7" name="Freeform 171"/>
            <p:cNvSpPr/>
            <p:nvPr>
              <p:custDataLst>
                <p:tags r:id="rId21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8" name="Freeform 172"/>
            <p:cNvSpPr/>
            <p:nvPr>
              <p:custDataLst>
                <p:tags r:id="rId22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9" name="Freeform 173"/>
            <p:cNvSpPr/>
            <p:nvPr>
              <p:custDataLst>
                <p:tags r:id="rId23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0" name="Freeform 174"/>
            <p:cNvSpPr/>
            <p:nvPr>
              <p:custDataLst>
                <p:tags r:id="rId24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1" name="Freeform 175"/>
            <p:cNvSpPr/>
            <p:nvPr>
              <p:custDataLst>
                <p:tags r:id="rId25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2" name="Freeform 176"/>
            <p:cNvSpPr/>
            <p:nvPr>
              <p:custDataLst>
                <p:tags r:id="rId26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77"/>
            <p:cNvSpPr/>
            <p:nvPr>
              <p:custDataLst>
                <p:tags r:id="rId27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78"/>
            <p:cNvSpPr/>
            <p:nvPr>
              <p:custDataLst>
                <p:tags r:id="rId28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79"/>
            <p:cNvSpPr/>
            <p:nvPr>
              <p:custDataLst>
                <p:tags r:id="rId29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80"/>
            <p:cNvSpPr/>
            <p:nvPr>
              <p:custDataLst>
                <p:tags r:id="rId30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81"/>
            <p:cNvSpPr/>
            <p:nvPr>
              <p:custDataLst>
                <p:tags r:id="rId31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82"/>
            <p:cNvSpPr/>
            <p:nvPr>
              <p:custDataLst>
                <p:tags r:id="rId32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83"/>
            <p:cNvSpPr/>
            <p:nvPr>
              <p:custDataLst>
                <p:tags r:id="rId33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84"/>
            <p:cNvSpPr/>
            <p:nvPr>
              <p:custDataLst>
                <p:tags r:id="rId34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85"/>
            <p:cNvSpPr/>
            <p:nvPr>
              <p:custDataLst>
                <p:tags r:id="rId35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86"/>
            <p:cNvSpPr/>
            <p:nvPr>
              <p:custDataLst>
                <p:tags r:id="rId36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187"/>
            <p:cNvSpPr/>
            <p:nvPr>
              <p:custDataLst>
                <p:tags r:id="rId37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188"/>
            <p:cNvSpPr/>
            <p:nvPr>
              <p:custDataLst>
                <p:tags r:id="rId38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189"/>
            <p:cNvSpPr/>
            <p:nvPr>
              <p:custDataLst>
                <p:tags r:id="rId39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190"/>
            <p:cNvSpPr/>
            <p:nvPr>
              <p:custDataLst>
                <p:tags r:id="rId40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191"/>
            <p:cNvSpPr/>
            <p:nvPr>
              <p:custDataLst>
                <p:tags r:id="rId41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192"/>
            <p:cNvSpPr/>
            <p:nvPr>
              <p:custDataLst>
                <p:tags r:id="rId42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193"/>
            <p:cNvSpPr/>
            <p:nvPr>
              <p:custDataLst>
                <p:tags r:id="rId43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194"/>
            <p:cNvSpPr/>
            <p:nvPr>
              <p:custDataLst>
                <p:tags r:id="rId44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195"/>
            <p:cNvSpPr/>
            <p:nvPr>
              <p:custDataLst>
                <p:tags r:id="rId45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196"/>
            <p:cNvSpPr/>
            <p:nvPr>
              <p:custDataLst>
                <p:tags r:id="rId46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197"/>
            <p:cNvSpPr/>
            <p:nvPr>
              <p:custDataLst>
                <p:tags r:id="rId47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198"/>
            <p:cNvSpPr/>
            <p:nvPr>
              <p:custDataLst>
                <p:tags r:id="rId48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0" name="Freeform 199"/>
            <p:cNvSpPr/>
            <p:nvPr>
              <p:custDataLst>
                <p:tags r:id="rId49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1" name="Freeform 200"/>
            <p:cNvSpPr/>
            <p:nvPr>
              <p:custDataLst>
                <p:tags r:id="rId50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2" name="Freeform 201"/>
            <p:cNvSpPr/>
            <p:nvPr>
              <p:custDataLst>
                <p:tags r:id="rId51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3" name="Freeform 202"/>
            <p:cNvSpPr/>
            <p:nvPr>
              <p:custDataLst>
                <p:tags r:id="rId52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4" name="Freeform 203"/>
            <p:cNvSpPr/>
            <p:nvPr>
              <p:custDataLst>
                <p:tags r:id="rId53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5" name="Freeform 204"/>
            <p:cNvSpPr/>
            <p:nvPr>
              <p:custDataLst>
                <p:tags r:id="rId54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6" name="Freeform 206"/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7" name="Freeform 207"/>
            <p:cNvSpPr/>
            <p:nvPr>
              <p:custDataLst>
                <p:tags r:id="rId56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8" name="Freeform 208"/>
            <p:cNvSpPr/>
            <p:nvPr>
              <p:custDataLst>
                <p:tags r:id="rId57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9" name="Freeform 209"/>
            <p:cNvSpPr/>
            <p:nvPr>
              <p:custDataLst>
                <p:tags r:id="rId58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0" name="Freeform 210"/>
            <p:cNvSpPr/>
            <p:nvPr>
              <p:custDataLst>
                <p:tags r:id="rId59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1" name="Freeform 211"/>
            <p:cNvSpPr/>
            <p:nvPr>
              <p:custDataLst>
                <p:tags r:id="rId60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2" name="Freeform 212"/>
            <p:cNvSpPr/>
            <p:nvPr>
              <p:custDataLst>
                <p:tags r:id="rId61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63" name="Freeform 59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10800000" flipV="1">
            <a:off x="1717675" y="1281430"/>
            <a:ext cx="3379470" cy="76200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64" name="TextBox 29"/>
          <p:cNvSpPr txBox="1"/>
          <p:nvPr>
            <p:custDataLst>
              <p:tags r:id="rId2"/>
            </p:custDataLst>
          </p:nvPr>
        </p:nvSpPr>
        <p:spPr>
          <a:xfrm>
            <a:off x="2114550" y="688975"/>
            <a:ext cx="2791460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1.</a:t>
            </a:r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项目简介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1262326" y="2116146"/>
            <a:ext cx="4078464" cy="3136267"/>
            <a:chOff x="1482245" y="2442730"/>
            <a:chExt cx="3742809" cy="2878154"/>
          </a:xfrm>
        </p:grpSpPr>
        <p:grpSp>
          <p:nvGrpSpPr>
            <p:cNvPr id="13" name="组合 12"/>
            <p:cNvGrpSpPr/>
            <p:nvPr/>
          </p:nvGrpSpPr>
          <p:grpSpPr>
            <a:xfrm>
              <a:off x="2045691" y="2442730"/>
              <a:ext cx="2615916" cy="796868"/>
              <a:chOff x="4499219" y="2444491"/>
              <a:chExt cx="2615916" cy="796868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4499219" y="2444491"/>
                <a:ext cx="2615916" cy="796868"/>
                <a:chOff x="4499219" y="2444491"/>
                <a:chExt cx="2615916" cy="796868"/>
              </a:xfrm>
            </p:grpSpPr>
            <p:sp>
              <p:nvSpPr>
                <p:cNvPr id="65" name="任意多边形 64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561170" y="2498481"/>
                  <a:ext cx="2361376" cy="724621"/>
                </a:xfrm>
                <a:custGeom>
                  <a:avLst/>
                  <a:gdLst>
                    <a:gd name="connsiteX0" fmla="*/ 2216078 w 2502274"/>
                    <a:gd name="connsiteY0" fmla="*/ 6601 h 632088"/>
                    <a:gd name="connsiteX1" fmla="*/ 2232214 w 2502274"/>
                    <a:gd name="connsiteY1" fmla="*/ 625166 h 632088"/>
                    <a:gd name="connsiteX2" fmla="*/ 2 w 2502274"/>
                    <a:gd name="connsiteY2" fmla="*/ 318573 h 632088"/>
                    <a:gd name="connsiteX3" fmla="*/ 2216078 w 2502274"/>
                    <a:gd name="connsiteY3" fmla="*/ 6601 h 632088"/>
                    <a:gd name="connsiteX0-1" fmla="*/ 2216078 w 2502274"/>
                    <a:gd name="connsiteY0-2" fmla="*/ 6601 h 632088"/>
                    <a:gd name="connsiteX1-3" fmla="*/ 2232214 w 2502274"/>
                    <a:gd name="connsiteY1-4" fmla="*/ 625166 h 632088"/>
                    <a:gd name="connsiteX2-5" fmla="*/ 2 w 2502274"/>
                    <a:gd name="connsiteY2-6" fmla="*/ 318573 h 632088"/>
                    <a:gd name="connsiteX3-7" fmla="*/ 2216078 w 2502274"/>
                    <a:gd name="connsiteY3-8" fmla="*/ 6601 h 632088"/>
                    <a:gd name="connsiteX0-9" fmla="*/ 2216078 w 2379586"/>
                    <a:gd name="connsiteY0-10" fmla="*/ 6601 h 632088"/>
                    <a:gd name="connsiteX1-11" fmla="*/ 2232214 w 2379586"/>
                    <a:gd name="connsiteY1-12" fmla="*/ 625166 h 632088"/>
                    <a:gd name="connsiteX2-13" fmla="*/ 2 w 2379586"/>
                    <a:gd name="connsiteY2-14" fmla="*/ 318573 h 632088"/>
                    <a:gd name="connsiteX3-15" fmla="*/ 2216078 w 2379586"/>
                    <a:gd name="connsiteY3-16" fmla="*/ 6601 h 632088"/>
                    <a:gd name="connsiteX0-17" fmla="*/ 2216078 w 2379586"/>
                    <a:gd name="connsiteY0-18" fmla="*/ 6601 h 632088"/>
                    <a:gd name="connsiteX1-19" fmla="*/ 2232214 w 2379586"/>
                    <a:gd name="connsiteY1-20" fmla="*/ 625166 h 632088"/>
                    <a:gd name="connsiteX2-21" fmla="*/ 2 w 2379586"/>
                    <a:gd name="connsiteY2-22" fmla="*/ 318573 h 632088"/>
                    <a:gd name="connsiteX3-23" fmla="*/ 2216078 w 2379586"/>
                    <a:gd name="connsiteY3-24" fmla="*/ 6601 h 632088"/>
                    <a:gd name="connsiteX0-25" fmla="*/ 2216078 w 2232214"/>
                    <a:gd name="connsiteY0-26" fmla="*/ 6601 h 632088"/>
                    <a:gd name="connsiteX1-27" fmla="*/ 2232214 w 2232214"/>
                    <a:gd name="connsiteY1-28" fmla="*/ 625166 h 632088"/>
                    <a:gd name="connsiteX2-29" fmla="*/ 2 w 2232214"/>
                    <a:gd name="connsiteY2-30" fmla="*/ 318573 h 632088"/>
                    <a:gd name="connsiteX3-31" fmla="*/ 2216078 w 2232214"/>
                    <a:gd name="connsiteY3-32" fmla="*/ 6601 h 632088"/>
                    <a:gd name="connsiteX0-33" fmla="*/ 2216078 w 2232214"/>
                    <a:gd name="connsiteY0-34" fmla="*/ 6601 h 625212"/>
                    <a:gd name="connsiteX1-35" fmla="*/ 2232214 w 2232214"/>
                    <a:gd name="connsiteY1-36" fmla="*/ 625166 h 625212"/>
                    <a:gd name="connsiteX2-37" fmla="*/ 2 w 2232214"/>
                    <a:gd name="connsiteY2-38" fmla="*/ 318573 h 625212"/>
                    <a:gd name="connsiteX3-39" fmla="*/ 2216078 w 2232214"/>
                    <a:gd name="connsiteY3-40" fmla="*/ 6601 h 625212"/>
                    <a:gd name="connsiteX0-41" fmla="*/ 2216148 w 2232284"/>
                    <a:gd name="connsiteY0-42" fmla="*/ 61838 h 724621"/>
                    <a:gd name="connsiteX1-43" fmla="*/ 2232284 w 2232284"/>
                    <a:gd name="connsiteY1-44" fmla="*/ 680403 h 724621"/>
                    <a:gd name="connsiteX2-45" fmla="*/ 72 w 2232284"/>
                    <a:gd name="connsiteY2-46" fmla="*/ 373810 h 724621"/>
                    <a:gd name="connsiteX3-47" fmla="*/ 2216148 w 2232284"/>
                    <a:gd name="connsiteY3-48" fmla="*/ 61838 h 7246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232284" h="724621">
                      <a:moveTo>
                        <a:pt x="2216148" y="61838"/>
                      </a:moveTo>
                      <a:cubicBezTo>
                        <a:pt x="2152498" y="328090"/>
                        <a:pt x="2090642" y="445528"/>
                        <a:pt x="2232284" y="680403"/>
                      </a:cubicBezTo>
                      <a:cubicBezTo>
                        <a:pt x="1857559" y="683988"/>
                        <a:pt x="-13375" y="891970"/>
                        <a:pt x="72" y="373810"/>
                      </a:cubicBezTo>
                      <a:cubicBezTo>
                        <a:pt x="13519" y="-144350"/>
                        <a:pt x="1844113" y="10739"/>
                        <a:pt x="2216148" y="61838"/>
                      </a:cubicBezTo>
                      <a:close/>
                    </a:path>
                  </a:pathLst>
                </a:custGeom>
                <a:solidFill>
                  <a:srgbClr val="005790"/>
                </a:solidFill>
                <a:ln w="25400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任意多边形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499219" y="2444491"/>
                  <a:ext cx="2615916" cy="796868"/>
                </a:xfrm>
                <a:custGeom>
                  <a:avLst/>
                  <a:gdLst>
                    <a:gd name="connsiteX0" fmla="*/ 2690408 w 3048995"/>
                    <a:gd name="connsiteY0" fmla="*/ 73489 h 884825"/>
                    <a:gd name="connsiteX1" fmla="*/ 443153 w 3048995"/>
                    <a:gd name="connsiteY1" fmla="*/ 57991 h 884825"/>
                    <a:gd name="connsiteX2" fmla="*/ 365662 w 3048995"/>
                    <a:gd name="connsiteY2" fmla="*/ 832906 h 884825"/>
                    <a:gd name="connsiteX3" fmla="*/ 2721404 w 3048995"/>
                    <a:gd name="connsiteY3" fmla="*/ 801909 h 884825"/>
                    <a:gd name="connsiteX4" fmla="*/ 412157 w 3048995"/>
                    <a:gd name="connsiteY4" fmla="*/ 708920 h 884825"/>
                    <a:gd name="connsiteX5" fmla="*/ 226177 w 3048995"/>
                    <a:gd name="connsiteY5" fmla="*/ 445448 h 884825"/>
                    <a:gd name="connsiteX6" fmla="*/ 2798896 w 3048995"/>
                    <a:gd name="connsiteY6" fmla="*/ 212974 h 884825"/>
                    <a:gd name="connsiteX7" fmla="*/ 2690408 w 3048995"/>
                    <a:gd name="connsiteY7" fmla="*/ 73489 h 884825"/>
                    <a:gd name="connsiteX0-1" fmla="*/ 2576323 w 2908445"/>
                    <a:gd name="connsiteY0-2" fmla="*/ 73489 h 884825"/>
                    <a:gd name="connsiteX1-3" fmla="*/ 329068 w 2908445"/>
                    <a:gd name="connsiteY1-4" fmla="*/ 57991 h 884825"/>
                    <a:gd name="connsiteX2-5" fmla="*/ 251577 w 2908445"/>
                    <a:gd name="connsiteY2-6" fmla="*/ 832906 h 884825"/>
                    <a:gd name="connsiteX3-7" fmla="*/ 2607319 w 2908445"/>
                    <a:gd name="connsiteY3-8" fmla="*/ 801909 h 884825"/>
                    <a:gd name="connsiteX4-9" fmla="*/ 298072 w 2908445"/>
                    <a:gd name="connsiteY4-10" fmla="*/ 708920 h 884825"/>
                    <a:gd name="connsiteX5-11" fmla="*/ 540717 w 2908445"/>
                    <a:gd name="connsiteY5-12" fmla="*/ 169223 h 884825"/>
                    <a:gd name="connsiteX6-13" fmla="*/ 2684811 w 2908445"/>
                    <a:gd name="connsiteY6-14" fmla="*/ 212974 h 884825"/>
                    <a:gd name="connsiteX7-15" fmla="*/ 2576323 w 2908445"/>
                    <a:gd name="connsiteY7-16" fmla="*/ 73489 h 884825"/>
                    <a:gd name="connsiteX0-17" fmla="*/ 2590621 w 2922743"/>
                    <a:gd name="connsiteY0-18" fmla="*/ 73489 h 910196"/>
                    <a:gd name="connsiteX1-19" fmla="*/ 343366 w 2922743"/>
                    <a:gd name="connsiteY1-20" fmla="*/ 57991 h 910196"/>
                    <a:gd name="connsiteX2-21" fmla="*/ 265875 w 2922743"/>
                    <a:gd name="connsiteY2-22" fmla="*/ 832906 h 910196"/>
                    <a:gd name="connsiteX3-23" fmla="*/ 2831167 w 2922743"/>
                    <a:gd name="connsiteY3-24" fmla="*/ 868584 h 910196"/>
                    <a:gd name="connsiteX4-25" fmla="*/ 312370 w 2922743"/>
                    <a:gd name="connsiteY4-26" fmla="*/ 708920 h 910196"/>
                    <a:gd name="connsiteX5-27" fmla="*/ 555015 w 2922743"/>
                    <a:gd name="connsiteY5-28" fmla="*/ 169223 h 910196"/>
                    <a:gd name="connsiteX6-29" fmla="*/ 2699109 w 2922743"/>
                    <a:gd name="connsiteY6-30" fmla="*/ 212974 h 910196"/>
                    <a:gd name="connsiteX7-31" fmla="*/ 2590621 w 2922743"/>
                    <a:gd name="connsiteY7-32" fmla="*/ 73489 h 910196"/>
                    <a:gd name="connsiteX0-33" fmla="*/ 2589968 w 2922090"/>
                    <a:gd name="connsiteY0-34" fmla="*/ 73489 h 868492"/>
                    <a:gd name="connsiteX1-35" fmla="*/ 342713 w 2922090"/>
                    <a:gd name="connsiteY1-36" fmla="*/ 57991 h 868492"/>
                    <a:gd name="connsiteX2-37" fmla="*/ 265222 w 2922090"/>
                    <a:gd name="connsiteY2-38" fmla="*/ 832906 h 868492"/>
                    <a:gd name="connsiteX3-39" fmla="*/ 2820989 w 2922090"/>
                    <a:gd name="connsiteY3-40" fmla="*/ 735234 h 868492"/>
                    <a:gd name="connsiteX4-41" fmla="*/ 311717 w 2922090"/>
                    <a:gd name="connsiteY4-42" fmla="*/ 708920 h 868492"/>
                    <a:gd name="connsiteX5-43" fmla="*/ 554362 w 2922090"/>
                    <a:gd name="connsiteY5-44" fmla="*/ 169223 h 868492"/>
                    <a:gd name="connsiteX6-45" fmla="*/ 2698456 w 2922090"/>
                    <a:gd name="connsiteY6-46" fmla="*/ 212974 h 868492"/>
                    <a:gd name="connsiteX7-47" fmla="*/ 2589968 w 2922090"/>
                    <a:gd name="connsiteY7-48" fmla="*/ 73489 h 868492"/>
                    <a:gd name="connsiteX0-49" fmla="*/ 2591928 w 2924050"/>
                    <a:gd name="connsiteY0-50" fmla="*/ 73489 h 937136"/>
                    <a:gd name="connsiteX1-51" fmla="*/ 344673 w 2924050"/>
                    <a:gd name="connsiteY1-52" fmla="*/ 57991 h 937136"/>
                    <a:gd name="connsiteX2-53" fmla="*/ 267182 w 2924050"/>
                    <a:gd name="connsiteY2-54" fmla="*/ 832906 h 937136"/>
                    <a:gd name="connsiteX3-55" fmla="*/ 2851524 w 2924050"/>
                    <a:gd name="connsiteY3-56" fmla="*/ 916209 h 937136"/>
                    <a:gd name="connsiteX4-57" fmla="*/ 313677 w 2924050"/>
                    <a:gd name="connsiteY4-58" fmla="*/ 708920 h 937136"/>
                    <a:gd name="connsiteX5-59" fmla="*/ 556322 w 2924050"/>
                    <a:gd name="connsiteY5-60" fmla="*/ 169223 h 937136"/>
                    <a:gd name="connsiteX6-61" fmla="*/ 2700416 w 2924050"/>
                    <a:gd name="connsiteY6-62" fmla="*/ 212974 h 937136"/>
                    <a:gd name="connsiteX7-63" fmla="*/ 2591928 w 2924050"/>
                    <a:gd name="connsiteY7-64" fmla="*/ 73489 h 937136"/>
                    <a:gd name="connsiteX0-65" fmla="*/ 2591928 w 2924050"/>
                    <a:gd name="connsiteY0-66" fmla="*/ 73489 h 987710"/>
                    <a:gd name="connsiteX1-67" fmla="*/ 344673 w 2924050"/>
                    <a:gd name="connsiteY1-68" fmla="*/ 57991 h 987710"/>
                    <a:gd name="connsiteX2-69" fmla="*/ 267182 w 2924050"/>
                    <a:gd name="connsiteY2-70" fmla="*/ 832906 h 987710"/>
                    <a:gd name="connsiteX3-71" fmla="*/ 2851524 w 2924050"/>
                    <a:gd name="connsiteY3-72" fmla="*/ 916209 h 987710"/>
                    <a:gd name="connsiteX4-73" fmla="*/ 313677 w 2924050"/>
                    <a:gd name="connsiteY4-74" fmla="*/ 708920 h 987710"/>
                    <a:gd name="connsiteX5-75" fmla="*/ 556322 w 2924050"/>
                    <a:gd name="connsiteY5-76" fmla="*/ 169223 h 987710"/>
                    <a:gd name="connsiteX6-77" fmla="*/ 2700416 w 2924050"/>
                    <a:gd name="connsiteY6-78" fmla="*/ 212974 h 987710"/>
                    <a:gd name="connsiteX7-79" fmla="*/ 2591928 w 2924050"/>
                    <a:gd name="connsiteY7-80" fmla="*/ 73489 h 987710"/>
                    <a:gd name="connsiteX0-81" fmla="*/ 2591928 w 2924050"/>
                    <a:gd name="connsiteY0-82" fmla="*/ 73489 h 963088"/>
                    <a:gd name="connsiteX1-83" fmla="*/ 344673 w 2924050"/>
                    <a:gd name="connsiteY1-84" fmla="*/ 57991 h 963088"/>
                    <a:gd name="connsiteX2-85" fmla="*/ 267182 w 2924050"/>
                    <a:gd name="connsiteY2-86" fmla="*/ 832906 h 963088"/>
                    <a:gd name="connsiteX3-87" fmla="*/ 2851524 w 2924050"/>
                    <a:gd name="connsiteY3-88" fmla="*/ 916209 h 963088"/>
                    <a:gd name="connsiteX4-89" fmla="*/ 313677 w 2924050"/>
                    <a:gd name="connsiteY4-90" fmla="*/ 708920 h 963088"/>
                    <a:gd name="connsiteX5-91" fmla="*/ 556322 w 2924050"/>
                    <a:gd name="connsiteY5-92" fmla="*/ 169223 h 963088"/>
                    <a:gd name="connsiteX6-93" fmla="*/ 2700416 w 2924050"/>
                    <a:gd name="connsiteY6-94" fmla="*/ 212974 h 963088"/>
                    <a:gd name="connsiteX7-95" fmla="*/ 2591928 w 2924050"/>
                    <a:gd name="connsiteY7-96" fmla="*/ 73489 h 963088"/>
                    <a:gd name="connsiteX0-97" fmla="*/ 2591928 w 2924050"/>
                    <a:gd name="connsiteY0-98" fmla="*/ 73489 h 974553"/>
                    <a:gd name="connsiteX1-99" fmla="*/ 344673 w 2924050"/>
                    <a:gd name="connsiteY1-100" fmla="*/ 57991 h 974553"/>
                    <a:gd name="connsiteX2-101" fmla="*/ 267182 w 2924050"/>
                    <a:gd name="connsiteY2-102" fmla="*/ 832906 h 974553"/>
                    <a:gd name="connsiteX3-103" fmla="*/ 2851524 w 2924050"/>
                    <a:gd name="connsiteY3-104" fmla="*/ 916209 h 974553"/>
                    <a:gd name="connsiteX4-105" fmla="*/ 313677 w 2924050"/>
                    <a:gd name="connsiteY4-106" fmla="*/ 708920 h 974553"/>
                    <a:gd name="connsiteX5-107" fmla="*/ 556322 w 2924050"/>
                    <a:gd name="connsiteY5-108" fmla="*/ 169223 h 974553"/>
                    <a:gd name="connsiteX6-109" fmla="*/ 2700416 w 2924050"/>
                    <a:gd name="connsiteY6-110" fmla="*/ 212974 h 974553"/>
                    <a:gd name="connsiteX7-111" fmla="*/ 2591928 w 2924050"/>
                    <a:gd name="connsiteY7-112" fmla="*/ 73489 h 974553"/>
                    <a:gd name="connsiteX0-113" fmla="*/ 2542098 w 2881222"/>
                    <a:gd name="connsiteY0-114" fmla="*/ 73489 h 987835"/>
                    <a:gd name="connsiteX1-115" fmla="*/ 294843 w 2881222"/>
                    <a:gd name="connsiteY1-116" fmla="*/ 57991 h 987835"/>
                    <a:gd name="connsiteX2-117" fmla="*/ 217352 w 2881222"/>
                    <a:gd name="connsiteY2-118" fmla="*/ 832906 h 987835"/>
                    <a:gd name="connsiteX3-119" fmla="*/ 2059269 w 2881222"/>
                    <a:gd name="connsiteY3-120" fmla="*/ 984851 h 987835"/>
                    <a:gd name="connsiteX4-121" fmla="*/ 2801694 w 2881222"/>
                    <a:gd name="connsiteY4-122" fmla="*/ 916209 h 987835"/>
                    <a:gd name="connsiteX5-123" fmla="*/ 263847 w 2881222"/>
                    <a:gd name="connsiteY5-124" fmla="*/ 708920 h 987835"/>
                    <a:gd name="connsiteX6-125" fmla="*/ 506492 w 2881222"/>
                    <a:gd name="connsiteY6-126" fmla="*/ 169223 h 987835"/>
                    <a:gd name="connsiteX7-127" fmla="*/ 2650586 w 2881222"/>
                    <a:gd name="connsiteY7-128" fmla="*/ 212974 h 987835"/>
                    <a:gd name="connsiteX8" fmla="*/ 2542098 w 2881222"/>
                    <a:gd name="connsiteY8" fmla="*/ 73489 h 987835"/>
                    <a:gd name="connsiteX0-129" fmla="*/ 2542098 w 2874220"/>
                    <a:gd name="connsiteY0-130" fmla="*/ 73489 h 986560"/>
                    <a:gd name="connsiteX1-131" fmla="*/ 294843 w 2874220"/>
                    <a:gd name="connsiteY1-132" fmla="*/ 57991 h 986560"/>
                    <a:gd name="connsiteX2-133" fmla="*/ 217352 w 2874220"/>
                    <a:gd name="connsiteY2-134" fmla="*/ 832906 h 986560"/>
                    <a:gd name="connsiteX3-135" fmla="*/ 2059269 w 2874220"/>
                    <a:gd name="connsiteY3-136" fmla="*/ 984851 h 986560"/>
                    <a:gd name="connsiteX4-137" fmla="*/ 2745711 w 2874220"/>
                    <a:gd name="connsiteY4-138" fmla="*/ 878886 h 986560"/>
                    <a:gd name="connsiteX5-139" fmla="*/ 263847 w 2874220"/>
                    <a:gd name="connsiteY5-140" fmla="*/ 708920 h 986560"/>
                    <a:gd name="connsiteX6-141" fmla="*/ 506492 w 2874220"/>
                    <a:gd name="connsiteY6-142" fmla="*/ 169223 h 986560"/>
                    <a:gd name="connsiteX7-143" fmla="*/ 2650586 w 2874220"/>
                    <a:gd name="connsiteY7-144" fmla="*/ 212974 h 986560"/>
                    <a:gd name="connsiteX8-145" fmla="*/ 2542098 w 2874220"/>
                    <a:gd name="connsiteY8-146" fmla="*/ 73489 h 986560"/>
                    <a:gd name="connsiteX0-147" fmla="*/ 2542098 w 2874220"/>
                    <a:gd name="connsiteY0-148" fmla="*/ 73489 h 986368"/>
                    <a:gd name="connsiteX1-149" fmla="*/ 294843 w 2874220"/>
                    <a:gd name="connsiteY1-150" fmla="*/ 57991 h 986368"/>
                    <a:gd name="connsiteX2-151" fmla="*/ 217352 w 2874220"/>
                    <a:gd name="connsiteY2-152" fmla="*/ 832906 h 986368"/>
                    <a:gd name="connsiteX3-153" fmla="*/ 2059269 w 2874220"/>
                    <a:gd name="connsiteY3-154" fmla="*/ 984851 h 986368"/>
                    <a:gd name="connsiteX4-155" fmla="*/ 2745711 w 2874220"/>
                    <a:gd name="connsiteY4-156" fmla="*/ 878886 h 986368"/>
                    <a:gd name="connsiteX5-157" fmla="*/ 263847 w 2874220"/>
                    <a:gd name="connsiteY5-158" fmla="*/ 708920 h 986368"/>
                    <a:gd name="connsiteX6-159" fmla="*/ 506492 w 2874220"/>
                    <a:gd name="connsiteY6-160" fmla="*/ 169223 h 986368"/>
                    <a:gd name="connsiteX7-161" fmla="*/ 2650586 w 2874220"/>
                    <a:gd name="connsiteY7-162" fmla="*/ 212974 h 986368"/>
                    <a:gd name="connsiteX8-163" fmla="*/ 2542098 w 2874220"/>
                    <a:gd name="connsiteY8-164" fmla="*/ 73489 h 986368"/>
                    <a:gd name="connsiteX0-165" fmla="*/ 2580717 w 3043940"/>
                    <a:gd name="connsiteY0-166" fmla="*/ 73489 h 993908"/>
                    <a:gd name="connsiteX1-167" fmla="*/ 333462 w 3043940"/>
                    <a:gd name="connsiteY1-168" fmla="*/ 57991 h 993908"/>
                    <a:gd name="connsiteX2-169" fmla="*/ 255971 w 3043940"/>
                    <a:gd name="connsiteY2-170" fmla="*/ 832906 h 993908"/>
                    <a:gd name="connsiteX3-171" fmla="*/ 2676386 w 3043940"/>
                    <a:gd name="connsiteY3-172" fmla="*/ 992315 h 993908"/>
                    <a:gd name="connsiteX4-173" fmla="*/ 2784330 w 3043940"/>
                    <a:gd name="connsiteY4-174" fmla="*/ 878886 h 993908"/>
                    <a:gd name="connsiteX5-175" fmla="*/ 302466 w 3043940"/>
                    <a:gd name="connsiteY5-176" fmla="*/ 708920 h 993908"/>
                    <a:gd name="connsiteX6-177" fmla="*/ 545111 w 3043940"/>
                    <a:gd name="connsiteY6-178" fmla="*/ 169223 h 993908"/>
                    <a:gd name="connsiteX7-179" fmla="*/ 2689205 w 3043940"/>
                    <a:gd name="connsiteY7-180" fmla="*/ 212974 h 993908"/>
                    <a:gd name="connsiteX8-181" fmla="*/ 2580717 w 3043940"/>
                    <a:gd name="connsiteY8-182" fmla="*/ 73489 h 993908"/>
                    <a:gd name="connsiteX0-183" fmla="*/ 2580717 w 2956802"/>
                    <a:gd name="connsiteY0-184" fmla="*/ 73489 h 993233"/>
                    <a:gd name="connsiteX1-185" fmla="*/ 333462 w 2956802"/>
                    <a:gd name="connsiteY1-186" fmla="*/ 57991 h 993233"/>
                    <a:gd name="connsiteX2-187" fmla="*/ 255971 w 2956802"/>
                    <a:gd name="connsiteY2-188" fmla="*/ 832906 h 993233"/>
                    <a:gd name="connsiteX3-189" fmla="*/ 2676386 w 2956802"/>
                    <a:gd name="connsiteY3-190" fmla="*/ 992315 h 993233"/>
                    <a:gd name="connsiteX4-191" fmla="*/ 2784330 w 2956802"/>
                    <a:gd name="connsiteY4-192" fmla="*/ 878886 h 993233"/>
                    <a:gd name="connsiteX5-193" fmla="*/ 302466 w 2956802"/>
                    <a:gd name="connsiteY5-194" fmla="*/ 708920 h 993233"/>
                    <a:gd name="connsiteX6-195" fmla="*/ 545111 w 2956802"/>
                    <a:gd name="connsiteY6-196" fmla="*/ 169223 h 993233"/>
                    <a:gd name="connsiteX7-197" fmla="*/ 2689205 w 2956802"/>
                    <a:gd name="connsiteY7-198" fmla="*/ 212974 h 993233"/>
                    <a:gd name="connsiteX8-199" fmla="*/ 2580717 w 2956802"/>
                    <a:gd name="connsiteY8-200" fmla="*/ 73489 h 993233"/>
                    <a:gd name="connsiteX0-201" fmla="*/ 2580717 w 2956802"/>
                    <a:gd name="connsiteY0-202" fmla="*/ 73489 h 996891"/>
                    <a:gd name="connsiteX1-203" fmla="*/ 333462 w 2956802"/>
                    <a:gd name="connsiteY1-204" fmla="*/ 57991 h 996891"/>
                    <a:gd name="connsiteX2-205" fmla="*/ 255971 w 2956802"/>
                    <a:gd name="connsiteY2-206" fmla="*/ 832906 h 996891"/>
                    <a:gd name="connsiteX3-207" fmla="*/ 2676386 w 2956802"/>
                    <a:gd name="connsiteY3-208" fmla="*/ 992315 h 996891"/>
                    <a:gd name="connsiteX4-209" fmla="*/ 2784330 w 2956802"/>
                    <a:gd name="connsiteY4-210" fmla="*/ 878886 h 996891"/>
                    <a:gd name="connsiteX5-211" fmla="*/ 302466 w 2956802"/>
                    <a:gd name="connsiteY5-212" fmla="*/ 708920 h 996891"/>
                    <a:gd name="connsiteX6-213" fmla="*/ 545111 w 2956802"/>
                    <a:gd name="connsiteY6-214" fmla="*/ 169223 h 996891"/>
                    <a:gd name="connsiteX7-215" fmla="*/ 2689205 w 2956802"/>
                    <a:gd name="connsiteY7-216" fmla="*/ 212974 h 996891"/>
                    <a:gd name="connsiteX8-217" fmla="*/ 2580717 w 2956802"/>
                    <a:gd name="connsiteY8-218" fmla="*/ 73489 h 996891"/>
                    <a:gd name="connsiteX0-219" fmla="*/ 2580717 w 2956802"/>
                    <a:gd name="connsiteY0-220" fmla="*/ 73489 h 993233"/>
                    <a:gd name="connsiteX1-221" fmla="*/ 333462 w 2956802"/>
                    <a:gd name="connsiteY1-222" fmla="*/ 57991 h 993233"/>
                    <a:gd name="connsiteX2-223" fmla="*/ 255971 w 2956802"/>
                    <a:gd name="connsiteY2-224" fmla="*/ 832906 h 993233"/>
                    <a:gd name="connsiteX3-225" fmla="*/ 2676386 w 2956802"/>
                    <a:gd name="connsiteY3-226" fmla="*/ 992315 h 993233"/>
                    <a:gd name="connsiteX4-227" fmla="*/ 2784330 w 2956802"/>
                    <a:gd name="connsiteY4-228" fmla="*/ 878886 h 993233"/>
                    <a:gd name="connsiteX5-229" fmla="*/ 302466 w 2956802"/>
                    <a:gd name="connsiteY5-230" fmla="*/ 708920 h 993233"/>
                    <a:gd name="connsiteX6-231" fmla="*/ 545111 w 2956802"/>
                    <a:gd name="connsiteY6-232" fmla="*/ 169223 h 993233"/>
                    <a:gd name="connsiteX7-233" fmla="*/ 2689205 w 2956802"/>
                    <a:gd name="connsiteY7-234" fmla="*/ 212974 h 993233"/>
                    <a:gd name="connsiteX8-235" fmla="*/ 2580717 w 2956802"/>
                    <a:gd name="connsiteY8-236" fmla="*/ 73489 h 993233"/>
                    <a:gd name="connsiteX0-237" fmla="*/ 2580717 w 2969667"/>
                    <a:gd name="connsiteY0-238" fmla="*/ 73489 h 992766"/>
                    <a:gd name="connsiteX1-239" fmla="*/ 333462 w 2969667"/>
                    <a:gd name="connsiteY1-240" fmla="*/ 57991 h 992766"/>
                    <a:gd name="connsiteX2-241" fmla="*/ 255971 w 2969667"/>
                    <a:gd name="connsiteY2-242" fmla="*/ 832906 h 992766"/>
                    <a:gd name="connsiteX3-243" fmla="*/ 2676386 w 2969667"/>
                    <a:gd name="connsiteY3-244" fmla="*/ 992315 h 992766"/>
                    <a:gd name="connsiteX4-245" fmla="*/ 2664899 w 2969667"/>
                    <a:gd name="connsiteY4-246" fmla="*/ 875154 h 992766"/>
                    <a:gd name="connsiteX5-247" fmla="*/ 302466 w 2969667"/>
                    <a:gd name="connsiteY5-248" fmla="*/ 708920 h 992766"/>
                    <a:gd name="connsiteX6-249" fmla="*/ 545111 w 2969667"/>
                    <a:gd name="connsiteY6-250" fmla="*/ 169223 h 992766"/>
                    <a:gd name="connsiteX7-251" fmla="*/ 2689205 w 2969667"/>
                    <a:gd name="connsiteY7-252" fmla="*/ 212974 h 992766"/>
                    <a:gd name="connsiteX8-253" fmla="*/ 2580717 w 2969667"/>
                    <a:gd name="connsiteY8-254" fmla="*/ 73489 h 992766"/>
                    <a:gd name="connsiteX0-255" fmla="*/ 2580717 w 2912839"/>
                    <a:gd name="connsiteY0-256" fmla="*/ 73489 h 992617"/>
                    <a:gd name="connsiteX1-257" fmla="*/ 333462 w 2912839"/>
                    <a:gd name="connsiteY1-258" fmla="*/ 57991 h 992617"/>
                    <a:gd name="connsiteX2-259" fmla="*/ 255971 w 2912839"/>
                    <a:gd name="connsiteY2-260" fmla="*/ 832906 h 992617"/>
                    <a:gd name="connsiteX3-261" fmla="*/ 2676386 w 2912839"/>
                    <a:gd name="connsiteY3-262" fmla="*/ 992315 h 992617"/>
                    <a:gd name="connsiteX4-263" fmla="*/ 2664899 w 2912839"/>
                    <a:gd name="connsiteY4-264" fmla="*/ 875154 h 992617"/>
                    <a:gd name="connsiteX5-265" fmla="*/ 302466 w 2912839"/>
                    <a:gd name="connsiteY5-266" fmla="*/ 708920 h 992617"/>
                    <a:gd name="connsiteX6-267" fmla="*/ 545111 w 2912839"/>
                    <a:gd name="connsiteY6-268" fmla="*/ 169223 h 992617"/>
                    <a:gd name="connsiteX7-269" fmla="*/ 2689205 w 2912839"/>
                    <a:gd name="connsiteY7-270" fmla="*/ 212974 h 992617"/>
                    <a:gd name="connsiteX8-271" fmla="*/ 2580717 w 2912839"/>
                    <a:gd name="connsiteY8-272" fmla="*/ 73489 h 992617"/>
                    <a:gd name="connsiteX0-273" fmla="*/ 2580717 w 2912839"/>
                    <a:gd name="connsiteY0-274" fmla="*/ 73489 h 992627"/>
                    <a:gd name="connsiteX1-275" fmla="*/ 333462 w 2912839"/>
                    <a:gd name="connsiteY1-276" fmla="*/ 57991 h 992627"/>
                    <a:gd name="connsiteX2-277" fmla="*/ 255971 w 2912839"/>
                    <a:gd name="connsiteY2-278" fmla="*/ 832906 h 992627"/>
                    <a:gd name="connsiteX3-279" fmla="*/ 2676386 w 2912839"/>
                    <a:gd name="connsiteY3-280" fmla="*/ 992315 h 992627"/>
                    <a:gd name="connsiteX4-281" fmla="*/ 2664899 w 2912839"/>
                    <a:gd name="connsiteY4-282" fmla="*/ 875154 h 992627"/>
                    <a:gd name="connsiteX5-283" fmla="*/ 302466 w 2912839"/>
                    <a:gd name="connsiteY5-284" fmla="*/ 708920 h 992627"/>
                    <a:gd name="connsiteX6-285" fmla="*/ 545111 w 2912839"/>
                    <a:gd name="connsiteY6-286" fmla="*/ 169223 h 992627"/>
                    <a:gd name="connsiteX7-287" fmla="*/ 2689205 w 2912839"/>
                    <a:gd name="connsiteY7-288" fmla="*/ 212974 h 992627"/>
                    <a:gd name="connsiteX8-289" fmla="*/ 2580717 w 2912839"/>
                    <a:gd name="connsiteY8-290" fmla="*/ 73489 h 992627"/>
                    <a:gd name="connsiteX0-291" fmla="*/ 2580717 w 2912839"/>
                    <a:gd name="connsiteY0-292" fmla="*/ 73489 h 992472"/>
                    <a:gd name="connsiteX1-293" fmla="*/ 333462 w 2912839"/>
                    <a:gd name="connsiteY1-294" fmla="*/ 57991 h 992472"/>
                    <a:gd name="connsiteX2-295" fmla="*/ 255971 w 2912839"/>
                    <a:gd name="connsiteY2-296" fmla="*/ 832906 h 992472"/>
                    <a:gd name="connsiteX3-297" fmla="*/ 2676386 w 2912839"/>
                    <a:gd name="connsiteY3-298" fmla="*/ 992315 h 992472"/>
                    <a:gd name="connsiteX4-299" fmla="*/ 2649970 w 2912839"/>
                    <a:gd name="connsiteY4-300" fmla="*/ 863957 h 992472"/>
                    <a:gd name="connsiteX5-301" fmla="*/ 302466 w 2912839"/>
                    <a:gd name="connsiteY5-302" fmla="*/ 708920 h 992472"/>
                    <a:gd name="connsiteX6-303" fmla="*/ 545111 w 2912839"/>
                    <a:gd name="connsiteY6-304" fmla="*/ 169223 h 992472"/>
                    <a:gd name="connsiteX7-305" fmla="*/ 2689205 w 2912839"/>
                    <a:gd name="connsiteY7-306" fmla="*/ 212974 h 992472"/>
                    <a:gd name="connsiteX8-307" fmla="*/ 2580717 w 2912839"/>
                    <a:gd name="connsiteY8-308" fmla="*/ 73489 h 992472"/>
                    <a:gd name="connsiteX0-309" fmla="*/ 2580717 w 2912839"/>
                    <a:gd name="connsiteY0-310" fmla="*/ 73489 h 992472"/>
                    <a:gd name="connsiteX1-311" fmla="*/ 333462 w 2912839"/>
                    <a:gd name="connsiteY1-312" fmla="*/ 57991 h 992472"/>
                    <a:gd name="connsiteX2-313" fmla="*/ 255971 w 2912839"/>
                    <a:gd name="connsiteY2-314" fmla="*/ 832906 h 992472"/>
                    <a:gd name="connsiteX3-315" fmla="*/ 2676386 w 2912839"/>
                    <a:gd name="connsiteY3-316" fmla="*/ 992315 h 992472"/>
                    <a:gd name="connsiteX4-317" fmla="*/ 2649970 w 2912839"/>
                    <a:gd name="connsiteY4-318" fmla="*/ 863957 h 992472"/>
                    <a:gd name="connsiteX5-319" fmla="*/ 302466 w 2912839"/>
                    <a:gd name="connsiteY5-320" fmla="*/ 708920 h 992472"/>
                    <a:gd name="connsiteX6-321" fmla="*/ 545111 w 2912839"/>
                    <a:gd name="connsiteY6-322" fmla="*/ 169223 h 992472"/>
                    <a:gd name="connsiteX7-323" fmla="*/ 2689205 w 2912839"/>
                    <a:gd name="connsiteY7-324" fmla="*/ 212974 h 992472"/>
                    <a:gd name="connsiteX8-325" fmla="*/ 2580717 w 2912839"/>
                    <a:gd name="connsiteY8-326" fmla="*/ 73489 h 992472"/>
                    <a:gd name="connsiteX0-327" fmla="*/ 2580717 w 2912839"/>
                    <a:gd name="connsiteY0-328" fmla="*/ 73489 h 992327"/>
                    <a:gd name="connsiteX1-329" fmla="*/ 333462 w 2912839"/>
                    <a:gd name="connsiteY1-330" fmla="*/ 57991 h 992327"/>
                    <a:gd name="connsiteX2-331" fmla="*/ 255971 w 2912839"/>
                    <a:gd name="connsiteY2-332" fmla="*/ 832906 h 992327"/>
                    <a:gd name="connsiteX3-333" fmla="*/ 2676386 w 2912839"/>
                    <a:gd name="connsiteY3-334" fmla="*/ 992315 h 992327"/>
                    <a:gd name="connsiteX4-335" fmla="*/ 2649970 w 2912839"/>
                    <a:gd name="connsiteY4-336" fmla="*/ 863957 h 992327"/>
                    <a:gd name="connsiteX5-337" fmla="*/ 302466 w 2912839"/>
                    <a:gd name="connsiteY5-338" fmla="*/ 708920 h 992327"/>
                    <a:gd name="connsiteX6-339" fmla="*/ 545111 w 2912839"/>
                    <a:gd name="connsiteY6-340" fmla="*/ 169223 h 992327"/>
                    <a:gd name="connsiteX7-341" fmla="*/ 2689205 w 2912839"/>
                    <a:gd name="connsiteY7-342" fmla="*/ 212974 h 992327"/>
                    <a:gd name="connsiteX8-343" fmla="*/ 2580717 w 2912839"/>
                    <a:gd name="connsiteY8-344" fmla="*/ 73489 h 992327"/>
                    <a:gd name="connsiteX0-345" fmla="*/ 2580717 w 2874021"/>
                    <a:gd name="connsiteY0-346" fmla="*/ 74207 h 993045"/>
                    <a:gd name="connsiteX1-347" fmla="*/ 333462 w 2874021"/>
                    <a:gd name="connsiteY1-348" fmla="*/ 58709 h 993045"/>
                    <a:gd name="connsiteX2-349" fmla="*/ 255971 w 2874021"/>
                    <a:gd name="connsiteY2-350" fmla="*/ 833624 h 993045"/>
                    <a:gd name="connsiteX3-351" fmla="*/ 2676386 w 2874021"/>
                    <a:gd name="connsiteY3-352" fmla="*/ 993033 h 993045"/>
                    <a:gd name="connsiteX4-353" fmla="*/ 2649970 w 2874021"/>
                    <a:gd name="connsiteY4-354" fmla="*/ 864675 h 993045"/>
                    <a:gd name="connsiteX5-355" fmla="*/ 302466 w 2874021"/>
                    <a:gd name="connsiteY5-356" fmla="*/ 709638 h 993045"/>
                    <a:gd name="connsiteX6-357" fmla="*/ 545111 w 2874021"/>
                    <a:gd name="connsiteY6-358" fmla="*/ 169941 h 993045"/>
                    <a:gd name="connsiteX7-359" fmla="*/ 2625757 w 2874021"/>
                    <a:gd name="connsiteY7-360" fmla="*/ 232354 h 993045"/>
                    <a:gd name="connsiteX8-361" fmla="*/ 2580717 w 2874021"/>
                    <a:gd name="connsiteY8-362" fmla="*/ 74207 h 993045"/>
                    <a:gd name="connsiteX0-363" fmla="*/ 2580717 w 2856942"/>
                    <a:gd name="connsiteY0-364" fmla="*/ 73776 h 992614"/>
                    <a:gd name="connsiteX1-365" fmla="*/ 333462 w 2856942"/>
                    <a:gd name="connsiteY1-366" fmla="*/ 58278 h 992614"/>
                    <a:gd name="connsiteX2-367" fmla="*/ 255971 w 2856942"/>
                    <a:gd name="connsiteY2-368" fmla="*/ 833193 h 992614"/>
                    <a:gd name="connsiteX3-369" fmla="*/ 2676386 w 2856942"/>
                    <a:gd name="connsiteY3-370" fmla="*/ 992602 h 992614"/>
                    <a:gd name="connsiteX4-371" fmla="*/ 2649970 w 2856942"/>
                    <a:gd name="connsiteY4-372" fmla="*/ 864244 h 992614"/>
                    <a:gd name="connsiteX5-373" fmla="*/ 302466 w 2856942"/>
                    <a:gd name="connsiteY5-374" fmla="*/ 709207 h 992614"/>
                    <a:gd name="connsiteX6-375" fmla="*/ 545111 w 2856942"/>
                    <a:gd name="connsiteY6-376" fmla="*/ 169510 h 992614"/>
                    <a:gd name="connsiteX7-377" fmla="*/ 2595899 w 2856942"/>
                    <a:gd name="connsiteY7-378" fmla="*/ 220726 h 992614"/>
                    <a:gd name="connsiteX8-379" fmla="*/ 2580717 w 2856942"/>
                    <a:gd name="connsiteY8-380" fmla="*/ 73776 h 992614"/>
                    <a:gd name="connsiteX0-381" fmla="*/ 2580717 w 2856942"/>
                    <a:gd name="connsiteY0-382" fmla="*/ 73776 h 992614"/>
                    <a:gd name="connsiteX1-383" fmla="*/ 333462 w 2856942"/>
                    <a:gd name="connsiteY1-384" fmla="*/ 58278 h 992614"/>
                    <a:gd name="connsiteX2-385" fmla="*/ 255971 w 2856942"/>
                    <a:gd name="connsiteY2-386" fmla="*/ 833193 h 992614"/>
                    <a:gd name="connsiteX3-387" fmla="*/ 2676386 w 2856942"/>
                    <a:gd name="connsiteY3-388" fmla="*/ 992602 h 992614"/>
                    <a:gd name="connsiteX4-389" fmla="*/ 2649970 w 2856942"/>
                    <a:gd name="connsiteY4-390" fmla="*/ 864244 h 992614"/>
                    <a:gd name="connsiteX5-391" fmla="*/ 302466 w 2856942"/>
                    <a:gd name="connsiteY5-392" fmla="*/ 709207 h 992614"/>
                    <a:gd name="connsiteX6-393" fmla="*/ 545111 w 2856942"/>
                    <a:gd name="connsiteY6-394" fmla="*/ 169510 h 992614"/>
                    <a:gd name="connsiteX7-395" fmla="*/ 2595899 w 2856942"/>
                    <a:gd name="connsiteY7-396" fmla="*/ 220726 h 992614"/>
                    <a:gd name="connsiteX8-397" fmla="*/ 2580717 w 2856942"/>
                    <a:gd name="connsiteY8-398" fmla="*/ 73776 h 992614"/>
                    <a:gd name="connsiteX0-399" fmla="*/ 2580717 w 2833569"/>
                    <a:gd name="connsiteY0-400" fmla="*/ 73776 h 992614"/>
                    <a:gd name="connsiteX1-401" fmla="*/ 333462 w 2833569"/>
                    <a:gd name="connsiteY1-402" fmla="*/ 58278 h 992614"/>
                    <a:gd name="connsiteX2-403" fmla="*/ 255971 w 2833569"/>
                    <a:gd name="connsiteY2-404" fmla="*/ 833193 h 992614"/>
                    <a:gd name="connsiteX3-405" fmla="*/ 2676386 w 2833569"/>
                    <a:gd name="connsiteY3-406" fmla="*/ 992602 h 992614"/>
                    <a:gd name="connsiteX4-407" fmla="*/ 2649970 w 2833569"/>
                    <a:gd name="connsiteY4-408" fmla="*/ 864244 h 992614"/>
                    <a:gd name="connsiteX5-409" fmla="*/ 302466 w 2833569"/>
                    <a:gd name="connsiteY5-410" fmla="*/ 709207 h 992614"/>
                    <a:gd name="connsiteX6-411" fmla="*/ 545111 w 2833569"/>
                    <a:gd name="connsiteY6-412" fmla="*/ 169510 h 992614"/>
                    <a:gd name="connsiteX7-413" fmla="*/ 2595899 w 2833569"/>
                    <a:gd name="connsiteY7-414" fmla="*/ 220726 h 992614"/>
                    <a:gd name="connsiteX8-415" fmla="*/ 2580717 w 2833569"/>
                    <a:gd name="connsiteY8-416" fmla="*/ 73776 h 992614"/>
                    <a:gd name="connsiteX0-417" fmla="*/ 2580717 w 2833569"/>
                    <a:gd name="connsiteY0-418" fmla="*/ 73776 h 992614"/>
                    <a:gd name="connsiteX1-419" fmla="*/ 333462 w 2833569"/>
                    <a:gd name="connsiteY1-420" fmla="*/ 58278 h 992614"/>
                    <a:gd name="connsiteX2-421" fmla="*/ 255971 w 2833569"/>
                    <a:gd name="connsiteY2-422" fmla="*/ 833193 h 992614"/>
                    <a:gd name="connsiteX3-423" fmla="*/ 2676386 w 2833569"/>
                    <a:gd name="connsiteY3-424" fmla="*/ 992602 h 992614"/>
                    <a:gd name="connsiteX4-425" fmla="*/ 2649970 w 2833569"/>
                    <a:gd name="connsiteY4-426" fmla="*/ 864244 h 992614"/>
                    <a:gd name="connsiteX5-427" fmla="*/ 302466 w 2833569"/>
                    <a:gd name="connsiteY5-428" fmla="*/ 709207 h 992614"/>
                    <a:gd name="connsiteX6-429" fmla="*/ 545111 w 2833569"/>
                    <a:gd name="connsiteY6-430" fmla="*/ 169510 h 992614"/>
                    <a:gd name="connsiteX7-431" fmla="*/ 2595899 w 2833569"/>
                    <a:gd name="connsiteY7-432" fmla="*/ 220726 h 992614"/>
                    <a:gd name="connsiteX8-433" fmla="*/ 2580717 w 2833569"/>
                    <a:gd name="connsiteY8-434" fmla="*/ 73776 h 992614"/>
                    <a:gd name="connsiteX0-435" fmla="*/ 2580717 w 2833569"/>
                    <a:gd name="connsiteY0-436" fmla="*/ 73776 h 992614"/>
                    <a:gd name="connsiteX1-437" fmla="*/ 333462 w 2833569"/>
                    <a:gd name="connsiteY1-438" fmla="*/ 58278 h 992614"/>
                    <a:gd name="connsiteX2-439" fmla="*/ 255971 w 2833569"/>
                    <a:gd name="connsiteY2-440" fmla="*/ 833193 h 992614"/>
                    <a:gd name="connsiteX3-441" fmla="*/ 2676386 w 2833569"/>
                    <a:gd name="connsiteY3-442" fmla="*/ 992602 h 992614"/>
                    <a:gd name="connsiteX4-443" fmla="*/ 2649970 w 2833569"/>
                    <a:gd name="connsiteY4-444" fmla="*/ 864244 h 992614"/>
                    <a:gd name="connsiteX5-445" fmla="*/ 302466 w 2833569"/>
                    <a:gd name="connsiteY5-446" fmla="*/ 709207 h 992614"/>
                    <a:gd name="connsiteX6-447" fmla="*/ 545111 w 2833569"/>
                    <a:gd name="connsiteY6-448" fmla="*/ 169510 h 992614"/>
                    <a:gd name="connsiteX7-449" fmla="*/ 2595899 w 2833569"/>
                    <a:gd name="connsiteY7-450" fmla="*/ 220726 h 992614"/>
                    <a:gd name="connsiteX8-451" fmla="*/ 2580717 w 2833569"/>
                    <a:gd name="connsiteY8-452" fmla="*/ 73776 h 992614"/>
                    <a:gd name="connsiteX0-453" fmla="*/ 2580717 w 2833569"/>
                    <a:gd name="connsiteY0-454" fmla="*/ 73349 h 992187"/>
                    <a:gd name="connsiteX1-455" fmla="*/ 333462 w 2833569"/>
                    <a:gd name="connsiteY1-456" fmla="*/ 57851 h 992187"/>
                    <a:gd name="connsiteX2-457" fmla="*/ 255971 w 2833569"/>
                    <a:gd name="connsiteY2-458" fmla="*/ 832766 h 992187"/>
                    <a:gd name="connsiteX3-459" fmla="*/ 2676386 w 2833569"/>
                    <a:gd name="connsiteY3-460" fmla="*/ 992175 h 992187"/>
                    <a:gd name="connsiteX4-461" fmla="*/ 2649970 w 2833569"/>
                    <a:gd name="connsiteY4-462" fmla="*/ 863817 h 992187"/>
                    <a:gd name="connsiteX5-463" fmla="*/ 302466 w 2833569"/>
                    <a:gd name="connsiteY5-464" fmla="*/ 708780 h 992187"/>
                    <a:gd name="connsiteX6-465" fmla="*/ 545111 w 2833569"/>
                    <a:gd name="connsiteY6-466" fmla="*/ 169083 h 992187"/>
                    <a:gd name="connsiteX7-467" fmla="*/ 2595899 w 2833569"/>
                    <a:gd name="connsiteY7-468" fmla="*/ 209103 h 992187"/>
                    <a:gd name="connsiteX8-469" fmla="*/ 2580717 w 2833569"/>
                    <a:gd name="connsiteY8-470" fmla="*/ 73349 h 992187"/>
                    <a:gd name="connsiteX0-471" fmla="*/ 2580717 w 2861604"/>
                    <a:gd name="connsiteY0-472" fmla="*/ 73349 h 992187"/>
                    <a:gd name="connsiteX1-473" fmla="*/ 333462 w 2861604"/>
                    <a:gd name="connsiteY1-474" fmla="*/ 57851 h 992187"/>
                    <a:gd name="connsiteX2-475" fmla="*/ 255971 w 2861604"/>
                    <a:gd name="connsiteY2-476" fmla="*/ 832766 h 992187"/>
                    <a:gd name="connsiteX3-477" fmla="*/ 2676386 w 2861604"/>
                    <a:gd name="connsiteY3-478" fmla="*/ 992175 h 992187"/>
                    <a:gd name="connsiteX4-479" fmla="*/ 2649970 w 2861604"/>
                    <a:gd name="connsiteY4-480" fmla="*/ 863817 h 992187"/>
                    <a:gd name="connsiteX5-481" fmla="*/ 302466 w 2861604"/>
                    <a:gd name="connsiteY5-482" fmla="*/ 708780 h 992187"/>
                    <a:gd name="connsiteX6-483" fmla="*/ 470467 w 2861604"/>
                    <a:gd name="connsiteY6-484" fmla="*/ 157886 h 992187"/>
                    <a:gd name="connsiteX7-485" fmla="*/ 2595899 w 2861604"/>
                    <a:gd name="connsiteY7-486" fmla="*/ 209103 h 992187"/>
                    <a:gd name="connsiteX8-487" fmla="*/ 2580717 w 2861604"/>
                    <a:gd name="connsiteY8-488" fmla="*/ 73349 h 992187"/>
                    <a:gd name="connsiteX0-489" fmla="*/ 2580717 w 2856710"/>
                    <a:gd name="connsiteY0-490" fmla="*/ 73349 h 992187"/>
                    <a:gd name="connsiteX1-491" fmla="*/ 333462 w 2856710"/>
                    <a:gd name="connsiteY1-492" fmla="*/ 57851 h 992187"/>
                    <a:gd name="connsiteX2-493" fmla="*/ 255971 w 2856710"/>
                    <a:gd name="connsiteY2-494" fmla="*/ 832766 h 992187"/>
                    <a:gd name="connsiteX3-495" fmla="*/ 2676386 w 2856710"/>
                    <a:gd name="connsiteY3-496" fmla="*/ 992175 h 992187"/>
                    <a:gd name="connsiteX4-497" fmla="*/ 2649970 w 2856710"/>
                    <a:gd name="connsiteY4-498" fmla="*/ 863817 h 992187"/>
                    <a:gd name="connsiteX5-499" fmla="*/ 302466 w 2856710"/>
                    <a:gd name="connsiteY5-500" fmla="*/ 708780 h 992187"/>
                    <a:gd name="connsiteX6-501" fmla="*/ 548844 w 2856710"/>
                    <a:gd name="connsiteY6-502" fmla="*/ 154154 h 992187"/>
                    <a:gd name="connsiteX7-503" fmla="*/ 2595899 w 2856710"/>
                    <a:gd name="connsiteY7-504" fmla="*/ 209103 h 992187"/>
                    <a:gd name="connsiteX8-505" fmla="*/ 2580717 w 2856710"/>
                    <a:gd name="connsiteY8-506" fmla="*/ 73349 h 992187"/>
                    <a:gd name="connsiteX0-507" fmla="*/ 2580717 w 2915121"/>
                    <a:gd name="connsiteY0-508" fmla="*/ 73349 h 992193"/>
                    <a:gd name="connsiteX1-509" fmla="*/ 333462 w 2915121"/>
                    <a:gd name="connsiteY1-510" fmla="*/ 57851 h 992193"/>
                    <a:gd name="connsiteX2-511" fmla="*/ 255971 w 2915121"/>
                    <a:gd name="connsiteY2-512" fmla="*/ 832766 h 992193"/>
                    <a:gd name="connsiteX3-513" fmla="*/ 2676386 w 2915121"/>
                    <a:gd name="connsiteY3-514" fmla="*/ 992175 h 992193"/>
                    <a:gd name="connsiteX4-515" fmla="*/ 2649970 w 2915121"/>
                    <a:gd name="connsiteY4-516" fmla="*/ 863817 h 992193"/>
                    <a:gd name="connsiteX5-517" fmla="*/ 350986 w 2915121"/>
                    <a:gd name="connsiteY5-518" fmla="*/ 708780 h 992193"/>
                    <a:gd name="connsiteX6-519" fmla="*/ 548844 w 2915121"/>
                    <a:gd name="connsiteY6-520" fmla="*/ 154154 h 992193"/>
                    <a:gd name="connsiteX7-521" fmla="*/ 2595899 w 2915121"/>
                    <a:gd name="connsiteY7-522" fmla="*/ 209103 h 992193"/>
                    <a:gd name="connsiteX8-523" fmla="*/ 2580717 w 2915121"/>
                    <a:gd name="connsiteY8-524" fmla="*/ 73349 h 992193"/>
                    <a:gd name="connsiteX0-525" fmla="*/ 2580717 w 2915121"/>
                    <a:gd name="connsiteY0-526" fmla="*/ 73349 h 992193"/>
                    <a:gd name="connsiteX1-527" fmla="*/ 333462 w 2915121"/>
                    <a:gd name="connsiteY1-528" fmla="*/ 57851 h 992193"/>
                    <a:gd name="connsiteX2-529" fmla="*/ 255971 w 2915121"/>
                    <a:gd name="connsiteY2-530" fmla="*/ 832766 h 992193"/>
                    <a:gd name="connsiteX3-531" fmla="*/ 2676386 w 2915121"/>
                    <a:gd name="connsiteY3-532" fmla="*/ 992175 h 992193"/>
                    <a:gd name="connsiteX4-533" fmla="*/ 2649970 w 2915121"/>
                    <a:gd name="connsiteY4-534" fmla="*/ 863817 h 992193"/>
                    <a:gd name="connsiteX5-535" fmla="*/ 350986 w 2915121"/>
                    <a:gd name="connsiteY5-536" fmla="*/ 708780 h 992193"/>
                    <a:gd name="connsiteX6-537" fmla="*/ 515254 w 2915121"/>
                    <a:gd name="connsiteY6-538" fmla="*/ 154154 h 992193"/>
                    <a:gd name="connsiteX7-539" fmla="*/ 2595899 w 2915121"/>
                    <a:gd name="connsiteY7-540" fmla="*/ 209103 h 992193"/>
                    <a:gd name="connsiteX8-541" fmla="*/ 2580717 w 2915121"/>
                    <a:gd name="connsiteY8-542" fmla="*/ 73349 h 992193"/>
                    <a:gd name="connsiteX0-543" fmla="*/ 2574189 w 2914778"/>
                    <a:gd name="connsiteY0-544" fmla="*/ 51363 h 1006047"/>
                    <a:gd name="connsiteX1-545" fmla="*/ 333119 w 2914778"/>
                    <a:gd name="connsiteY1-546" fmla="*/ 71705 h 1006047"/>
                    <a:gd name="connsiteX2-547" fmla="*/ 255628 w 2914778"/>
                    <a:gd name="connsiteY2-548" fmla="*/ 846620 h 1006047"/>
                    <a:gd name="connsiteX3-549" fmla="*/ 2676043 w 2914778"/>
                    <a:gd name="connsiteY3-550" fmla="*/ 1006029 h 1006047"/>
                    <a:gd name="connsiteX4-551" fmla="*/ 2649627 w 2914778"/>
                    <a:gd name="connsiteY4-552" fmla="*/ 877671 h 1006047"/>
                    <a:gd name="connsiteX5-553" fmla="*/ 350643 w 2914778"/>
                    <a:gd name="connsiteY5-554" fmla="*/ 722634 h 1006047"/>
                    <a:gd name="connsiteX6-555" fmla="*/ 514911 w 2914778"/>
                    <a:gd name="connsiteY6-556" fmla="*/ 168008 h 1006047"/>
                    <a:gd name="connsiteX7-557" fmla="*/ 2595556 w 2914778"/>
                    <a:gd name="connsiteY7-558" fmla="*/ 222957 h 1006047"/>
                    <a:gd name="connsiteX8-559" fmla="*/ 2574189 w 2914778"/>
                    <a:gd name="connsiteY8-560" fmla="*/ 51363 h 1006047"/>
                    <a:gd name="connsiteX0-561" fmla="*/ 2574189 w 2914778"/>
                    <a:gd name="connsiteY0-562" fmla="*/ 50194 h 1004878"/>
                    <a:gd name="connsiteX1-563" fmla="*/ 333119 w 2914778"/>
                    <a:gd name="connsiteY1-564" fmla="*/ 70536 h 1004878"/>
                    <a:gd name="connsiteX2-565" fmla="*/ 255628 w 2914778"/>
                    <a:gd name="connsiteY2-566" fmla="*/ 845451 h 1004878"/>
                    <a:gd name="connsiteX3-567" fmla="*/ 2676043 w 2914778"/>
                    <a:gd name="connsiteY3-568" fmla="*/ 1004860 h 1004878"/>
                    <a:gd name="connsiteX4-569" fmla="*/ 2649627 w 2914778"/>
                    <a:gd name="connsiteY4-570" fmla="*/ 876502 h 1004878"/>
                    <a:gd name="connsiteX5-571" fmla="*/ 350643 w 2914778"/>
                    <a:gd name="connsiteY5-572" fmla="*/ 721465 h 1004878"/>
                    <a:gd name="connsiteX6-573" fmla="*/ 514911 w 2914778"/>
                    <a:gd name="connsiteY6-574" fmla="*/ 166839 h 1004878"/>
                    <a:gd name="connsiteX7-575" fmla="*/ 2595557 w 2914778"/>
                    <a:gd name="connsiteY7-576" fmla="*/ 197895 h 1004878"/>
                    <a:gd name="connsiteX8-577" fmla="*/ 2574189 w 2914778"/>
                    <a:gd name="connsiteY8-578" fmla="*/ 50194 h 1004878"/>
                    <a:gd name="connsiteX0-579" fmla="*/ 2580717 w 2915121"/>
                    <a:gd name="connsiteY0-580" fmla="*/ 40455 h 1013060"/>
                    <a:gd name="connsiteX1-581" fmla="*/ 333462 w 2915121"/>
                    <a:gd name="connsiteY1-582" fmla="*/ 78718 h 1013060"/>
                    <a:gd name="connsiteX2-583" fmla="*/ 255971 w 2915121"/>
                    <a:gd name="connsiteY2-584" fmla="*/ 853633 h 1013060"/>
                    <a:gd name="connsiteX3-585" fmla="*/ 2676386 w 2915121"/>
                    <a:gd name="connsiteY3-586" fmla="*/ 1013042 h 1013060"/>
                    <a:gd name="connsiteX4-587" fmla="*/ 2649970 w 2915121"/>
                    <a:gd name="connsiteY4-588" fmla="*/ 884684 h 1013060"/>
                    <a:gd name="connsiteX5-589" fmla="*/ 350986 w 2915121"/>
                    <a:gd name="connsiteY5-590" fmla="*/ 729647 h 1013060"/>
                    <a:gd name="connsiteX6-591" fmla="*/ 515254 w 2915121"/>
                    <a:gd name="connsiteY6-592" fmla="*/ 175021 h 1013060"/>
                    <a:gd name="connsiteX7-593" fmla="*/ 2595900 w 2915121"/>
                    <a:gd name="connsiteY7-594" fmla="*/ 206077 h 1013060"/>
                    <a:gd name="connsiteX8-595" fmla="*/ 2580717 w 2915121"/>
                    <a:gd name="connsiteY8-596" fmla="*/ 40455 h 1013060"/>
                    <a:gd name="connsiteX0-597" fmla="*/ 2580717 w 2915121"/>
                    <a:gd name="connsiteY0-598" fmla="*/ 40129 h 1012734"/>
                    <a:gd name="connsiteX1-599" fmla="*/ 333462 w 2915121"/>
                    <a:gd name="connsiteY1-600" fmla="*/ 78392 h 1012734"/>
                    <a:gd name="connsiteX2-601" fmla="*/ 255971 w 2915121"/>
                    <a:gd name="connsiteY2-602" fmla="*/ 853307 h 1012734"/>
                    <a:gd name="connsiteX3-603" fmla="*/ 2676386 w 2915121"/>
                    <a:gd name="connsiteY3-604" fmla="*/ 1012716 h 1012734"/>
                    <a:gd name="connsiteX4-605" fmla="*/ 2649970 w 2915121"/>
                    <a:gd name="connsiteY4-606" fmla="*/ 884358 h 1012734"/>
                    <a:gd name="connsiteX5-607" fmla="*/ 350986 w 2915121"/>
                    <a:gd name="connsiteY5-608" fmla="*/ 729321 h 1012734"/>
                    <a:gd name="connsiteX6-609" fmla="*/ 515254 w 2915121"/>
                    <a:gd name="connsiteY6-610" fmla="*/ 174695 h 1012734"/>
                    <a:gd name="connsiteX7-611" fmla="*/ 2564975 w 2915121"/>
                    <a:gd name="connsiteY7-612" fmla="*/ 199777 h 1012734"/>
                    <a:gd name="connsiteX8-613" fmla="*/ 2580717 w 2915121"/>
                    <a:gd name="connsiteY8-614" fmla="*/ 40129 h 1012734"/>
                    <a:gd name="connsiteX0-615" fmla="*/ 2580717 w 2958632"/>
                    <a:gd name="connsiteY0-616" fmla="*/ 40128 h 1012715"/>
                    <a:gd name="connsiteX1-617" fmla="*/ 333462 w 2958632"/>
                    <a:gd name="connsiteY1-618" fmla="*/ 78391 h 1012715"/>
                    <a:gd name="connsiteX2-619" fmla="*/ 255971 w 2958632"/>
                    <a:gd name="connsiteY2-620" fmla="*/ 853306 h 1012715"/>
                    <a:gd name="connsiteX3-621" fmla="*/ 2676386 w 2958632"/>
                    <a:gd name="connsiteY3-622" fmla="*/ 1012715 h 1012715"/>
                    <a:gd name="connsiteX4-623" fmla="*/ 2649970 w 2958632"/>
                    <a:gd name="connsiteY4-624" fmla="*/ 854491 h 1012715"/>
                    <a:gd name="connsiteX5-625" fmla="*/ 350986 w 2958632"/>
                    <a:gd name="connsiteY5-626" fmla="*/ 729320 h 1012715"/>
                    <a:gd name="connsiteX6-627" fmla="*/ 515254 w 2958632"/>
                    <a:gd name="connsiteY6-628" fmla="*/ 174694 h 1012715"/>
                    <a:gd name="connsiteX7-629" fmla="*/ 2564975 w 2958632"/>
                    <a:gd name="connsiteY7-630" fmla="*/ 199776 h 1012715"/>
                    <a:gd name="connsiteX8-631" fmla="*/ 2580717 w 2958632"/>
                    <a:gd name="connsiteY8-632" fmla="*/ 40128 h 1012715"/>
                    <a:gd name="connsiteX0-633" fmla="*/ 2578194 w 2934745"/>
                    <a:gd name="connsiteY0-634" fmla="*/ 40128 h 994924"/>
                    <a:gd name="connsiteX1-635" fmla="*/ 330939 w 2934745"/>
                    <a:gd name="connsiteY1-636" fmla="*/ 78391 h 994924"/>
                    <a:gd name="connsiteX2-637" fmla="*/ 253448 w 2934745"/>
                    <a:gd name="connsiteY2-638" fmla="*/ 853306 h 994924"/>
                    <a:gd name="connsiteX3-639" fmla="*/ 2636753 w 2934745"/>
                    <a:gd name="connsiteY3-640" fmla="*/ 994796 h 994924"/>
                    <a:gd name="connsiteX4-641" fmla="*/ 2647447 w 2934745"/>
                    <a:gd name="connsiteY4-642" fmla="*/ 854491 h 994924"/>
                    <a:gd name="connsiteX5-643" fmla="*/ 348463 w 2934745"/>
                    <a:gd name="connsiteY5-644" fmla="*/ 729320 h 994924"/>
                    <a:gd name="connsiteX6-645" fmla="*/ 512731 w 2934745"/>
                    <a:gd name="connsiteY6-646" fmla="*/ 174694 h 994924"/>
                    <a:gd name="connsiteX7-647" fmla="*/ 2562452 w 2934745"/>
                    <a:gd name="connsiteY7-648" fmla="*/ 199776 h 994924"/>
                    <a:gd name="connsiteX8-649" fmla="*/ 2578194 w 2934745"/>
                    <a:gd name="connsiteY8-650" fmla="*/ 40128 h 994924"/>
                    <a:gd name="connsiteX0-651" fmla="*/ 2578194 w 2917686"/>
                    <a:gd name="connsiteY0-652" fmla="*/ 40128 h 996242"/>
                    <a:gd name="connsiteX1-653" fmla="*/ 330939 w 2917686"/>
                    <a:gd name="connsiteY1-654" fmla="*/ 78391 h 996242"/>
                    <a:gd name="connsiteX2-655" fmla="*/ 253448 w 2917686"/>
                    <a:gd name="connsiteY2-656" fmla="*/ 853306 h 996242"/>
                    <a:gd name="connsiteX3-657" fmla="*/ 2636753 w 2917686"/>
                    <a:gd name="connsiteY3-658" fmla="*/ 994796 h 996242"/>
                    <a:gd name="connsiteX4-659" fmla="*/ 2616523 w 2917686"/>
                    <a:gd name="connsiteY4-660" fmla="*/ 830598 h 996242"/>
                    <a:gd name="connsiteX5-661" fmla="*/ 348463 w 2917686"/>
                    <a:gd name="connsiteY5-662" fmla="*/ 729320 h 996242"/>
                    <a:gd name="connsiteX6-663" fmla="*/ 512731 w 2917686"/>
                    <a:gd name="connsiteY6-664" fmla="*/ 174694 h 996242"/>
                    <a:gd name="connsiteX7-665" fmla="*/ 2562452 w 2917686"/>
                    <a:gd name="connsiteY7-666" fmla="*/ 199776 h 996242"/>
                    <a:gd name="connsiteX8-667" fmla="*/ 2578194 w 2917686"/>
                    <a:gd name="connsiteY8-668" fmla="*/ 40128 h 996242"/>
                    <a:gd name="connsiteX0-669" fmla="*/ 2577774 w 2913658"/>
                    <a:gd name="connsiteY0-670" fmla="*/ 40128 h 975285"/>
                    <a:gd name="connsiteX1-671" fmla="*/ 330519 w 2913658"/>
                    <a:gd name="connsiteY1-672" fmla="*/ 78391 h 975285"/>
                    <a:gd name="connsiteX2-673" fmla="*/ 253028 w 2913658"/>
                    <a:gd name="connsiteY2-674" fmla="*/ 853306 h 975285"/>
                    <a:gd name="connsiteX3-675" fmla="*/ 2630148 w 2913658"/>
                    <a:gd name="connsiteY3-676" fmla="*/ 970903 h 975285"/>
                    <a:gd name="connsiteX4-677" fmla="*/ 2616103 w 2913658"/>
                    <a:gd name="connsiteY4-678" fmla="*/ 830598 h 975285"/>
                    <a:gd name="connsiteX5-679" fmla="*/ 348043 w 2913658"/>
                    <a:gd name="connsiteY5-680" fmla="*/ 729320 h 975285"/>
                    <a:gd name="connsiteX6-681" fmla="*/ 512311 w 2913658"/>
                    <a:gd name="connsiteY6-682" fmla="*/ 174694 h 975285"/>
                    <a:gd name="connsiteX7-683" fmla="*/ 2562032 w 2913658"/>
                    <a:gd name="connsiteY7-684" fmla="*/ 199776 h 975285"/>
                    <a:gd name="connsiteX8-685" fmla="*/ 2577774 w 2913658"/>
                    <a:gd name="connsiteY8-686" fmla="*/ 40128 h 975285"/>
                    <a:gd name="connsiteX0-687" fmla="*/ 2563016 w 2897373"/>
                    <a:gd name="connsiteY0-688" fmla="*/ 43385 h 999125"/>
                    <a:gd name="connsiteX1-689" fmla="*/ 315761 w 2897373"/>
                    <a:gd name="connsiteY1-690" fmla="*/ 81648 h 999125"/>
                    <a:gd name="connsiteX2-691" fmla="*/ 262104 w 2897373"/>
                    <a:gd name="connsiteY2-692" fmla="*/ 903772 h 999125"/>
                    <a:gd name="connsiteX3-693" fmla="*/ 2615390 w 2897373"/>
                    <a:gd name="connsiteY3-694" fmla="*/ 974160 h 999125"/>
                    <a:gd name="connsiteX4-695" fmla="*/ 2601345 w 2897373"/>
                    <a:gd name="connsiteY4-696" fmla="*/ 833855 h 999125"/>
                    <a:gd name="connsiteX5-697" fmla="*/ 333285 w 2897373"/>
                    <a:gd name="connsiteY5-698" fmla="*/ 732577 h 999125"/>
                    <a:gd name="connsiteX6-699" fmla="*/ 497553 w 2897373"/>
                    <a:gd name="connsiteY6-700" fmla="*/ 177951 h 999125"/>
                    <a:gd name="connsiteX7-701" fmla="*/ 2547274 w 2897373"/>
                    <a:gd name="connsiteY7-702" fmla="*/ 203033 h 999125"/>
                    <a:gd name="connsiteX8-703" fmla="*/ 2563016 w 2897373"/>
                    <a:gd name="connsiteY8-704" fmla="*/ 43385 h 999125"/>
                    <a:gd name="connsiteX0-705" fmla="*/ 2563016 w 2897736"/>
                    <a:gd name="connsiteY0-706" fmla="*/ 43386 h 999126"/>
                    <a:gd name="connsiteX1-707" fmla="*/ 315761 w 2897736"/>
                    <a:gd name="connsiteY1-708" fmla="*/ 81649 h 999126"/>
                    <a:gd name="connsiteX2-709" fmla="*/ 262104 w 2897736"/>
                    <a:gd name="connsiteY2-710" fmla="*/ 903773 h 999126"/>
                    <a:gd name="connsiteX3-711" fmla="*/ 2615390 w 2897736"/>
                    <a:gd name="connsiteY3-712" fmla="*/ 974161 h 999126"/>
                    <a:gd name="connsiteX4-713" fmla="*/ 2601345 w 2897736"/>
                    <a:gd name="connsiteY4-714" fmla="*/ 833856 h 999126"/>
                    <a:gd name="connsiteX5-715" fmla="*/ 327326 w 2897736"/>
                    <a:gd name="connsiteY5-716" fmla="*/ 759556 h 999126"/>
                    <a:gd name="connsiteX6-717" fmla="*/ 497553 w 2897736"/>
                    <a:gd name="connsiteY6-718" fmla="*/ 177952 h 999126"/>
                    <a:gd name="connsiteX7-719" fmla="*/ 2547274 w 2897736"/>
                    <a:gd name="connsiteY7-720" fmla="*/ 203034 h 999126"/>
                    <a:gd name="connsiteX8-721" fmla="*/ 2563016 w 2897736"/>
                    <a:gd name="connsiteY8-722" fmla="*/ 43386 h 999126"/>
                    <a:gd name="connsiteX0-723" fmla="*/ 2563016 w 2897736"/>
                    <a:gd name="connsiteY0-724" fmla="*/ 43386 h 999126"/>
                    <a:gd name="connsiteX1-725" fmla="*/ 315761 w 2897736"/>
                    <a:gd name="connsiteY1-726" fmla="*/ 81649 h 999126"/>
                    <a:gd name="connsiteX2-727" fmla="*/ 262104 w 2897736"/>
                    <a:gd name="connsiteY2-728" fmla="*/ 903773 h 999126"/>
                    <a:gd name="connsiteX3-729" fmla="*/ 2615390 w 2897736"/>
                    <a:gd name="connsiteY3-730" fmla="*/ 974161 h 999126"/>
                    <a:gd name="connsiteX4-731" fmla="*/ 2601345 w 2897736"/>
                    <a:gd name="connsiteY4-732" fmla="*/ 833856 h 999126"/>
                    <a:gd name="connsiteX5-733" fmla="*/ 327326 w 2897736"/>
                    <a:gd name="connsiteY5-734" fmla="*/ 786531 h 999126"/>
                    <a:gd name="connsiteX6-735" fmla="*/ 497553 w 2897736"/>
                    <a:gd name="connsiteY6-736" fmla="*/ 177952 h 999126"/>
                    <a:gd name="connsiteX7-737" fmla="*/ 2547274 w 2897736"/>
                    <a:gd name="connsiteY7-738" fmla="*/ 203034 h 999126"/>
                    <a:gd name="connsiteX8-739" fmla="*/ 2563016 w 2897736"/>
                    <a:gd name="connsiteY8-740" fmla="*/ 43386 h 99912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45" y="connsiteY8-146"/>
                    </a:cxn>
                  </a:cxnLst>
                  <a:rect l="l" t="t" r="r" b="b"/>
                  <a:pathLst>
                    <a:path w="2897736" h="999126">
                      <a:moveTo>
                        <a:pt x="2563016" y="43386"/>
                      </a:moveTo>
                      <a:cubicBezTo>
                        <a:pt x="2191097" y="23155"/>
                        <a:pt x="699246" y="-61749"/>
                        <a:pt x="315761" y="81649"/>
                      </a:cubicBezTo>
                      <a:cubicBezTo>
                        <a:pt x="-67724" y="225047"/>
                        <a:pt x="-121168" y="755021"/>
                        <a:pt x="262104" y="903773"/>
                      </a:cubicBezTo>
                      <a:cubicBezTo>
                        <a:pt x="645376" y="1052525"/>
                        <a:pt x="2225517" y="985814"/>
                        <a:pt x="2615390" y="974161"/>
                      </a:cubicBezTo>
                      <a:cubicBezTo>
                        <a:pt x="3005263" y="962508"/>
                        <a:pt x="2982689" y="865128"/>
                        <a:pt x="2601345" y="833856"/>
                      </a:cubicBezTo>
                      <a:cubicBezTo>
                        <a:pt x="2220001" y="802584"/>
                        <a:pt x="677958" y="895848"/>
                        <a:pt x="327326" y="786531"/>
                      </a:cubicBezTo>
                      <a:cubicBezTo>
                        <a:pt x="-23306" y="677214"/>
                        <a:pt x="99763" y="260610"/>
                        <a:pt x="497553" y="177952"/>
                      </a:cubicBezTo>
                      <a:cubicBezTo>
                        <a:pt x="895343" y="95294"/>
                        <a:pt x="2203030" y="225462"/>
                        <a:pt x="2547274" y="203034"/>
                      </a:cubicBezTo>
                      <a:cubicBezTo>
                        <a:pt x="2891518" y="180606"/>
                        <a:pt x="2934935" y="63617"/>
                        <a:pt x="2563016" y="43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7" name="Freeform 43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5047645" y="2892970"/>
                <a:ext cx="187860" cy="346008"/>
              </a:xfrm>
              <a:custGeom>
                <a:avLst/>
                <a:gdLst>
                  <a:gd name="T0" fmla="*/ 0 w 152"/>
                  <a:gd name="T1" fmla="*/ 202 h 202"/>
                  <a:gd name="T2" fmla="*/ 76 w 152"/>
                  <a:gd name="T3" fmla="*/ 145 h 202"/>
                  <a:gd name="T4" fmla="*/ 152 w 152"/>
                  <a:gd name="T5" fmla="*/ 202 h 202"/>
                  <a:gd name="T6" fmla="*/ 152 w 152"/>
                  <a:gd name="T7" fmla="*/ 0 h 202"/>
                  <a:gd name="T8" fmla="*/ 0 w 152"/>
                  <a:gd name="T9" fmla="*/ 0 h 202"/>
                  <a:gd name="T10" fmla="*/ 0 w 152"/>
                  <a:gd name="T11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202">
                    <a:moveTo>
                      <a:pt x="0" y="202"/>
                    </a:moveTo>
                    <a:lnTo>
                      <a:pt x="76" y="145"/>
                    </a:lnTo>
                    <a:lnTo>
                      <a:pt x="152" y="202"/>
                    </a:lnTo>
                    <a:lnTo>
                      <a:pt x="152" y="0"/>
                    </a:lnTo>
                    <a:lnTo>
                      <a:pt x="0" y="0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5790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任意多边形 67"/>
              <p:cNvSpPr/>
              <p:nvPr>
                <p:custDataLst>
                  <p:tags r:id="rId13"/>
                </p:custDataLst>
              </p:nvPr>
            </p:nvSpPr>
            <p:spPr>
              <a:xfrm>
                <a:off x="4925575" y="2891780"/>
                <a:ext cx="432000" cy="2381"/>
              </a:xfrm>
              <a:custGeom>
                <a:avLst/>
                <a:gdLst>
                  <a:gd name="connsiteX0" fmla="*/ 0 w 333375"/>
                  <a:gd name="connsiteY0" fmla="*/ 0 h 2381"/>
                  <a:gd name="connsiteX1" fmla="*/ 333375 w 333375"/>
                  <a:gd name="connsiteY1" fmla="*/ 2381 h 2381"/>
                  <a:gd name="connsiteX2" fmla="*/ 333375 w 333375"/>
                  <a:gd name="connsiteY2" fmla="*/ 2381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375" h="2381">
                    <a:moveTo>
                      <a:pt x="0" y="0"/>
                    </a:moveTo>
                    <a:lnTo>
                      <a:pt x="333375" y="2381"/>
                    </a:lnTo>
                    <a:lnTo>
                      <a:pt x="333375" y="2381"/>
                    </a:lnTo>
                  </a:path>
                </a:pathLst>
              </a:custGeom>
              <a:noFill/>
              <a:ln w="1905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 flipH="1">
              <a:off x="1760586" y="3214675"/>
              <a:ext cx="3066066" cy="933994"/>
              <a:chOff x="4499219" y="2444491"/>
              <a:chExt cx="2615916" cy="796868"/>
            </a:xfrm>
          </p:grpSpPr>
          <p:grpSp>
            <p:nvGrpSpPr>
              <p:cNvPr id="71" name="组合 70"/>
              <p:cNvGrpSpPr/>
              <p:nvPr/>
            </p:nvGrpSpPr>
            <p:grpSpPr>
              <a:xfrm>
                <a:off x="4499219" y="2444491"/>
                <a:ext cx="2615916" cy="796868"/>
                <a:chOff x="4499219" y="2444491"/>
                <a:chExt cx="2615916" cy="796868"/>
              </a:xfrm>
            </p:grpSpPr>
            <p:sp>
              <p:nvSpPr>
                <p:cNvPr id="72" name="任意多边形 7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561170" y="2498481"/>
                  <a:ext cx="2361376" cy="724621"/>
                </a:xfrm>
                <a:custGeom>
                  <a:avLst/>
                  <a:gdLst>
                    <a:gd name="connsiteX0" fmla="*/ 2216078 w 2502274"/>
                    <a:gd name="connsiteY0" fmla="*/ 6601 h 632088"/>
                    <a:gd name="connsiteX1" fmla="*/ 2232214 w 2502274"/>
                    <a:gd name="connsiteY1" fmla="*/ 625166 h 632088"/>
                    <a:gd name="connsiteX2" fmla="*/ 2 w 2502274"/>
                    <a:gd name="connsiteY2" fmla="*/ 318573 h 632088"/>
                    <a:gd name="connsiteX3" fmla="*/ 2216078 w 2502274"/>
                    <a:gd name="connsiteY3" fmla="*/ 6601 h 632088"/>
                    <a:gd name="connsiteX0-1" fmla="*/ 2216078 w 2502274"/>
                    <a:gd name="connsiteY0-2" fmla="*/ 6601 h 632088"/>
                    <a:gd name="connsiteX1-3" fmla="*/ 2232214 w 2502274"/>
                    <a:gd name="connsiteY1-4" fmla="*/ 625166 h 632088"/>
                    <a:gd name="connsiteX2-5" fmla="*/ 2 w 2502274"/>
                    <a:gd name="connsiteY2-6" fmla="*/ 318573 h 632088"/>
                    <a:gd name="connsiteX3-7" fmla="*/ 2216078 w 2502274"/>
                    <a:gd name="connsiteY3-8" fmla="*/ 6601 h 632088"/>
                    <a:gd name="connsiteX0-9" fmla="*/ 2216078 w 2379586"/>
                    <a:gd name="connsiteY0-10" fmla="*/ 6601 h 632088"/>
                    <a:gd name="connsiteX1-11" fmla="*/ 2232214 w 2379586"/>
                    <a:gd name="connsiteY1-12" fmla="*/ 625166 h 632088"/>
                    <a:gd name="connsiteX2-13" fmla="*/ 2 w 2379586"/>
                    <a:gd name="connsiteY2-14" fmla="*/ 318573 h 632088"/>
                    <a:gd name="connsiteX3-15" fmla="*/ 2216078 w 2379586"/>
                    <a:gd name="connsiteY3-16" fmla="*/ 6601 h 632088"/>
                    <a:gd name="connsiteX0-17" fmla="*/ 2216078 w 2379586"/>
                    <a:gd name="connsiteY0-18" fmla="*/ 6601 h 632088"/>
                    <a:gd name="connsiteX1-19" fmla="*/ 2232214 w 2379586"/>
                    <a:gd name="connsiteY1-20" fmla="*/ 625166 h 632088"/>
                    <a:gd name="connsiteX2-21" fmla="*/ 2 w 2379586"/>
                    <a:gd name="connsiteY2-22" fmla="*/ 318573 h 632088"/>
                    <a:gd name="connsiteX3-23" fmla="*/ 2216078 w 2379586"/>
                    <a:gd name="connsiteY3-24" fmla="*/ 6601 h 632088"/>
                    <a:gd name="connsiteX0-25" fmla="*/ 2216078 w 2232214"/>
                    <a:gd name="connsiteY0-26" fmla="*/ 6601 h 632088"/>
                    <a:gd name="connsiteX1-27" fmla="*/ 2232214 w 2232214"/>
                    <a:gd name="connsiteY1-28" fmla="*/ 625166 h 632088"/>
                    <a:gd name="connsiteX2-29" fmla="*/ 2 w 2232214"/>
                    <a:gd name="connsiteY2-30" fmla="*/ 318573 h 632088"/>
                    <a:gd name="connsiteX3-31" fmla="*/ 2216078 w 2232214"/>
                    <a:gd name="connsiteY3-32" fmla="*/ 6601 h 632088"/>
                    <a:gd name="connsiteX0-33" fmla="*/ 2216078 w 2232214"/>
                    <a:gd name="connsiteY0-34" fmla="*/ 6601 h 625212"/>
                    <a:gd name="connsiteX1-35" fmla="*/ 2232214 w 2232214"/>
                    <a:gd name="connsiteY1-36" fmla="*/ 625166 h 625212"/>
                    <a:gd name="connsiteX2-37" fmla="*/ 2 w 2232214"/>
                    <a:gd name="connsiteY2-38" fmla="*/ 318573 h 625212"/>
                    <a:gd name="connsiteX3-39" fmla="*/ 2216078 w 2232214"/>
                    <a:gd name="connsiteY3-40" fmla="*/ 6601 h 625212"/>
                    <a:gd name="connsiteX0-41" fmla="*/ 2216148 w 2232284"/>
                    <a:gd name="connsiteY0-42" fmla="*/ 61838 h 724621"/>
                    <a:gd name="connsiteX1-43" fmla="*/ 2232284 w 2232284"/>
                    <a:gd name="connsiteY1-44" fmla="*/ 680403 h 724621"/>
                    <a:gd name="connsiteX2-45" fmla="*/ 72 w 2232284"/>
                    <a:gd name="connsiteY2-46" fmla="*/ 373810 h 724621"/>
                    <a:gd name="connsiteX3-47" fmla="*/ 2216148 w 2232284"/>
                    <a:gd name="connsiteY3-48" fmla="*/ 61838 h 7246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232284" h="724621">
                      <a:moveTo>
                        <a:pt x="2216148" y="61838"/>
                      </a:moveTo>
                      <a:cubicBezTo>
                        <a:pt x="2152498" y="328090"/>
                        <a:pt x="2090642" y="445528"/>
                        <a:pt x="2232284" y="680403"/>
                      </a:cubicBezTo>
                      <a:cubicBezTo>
                        <a:pt x="1857559" y="683988"/>
                        <a:pt x="-13375" y="891970"/>
                        <a:pt x="72" y="373810"/>
                      </a:cubicBezTo>
                      <a:cubicBezTo>
                        <a:pt x="13519" y="-144350"/>
                        <a:pt x="1844113" y="10739"/>
                        <a:pt x="2216148" y="61838"/>
                      </a:cubicBezTo>
                      <a:close/>
                    </a:path>
                  </a:pathLst>
                </a:custGeom>
                <a:solidFill>
                  <a:srgbClr val="005790"/>
                </a:solidFill>
                <a:ln w="25400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任意多边形 7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4499219" y="2444491"/>
                  <a:ext cx="2615916" cy="796868"/>
                </a:xfrm>
                <a:custGeom>
                  <a:avLst/>
                  <a:gdLst>
                    <a:gd name="connsiteX0" fmla="*/ 2690408 w 3048995"/>
                    <a:gd name="connsiteY0" fmla="*/ 73489 h 884825"/>
                    <a:gd name="connsiteX1" fmla="*/ 443153 w 3048995"/>
                    <a:gd name="connsiteY1" fmla="*/ 57991 h 884825"/>
                    <a:gd name="connsiteX2" fmla="*/ 365662 w 3048995"/>
                    <a:gd name="connsiteY2" fmla="*/ 832906 h 884825"/>
                    <a:gd name="connsiteX3" fmla="*/ 2721404 w 3048995"/>
                    <a:gd name="connsiteY3" fmla="*/ 801909 h 884825"/>
                    <a:gd name="connsiteX4" fmla="*/ 412157 w 3048995"/>
                    <a:gd name="connsiteY4" fmla="*/ 708920 h 884825"/>
                    <a:gd name="connsiteX5" fmla="*/ 226177 w 3048995"/>
                    <a:gd name="connsiteY5" fmla="*/ 445448 h 884825"/>
                    <a:gd name="connsiteX6" fmla="*/ 2798896 w 3048995"/>
                    <a:gd name="connsiteY6" fmla="*/ 212974 h 884825"/>
                    <a:gd name="connsiteX7" fmla="*/ 2690408 w 3048995"/>
                    <a:gd name="connsiteY7" fmla="*/ 73489 h 884825"/>
                    <a:gd name="connsiteX0-1" fmla="*/ 2576323 w 2908445"/>
                    <a:gd name="connsiteY0-2" fmla="*/ 73489 h 884825"/>
                    <a:gd name="connsiteX1-3" fmla="*/ 329068 w 2908445"/>
                    <a:gd name="connsiteY1-4" fmla="*/ 57991 h 884825"/>
                    <a:gd name="connsiteX2-5" fmla="*/ 251577 w 2908445"/>
                    <a:gd name="connsiteY2-6" fmla="*/ 832906 h 884825"/>
                    <a:gd name="connsiteX3-7" fmla="*/ 2607319 w 2908445"/>
                    <a:gd name="connsiteY3-8" fmla="*/ 801909 h 884825"/>
                    <a:gd name="connsiteX4-9" fmla="*/ 298072 w 2908445"/>
                    <a:gd name="connsiteY4-10" fmla="*/ 708920 h 884825"/>
                    <a:gd name="connsiteX5-11" fmla="*/ 540717 w 2908445"/>
                    <a:gd name="connsiteY5-12" fmla="*/ 169223 h 884825"/>
                    <a:gd name="connsiteX6-13" fmla="*/ 2684811 w 2908445"/>
                    <a:gd name="connsiteY6-14" fmla="*/ 212974 h 884825"/>
                    <a:gd name="connsiteX7-15" fmla="*/ 2576323 w 2908445"/>
                    <a:gd name="connsiteY7-16" fmla="*/ 73489 h 884825"/>
                    <a:gd name="connsiteX0-17" fmla="*/ 2590621 w 2922743"/>
                    <a:gd name="connsiteY0-18" fmla="*/ 73489 h 910196"/>
                    <a:gd name="connsiteX1-19" fmla="*/ 343366 w 2922743"/>
                    <a:gd name="connsiteY1-20" fmla="*/ 57991 h 910196"/>
                    <a:gd name="connsiteX2-21" fmla="*/ 265875 w 2922743"/>
                    <a:gd name="connsiteY2-22" fmla="*/ 832906 h 910196"/>
                    <a:gd name="connsiteX3-23" fmla="*/ 2831167 w 2922743"/>
                    <a:gd name="connsiteY3-24" fmla="*/ 868584 h 910196"/>
                    <a:gd name="connsiteX4-25" fmla="*/ 312370 w 2922743"/>
                    <a:gd name="connsiteY4-26" fmla="*/ 708920 h 910196"/>
                    <a:gd name="connsiteX5-27" fmla="*/ 555015 w 2922743"/>
                    <a:gd name="connsiteY5-28" fmla="*/ 169223 h 910196"/>
                    <a:gd name="connsiteX6-29" fmla="*/ 2699109 w 2922743"/>
                    <a:gd name="connsiteY6-30" fmla="*/ 212974 h 910196"/>
                    <a:gd name="connsiteX7-31" fmla="*/ 2590621 w 2922743"/>
                    <a:gd name="connsiteY7-32" fmla="*/ 73489 h 910196"/>
                    <a:gd name="connsiteX0-33" fmla="*/ 2589968 w 2922090"/>
                    <a:gd name="connsiteY0-34" fmla="*/ 73489 h 868492"/>
                    <a:gd name="connsiteX1-35" fmla="*/ 342713 w 2922090"/>
                    <a:gd name="connsiteY1-36" fmla="*/ 57991 h 868492"/>
                    <a:gd name="connsiteX2-37" fmla="*/ 265222 w 2922090"/>
                    <a:gd name="connsiteY2-38" fmla="*/ 832906 h 868492"/>
                    <a:gd name="connsiteX3-39" fmla="*/ 2820989 w 2922090"/>
                    <a:gd name="connsiteY3-40" fmla="*/ 735234 h 868492"/>
                    <a:gd name="connsiteX4-41" fmla="*/ 311717 w 2922090"/>
                    <a:gd name="connsiteY4-42" fmla="*/ 708920 h 868492"/>
                    <a:gd name="connsiteX5-43" fmla="*/ 554362 w 2922090"/>
                    <a:gd name="connsiteY5-44" fmla="*/ 169223 h 868492"/>
                    <a:gd name="connsiteX6-45" fmla="*/ 2698456 w 2922090"/>
                    <a:gd name="connsiteY6-46" fmla="*/ 212974 h 868492"/>
                    <a:gd name="connsiteX7-47" fmla="*/ 2589968 w 2922090"/>
                    <a:gd name="connsiteY7-48" fmla="*/ 73489 h 868492"/>
                    <a:gd name="connsiteX0-49" fmla="*/ 2591928 w 2924050"/>
                    <a:gd name="connsiteY0-50" fmla="*/ 73489 h 937136"/>
                    <a:gd name="connsiteX1-51" fmla="*/ 344673 w 2924050"/>
                    <a:gd name="connsiteY1-52" fmla="*/ 57991 h 937136"/>
                    <a:gd name="connsiteX2-53" fmla="*/ 267182 w 2924050"/>
                    <a:gd name="connsiteY2-54" fmla="*/ 832906 h 937136"/>
                    <a:gd name="connsiteX3-55" fmla="*/ 2851524 w 2924050"/>
                    <a:gd name="connsiteY3-56" fmla="*/ 916209 h 937136"/>
                    <a:gd name="connsiteX4-57" fmla="*/ 313677 w 2924050"/>
                    <a:gd name="connsiteY4-58" fmla="*/ 708920 h 937136"/>
                    <a:gd name="connsiteX5-59" fmla="*/ 556322 w 2924050"/>
                    <a:gd name="connsiteY5-60" fmla="*/ 169223 h 937136"/>
                    <a:gd name="connsiteX6-61" fmla="*/ 2700416 w 2924050"/>
                    <a:gd name="connsiteY6-62" fmla="*/ 212974 h 937136"/>
                    <a:gd name="connsiteX7-63" fmla="*/ 2591928 w 2924050"/>
                    <a:gd name="connsiteY7-64" fmla="*/ 73489 h 937136"/>
                    <a:gd name="connsiteX0-65" fmla="*/ 2591928 w 2924050"/>
                    <a:gd name="connsiteY0-66" fmla="*/ 73489 h 987710"/>
                    <a:gd name="connsiteX1-67" fmla="*/ 344673 w 2924050"/>
                    <a:gd name="connsiteY1-68" fmla="*/ 57991 h 987710"/>
                    <a:gd name="connsiteX2-69" fmla="*/ 267182 w 2924050"/>
                    <a:gd name="connsiteY2-70" fmla="*/ 832906 h 987710"/>
                    <a:gd name="connsiteX3-71" fmla="*/ 2851524 w 2924050"/>
                    <a:gd name="connsiteY3-72" fmla="*/ 916209 h 987710"/>
                    <a:gd name="connsiteX4-73" fmla="*/ 313677 w 2924050"/>
                    <a:gd name="connsiteY4-74" fmla="*/ 708920 h 987710"/>
                    <a:gd name="connsiteX5-75" fmla="*/ 556322 w 2924050"/>
                    <a:gd name="connsiteY5-76" fmla="*/ 169223 h 987710"/>
                    <a:gd name="connsiteX6-77" fmla="*/ 2700416 w 2924050"/>
                    <a:gd name="connsiteY6-78" fmla="*/ 212974 h 987710"/>
                    <a:gd name="connsiteX7-79" fmla="*/ 2591928 w 2924050"/>
                    <a:gd name="connsiteY7-80" fmla="*/ 73489 h 987710"/>
                    <a:gd name="connsiteX0-81" fmla="*/ 2591928 w 2924050"/>
                    <a:gd name="connsiteY0-82" fmla="*/ 73489 h 963088"/>
                    <a:gd name="connsiteX1-83" fmla="*/ 344673 w 2924050"/>
                    <a:gd name="connsiteY1-84" fmla="*/ 57991 h 963088"/>
                    <a:gd name="connsiteX2-85" fmla="*/ 267182 w 2924050"/>
                    <a:gd name="connsiteY2-86" fmla="*/ 832906 h 963088"/>
                    <a:gd name="connsiteX3-87" fmla="*/ 2851524 w 2924050"/>
                    <a:gd name="connsiteY3-88" fmla="*/ 916209 h 963088"/>
                    <a:gd name="connsiteX4-89" fmla="*/ 313677 w 2924050"/>
                    <a:gd name="connsiteY4-90" fmla="*/ 708920 h 963088"/>
                    <a:gd name="connsiteX5-91" fmla="*/ 556322 w 2924050"/>
                    <a:gd name="connsiteY5-92" fmla="*/ 169223 h 963088"/>
                    <a:gd name="connsiteX6-93" fmla="*/ 2700416 w 2924050"/>
                    <a:gd name="connsiteY6-94" fmla="*/ 212974 h 963088"/>
                    <a:gd name="connsiteX7-95" fmla="*/ 2591928 w 2924050"/>
                    <a:gd name="connsiteY7-96" fmla="*/ 73489 h 963088"/>
                    <a:gd name="connsiteX0-97" fmla="*/ 2591928 w 2924050"/>
                    <a:gd name="connsiteY0-98" fmla="*/ 73489 h 974553"/>
                    <a:gd name="connsiteX1-99" fmla="*/ 344673 w 2924050"/>
                    <a:gd name="connsiteY1-100" fmla="*/ 57991 h 974553"/>
                    <a:gd name="connsiteX2-101" fmla="*/ 267182 w 2924050"/>
                    <a:gd name="connsiteY2-102" fmla="*/ 832906 h 974553"/>
                    <a:gd name="connsiteX3-103" fmla="*/ 2851524 w 2924050"/>
                    <a:gd name="connsiteY3-104" fmla="*/ 916209 h 974553"/>
                    <a:gd name="connsiteX4-105" fmla="*/ 313677 w 2924050"/>
                    <a:gd name="connsiteY4-106" fmla="*/ 708920 h 974553"/>
                    <a:gd name="connsiteX5-107" fmla="*/ 556322 w 2924050"/>
                    <a:gd name="connsiteY5-108" fmla="*/ 169223 h 974553"/>
                    <a:gd name="connsiteX6-109" fmla="*/ 2700416 w 2924050"/>
                    <a:gd name="connsiteY6-110" fmla="*/ 212974 h 974553"/>
                    <a:gd name="connsiteX7-111" fmla="*/ 2591928 w 2924050"/>
                    <a:gd name="connsiteY7-112" fmla="*/ 73489 h 974553"/>
                    <a:gd name="connsiteX0-113" fmla="*/ 2542098 w 2881222"/>
                    <a:gd name="connsiteY0-114" fmla="*/ 73489 h 987835"/>
                    <a:gd name="connsiteX1-115" fmla="*/ 294843 w 2881222"/>
                    <a:gd name="connsiteY1-116" fmla="*/ 57991 h 987835"/>
                    <a:gd name="connsiteX2-117" fmla="*/ 217352 w 2881222"/>
                    <a:gd name="connsiteY2-118" fmla="*/ 832906 h 987835"/>
                    <a:gd name="connsiteX3-119" fmla="*/ 2059269 w 2881222"/>
                    <a:gd name="connsiteY3-120" fmla="*/ 984851 h 987835"/>
                    <a:gd name="connsiteX4-121" fmla="*/ 2801694 w 2881222"/>
                    <a:gd name="connsiteY4-122" fmla="*/ 916209 h 987835"/>
                    <a:gd name="connsiteX5-123" fmla="*/ 263847 w 2881222"/>
                    <a:gd name="connsiteY5-124" fmla="*/ 708920 h 987835"/>
                    <a:gd name="connsiteX6-125" fmla="*/ 506492 w 2881222"/>
                    <a:gd name="connsiteY6-126" fmla="*/ 169223 h 987835"/>
                    <a:gd name="connsiteX7-127" fmla="*/ 2650586 w 2881222"/>
                    <a:gd name="connsiteY7-128" fmla="*/ 212974 h 987835"/>
                    <a:gd name="connsiteX8" fmla="*/ 2542098 w 2881222"/>
                    <a:gd name="connsiteY8" fmla="*/ 73489 h 987835"/>
                    <a:gd name="connsiteX0-129" fmla="*/ 2542098 w 2874220"/>
                    <a:gd name="connsiteY0-130" fmla="*/ 73489 h 986560"/>
                    <a:gd name="connsiteX1-131" fmla="*/ 294843 w 2874220"/>
                    <a:gd name="connsiteY1-132" fmla="*/ 57991 h 986560"/>
                    <a:gd name="connsiteX2-133" fmla="*/ 217352 w 2874220"/>
                    <a:gd name="connsiteY2-134" fmla="*/ 832906 h 986560"/>
                    <a:gd name="connsiteX3-135" fmla="*/ 2059269 w 2874220"/>
                    <a:gd name="connsiteY3-136" fmla="*/ 984851 h 986560"/>
                    <a:gd name="connsiteX4-137" fmla="*/ 2745711 w 2874220"/>
                    <a:gd name="connsiteY4-138" fmla="*/ 878886 h 986560"/>
                    <a:gd name="connsiteX5-139" fmla="*/ 263847 w 2874220"/>
                    <a:gd name="connsiteY5-140" fmla="*/ 708920 h 986560"/>
                    <a:gd name="connsiteX6-141" fmla="*/ 506492 w 2874220"/>
                    <a:gd name="connsiteY6-142" fmla="*/ 169223 h 986560"/>
                    <a:gd name="connsiteX7-143" fmla="*/ 2650586 w 2874220"/>
                    <a:gd name="connsiteY7-144" fmla="*/ 212974 h 986560"/>
                    <a:gd name="connsiteX8-145" fmla="*/ 2542098 w 2874220"/>
                    <a:gd name="connsiteY8-146" fmla="*/ 73489 h 986560"/>
                    <a:gd name="connsiteX0-147" fmla="*/ 2542098 w 2874220"/>
                    <a:gd name="connsiteY0-148" fmla="*/ 73489 h 986368"/>
                    <a:gd name="connsiteX1-149" fmla="*/ 294843 w 2874220"/>
                    <a:gd name="connsiteY1-150" fmla="*/ 57991 h 986368"/>
                    <a:gd name="connsiteX2-151" fmla="*/ 217352 w 2874220"/>
                    <a:gd name="connsiteY2-152" fmla="*/ 832906 h 986368"/>
                    <a:gd name="connsiteX3-153" fmla="*/ 2059269 w 2874220"/>
                    <a:gd name="connsiteY3-154" fmla="*/ 984851 h 986368"/>
                    <a:gd name="connsiteX4-155" fmla="*/ 2745711 w 2874220"/>
                    <a:gd name="connsiteY4-156" fmla="*/ 878886 h 986368"/>
                    <a:gd name="connsiteX5-157" fmla="*/ 263847 w 2874220"/>
                    <a:gd name="connsiteY5-158" fmla="*/ 708920 h 986368"/>
                    <a:gd name="connsiteX6-159" fmla="*/ 506492 w 2874220"/>
                    <a:gd name="connsiteY6-160" fmla="*/ 169223 h 986368"/>
                    <a:gd name="connsiteX7-161" fmla="*/ 2650586 w 2874220"/>
                    <a:gd name="connsiteY7-162" fmla="*/ 212974 h 986368"/>
                    <a:gd name="connsiteX8-163" fmla="*/ 2542098 w 2874220"/>
                    <a:gd name="connsiteY8-164" fmla="*/ 73489 h 986368"/>
                    <a:gd name="connsiteX0-165" fmla="*/ 2580717 w 3043940"/>
                    <a:gd name="connsiteY0-166" fmla="*/ 73489 h 993908"/>
                    <a:gd name="connsiteX1-167" fmla="*/ 333462 w 3043940"/>
                    <a:gd name="connsiteY1-168" fmla="*/ 57991 h 993908"/>
                    <a:gd name="connsiteX2-169" fmla="*/ 255971 w 3043940"/>
                    <a:gd name="connsiteY2-170" fmla="*/ 832906 h 993908"/>
                    <a:gd name="connsiteX3-171" fmla="*/ 2676386 w 3043940"/>
                    <a:gd name="connsiteY3-172" fmla="*/ 992315 h 993908"/>
                    <a:gd name="connsiteX4-173" fmla="*/ 2784330 w 3043940"/>
                    <a:gd name="connsiteY4-174" fmla="*/ 878886 h 993908"/>
                    <a:gd name="connsiteX5-175" fmla="*/ 302466 w 3043940"/>
                    <a:gd name="connsiteY5-176" fmla="*/ 708920 h 993908"/>
                    <a:gd name="connsiteX6-177" fmla="*/ 545111 w 3043940"/>
                    <a:gd name="connsiteY6-178" fmla="*/ 169223 h 993908"/>
                    <a:gd name="connsiteX7-179" fmla="*/ 2689205 w 3043940"/>
                    <a:gd name="connsiteY7-180" fmla="*/ 212974 h 993908"/>
                    <a:gd name="connsiteX8-181" fmla="*/ 2580717 w 3043940"/>
                    <a:gd name="connsiteY8-182" fmla="*/ 73489 h 993908"/>
                    <a:gd name="connsiteX0-183" fmla="*/ 2580717 w 2956802"/>
                    <a:gd name="connsiteY0-184" fmla="*/ 73489 h 993233"/>
                    <a:gd name="connsiteX1-185" fmla="*/ 333462 w 2956802"/>
                    <a:gd name="connsiteY1-186" fmla="*/ 57991 h 993233"/>
                    <a:gd name="connsiteX2-187" fmla="*/ 255971 w 2956802"/>
                    <a:gd name="connsiteY2-188" fmla="*/ 832906 h 993233"/>
                    <a:gd name="connsiteX3-189" fmla="*/ 2676386 w 2956802"/>
                    <a:gd name="connsiteY3-190" fmla="*/ 992315 h 993233"/>
                    <a:gd name="connsiteX4-191" fmla="*/ 2784330 w 2956802"/>
                    <a:gd name="connsiteY4-192" fmla="*/ 878886 h 993233"/>
                    <a:gd name="connsiteX5-193" fmla="*/ 302466 w 2956802"/>
                    <a:gd name="connsiteY5-194" fmla="*/ 708920 h 993233"/>
                    <a:gd name="connsiteX6-195" fmla="*/ 545111 w 2956802"/>
                    <a:gd name="connsiteY6-196" fmla="*/ 169223 h 993233"/>
                    <a:gd name="connsiteX7-197" fmla="*/ 2689205 w 2956802"/>
                    <a:gd name="connsiteY7-198" fmla="*/ 212974 h 993233"/>
                    <a:gd name="connsiteX8-199" fmla="*/ 2580717 w 2956802"/>
                    <a:gd name="connsiteY8-200" fmla="*/ 73489 h 993233"/>
                    <a:gd name="connsiteX0-201" fmla="*/ 2580717 w 2956802"/>
                    <a:gd name="connsiteY0-202" fmla="*/ 73489 h 996891"/>
                    <a:gd name="connsiteX1-203" fmla="*/ 333462 w 2956802"/>
                    <a:gd name="connsiteY1-204" fmla="*/ 57991 h 996891"/>
                    <a:gd name="connsiteX2-205" fmla="*/ 255971 w 2956802"/>
                    <a:gd name="connsiteY2-206" fmla="*/ 832906 h 996891"/>
                    <a:gd name="connsiteX3-207" fmla="*/ 2676386 w 2956802"/>
                    <a:gd name="connsiteY3-208" fmla="*/ 992315 h 996891"/>
                    <a:gd name="connsiteX4-209" fmla="*/ 2784330 w 2956802"/>
                    <a:gd name="connsiteY4-210" fmla="*/ 878886 h 996891"/>
                    <a:gd name="connsiteX5-211" fmla="*/ 302466 w 2956802"/>
                    <a:gd name="connsiteY5-212" fmla="*/ 708920 h 996891"/>
                    <a:gd name="connsiteX6-213" fmla="*/ 545111 w 2956802"/>
                    <a:gd name="connsiteY6-214" fmla="*/ 169223 h 996891"/>
                    <a:gd name="connsiteX7-215" fmla="*/ 2689205 w 2956802"/>
                    <a:gd name="connsiteY7-216" fmla="*/ 212974 h 996891"/>
                    <a:gd name="connsiteX8-217" fmla="*/ 2580717 w 2956802"/>
                    <a:gd name="connsiteY8-218" fmla="*/ 73489 h 996891"/>
                    <a:gd name="connsiteX0-219" fmla="*/ 2580717 w 2956802"/>
                    <a:gd name="connsiteY0-220" fmla="*/ 73489 h 993233"/>
                    <a:gd name="connsiteX1-221" fmla="*/ 333462 w 2956802"/>
                    <a:gd name="connsiteY1-222" fmla="*/ 57991 h 993233"/>
                    <a:gd name="connsiteX2-223" fmla="*/ 255971 w 2956802"/>
                    <a:gd name="connsiteY2-224" fmla="*/ 832906 h 993233"/>
                    <a:gd name="connsiteX3-225" fmla="*/ 2676386 w 2956802"/>
                    <a:gd name="connsiteY3-226" fmla="*/ 992315 h 993233"/>
                    <a:gd name="connsiteX4-227" fmla="*/ 2784330 w 2956802"/>
                    <a:gd name="connsiteY4-228" fmla="*/ 878886 h 993233"/>
                    <a:gd name="connsiteX5-229" fmla="*/ 302466 w 2956802"/>
                    <a:gd name="connsiteY5-230" fmla="*/ 708920 h 993233"/>
                    <a:gd name="connsiteX6-231" fmla="*/ 545111 w 2956802"/>
                    <a:gd name="connsiteY6-232" fmla="*/ 169223 h 993233"/>
                    <a:gd name="connsiteX7-233" fmla="*/ 2689205 w 2956802"/>
                    <a:gd name="connsiteY7-234" fmla="*/ 212974 h 993233"/>
                    <a:gd name="connsiteX8-235" fmla="*/ 2580717 w 2956802"/>
                    <a:gd name="connsiteY8-236" fmla="*/ 73489 h 993233"/>
                    <a:gd name="connsiteX0-237" fmla="*/ 2580717 w 2969667"/>
                    <a:gd name="connsiteY0-238" fmla="*/ 73489 h 992766"/>
                    <a:gd name="connsiteX1-239" fmla="*/ 333462 w 2969667"/>
                    <a:gd name="connsiteY1-240" fmla="*/ 57991 h 992766"/>
                    <a:gd name="connsiteX2-241" fmla="*/ 255971 w 2969667"/>
                    <a:gd name="connsiteY2-242" fmla="*/ 832906 h 992766"/>
                    <a:gd name="connsiteX3-243" fmla="*/ 2676386 w 2969667"/>
                    <a:gd name="connsiteY3-244" fmla="*/ 992315 h 992766"/>
                    <a:gd name="connsiteX4-245" fmla="*/ 2664899 w 2969667"/>
                    <a:gd name="connsiteY4-246" fmla="*/ 875154 h 992766"/>
                    <a:gd name="connsiteX5-247" fmla="*/ 302466 w 2969667"/>
                    <a:gd name="connsiteY5-248" fmla="*/ 708920 h 992766"/>
                    <a:gd name="connsiteX6-249" fmla="*/ 545111 w 2969667"/>
                    <a:gd name="connsiteY6-250" fmla="*/ 169223 h 992766"/>
                    <a:gd name="connsiteX7-251" fmla="*/ 2689205 w 2969667"/>
                    <a:gd name="connsiteY7-252" fmla="*/ 212974 h 992766"/>
                    <a:gd name="connsiteX8-253" fmla="*/ 2580717 w 2969667"/>
                    <a:gd name="connsiteY8-254" fmla="*/ 73489 h 992766"/>
                    <a:gd name="connsiteX0-255" fmla="*/ 2580717 w 2912839"/>
                    <a:gd name="connsiteY0-256" fmla="*/ 73489 h 992617"/>
                    <a:gd name="connsiteX1-257" fmla="*/ 333462 w 2912839"/>
                    <a:gd name="connsiteY1-258" fmla="*/ 57991 h 992617"/>
                    <a:gd name="connsiteX2-259" fmla="*/ 255971 w 2912839"/>
                    <a:gd name="connsiteY2-260" fmla="*/ 832906 h 992617"/>
                    <a:gd name="connsiteX3-261" fmla="*/ 2676386 w 2912839"/>
                    <a:gd name="connsiteY3-262" fmla="*/ 992315 h 992617"/>
                    <a:gd name="connsiteX4-263" fmla="*/ 2664899 w 2912839"/>
                    <a:gd name="connsiteY4-264" fmla="*/ 875154 h 992617"/>
                    <a:gd name="connsiteX5-265" fmla="*/ 302466 w 2912839"/>
                    <a:gd name="connsiteY5-266" fmla="*/ 708920 h 992617"/>
                    <a:gd name="connsiteX6-267" fmla="*/ 545111 w 2912839"/>
                    <a:gd name="connsiteY6-268" fmla="*/ 169223 h 992617"/>
                    <a:gd name="connsiteX7-269" fmla="*/ 2689205 w 2912839"/>
                    <a:gd name="connsiteY7-270" fmla="*/ 212974 h 992617"/>
                    <a:gd name="connsiteX8-271" fmla="*/ 2580717 w 2912839"/>
                    <a:gd name="connsiteY8-272" fmla="*/ 73489 h 992617"/>
                    <a:gd name="connsiteX0-273" fmla="*/ 2580717 w 2912839"/>
                    <a:gd name="connsiteY0-274" fmla="*/ 73489 h 992627"/>
                    <a:gd name="connsiteX1-275" fmla="*/ 333462 w 2912839"/>
                    <a:gd name="connsiteY1-276" fmla="*/ 57991 h 992627"/>
                    <a:gd name="connsiteX2-277" fmla="*/ 255971 w 2912839"/>
                    <a:gd name="connsiteY2-278" fmla="*/ 832906 h 992627"/>
                    <a:gd name="connsiteX3-279" fmla="*/ 2676386 w 2912839"/>
                    <a:gd name="connsiteY3-280" fmla="*/ 992315 h 992627"/>
                    <a:gd name="connsiteX4-281" fmla="*/ 2664899 w 2912839"/>
                    <a:gd name="connsiteY4-282" fmla="*/ 875154 h 992627"/>
                    <a:gd name="connsiteX5-283" fmla="*/ 302466 w 2912839"/>
                    <a:gd name="connsiteY5-284" fmla="*/ 708920 h 992627"/>
                    <a:gd name="connsiteX6-285" fmla="*/ 545111 w 2912839"/>
                    <a:gd name="connsiteY6-286" fmla="*/ 169223 h 992627"/>
                    <a:gd name="connsiteX7-287" fmla="*/ 2689205 w 2912839"/>
                    <a:gd name="connsiteY7-288" fmla="*/ 212974 h 992627"/>
                    <a:gd name="connsiteX8-289" fmla="*/ 2580717 w 2912839"/>
                    <a:gd name="connsiteY8-290" fmla="*/ 73489 h 992627"/>
                    <a:gd name="connsiteX0-291" fmla="*/ 2580717 w 2912839"/>
                    <a:gd name="connsiteY0-292" fmla="*/ 73489 h 992472"/>
                    <a:gd name="connsiteX1-293" fmla="*/ 333462 w 2912839"/>
                    <a:gd name="connsiteY1-294" fmla="*/ 57991 h 992472"/>
                    <a:gd name="connsiteX2-295" fmla="*/ 255971 w 2912839"/>
                    <a:gd name="connsiteY2-296" fmla="*/ 832906 h 992472"/>
                    <a:gd name="connsiteX3-297" fmla="*/ 2676386 w 2912839"/>
                    <a:gd name="connsiteY3-298" fmla="*/ 992315 h 992472"/>
                    <a:gd name="connsiteX4-299" fmla="*/ 2649970 w 2912839"/>
                    <a:gd name="connsiteY4-300" fmla="*/ 863957 h 992472"/>
                    <a:gd name="connsiteX5-301" fmla="*/ 302466 w 2912839"/>
                    <a:gd name="connsiteY5-302" fmla="*/ 708920 h 992472"/>
                    <a:gd name="connsiteX6-303" fmla="*/ 545111 w 2912839"/>
                    <a:gd name="connsiteY6-304" fmla="*/ 169223 h 992472"/>
                    <a:gd name="connsiteX7-305" fmla="*/ 2689205 w 2912839"/>
                    <a:gd name="connsiteY7-306" fmla="*/ 212974 h 992472"/>
                    <a:gd name="connsiteX8-307" fmla="*/ 2580717 w 2912839"/>
                    <a:gd name="connsiteY8-308" fmla="*/ 73489 h 992472"/>
                    <a:gd name="connsiteX0-309" fmla="*/ 2580717 w 2912839"/>
                    <a:gd name="connsiteY0-310" fmla="*/ 73489 h 992472"/>
                    <a:gd name="connsiteX1-311" fmla="*/ 333462 w 2912839"/>
                    <a:gd name="connsiteY1-312" fmla="*/ 57991 h 992472"/>
                    <a:gd name="connsiteX2-313" fmla="*/ 255971 w 2912839"/>
                    <a:gd name="connsiteY2-314" fmla="*/ 832906 h 992472"/>
                    <a:gd name="connsiteX3-315" fmla="*/ 2676386 w 2912839"/>
                    <a:gd name="connsiteY3-316" fmla="*/ 992315 h 992472"/>
                    <a:gd name="connsiteX4-317" fmla="*/ 2649970 w 2912839"/>
                    <a:gd name="connsiteY4-318" fmla="*/ 863957 h 992472"/>
                    <a:gd name="connsiteX5-319" fmla="*/ 302466 w 2912839"/>
                    <a:gd name="connsiteY5-320" fmla="*/ 708920 h 992472"/>
                    <a:gd name="connsiteX6-321" fmla="*/ 545111 w 2912839"/>
                    <a:gd name="connsiteY6-322" fmla="*/ 169223 h 992472"/>
                    <a:gd name="connsiteX7-323" fmla="*/ 2689205 w 2912839"/>
                    <a:gd name="connsiteY7-324" fmla="*/ 212974 h 992472"/>
                    <a:gd name="connsiteX8-325" fmla="*/ 2580717 w 2912839"/>
                    <a:gd name="connsiteY8-326" fmla="*/ 73489 h 992472"/>
                    <a:gd name="connsiteX0-327" fmla="*/ 2580717 w 2912839"/>
                    <a:gd name="connsiteY0-328" fmla="*/ 73489 h 992327"/>
                    <a:gd name="connsiteX1-329" fmla="*/ 333462 w 2912839"/>
                    <a:gd name="connsiteY1-330" fmla="*/ 57991 h 992327"/>
                    <a:gd name="connsiteX2-331" fmla="*/ 255971 w 2912839"/>
                    <a:gd name="connsiteY2-332" fmla="*/ 832906 h 992327"/>
                    <a:gd name="connsiteX3-333" fmla="*/ 2676386 w 2912839"/>
                    <a:gd name="connsiteY3-334" fmla="*/ 992315 h 992327"/>
                    <a:gd name="connsiteX4-335" fmla="*/ 2649970 w 2912839"/>
                    <a:gd name="connsiteY4-336" fmla="*/ 863957 h 992327"/>
                    <a:gd name="connsiteX5-337" fmla="*/ 302466 w 2912839"/>
                    <a:gd name="connsiteY5-338" fmla="*/ 708920 h 992327"/>
                    <a:gd name="connsiteX6-339" fmla="*/ 545111 w 2912839"/>
                    <a:gd name="connsiteY6-340" fmla="*/ 169223 h 992327"/>
                    <a:gd name="connsiteX7-341" fmla="*/ 2689205 w 2912839"/>
                    <a:gd name="connsiteY7-342" fmla="*/ 212974 h 992327"/>
                    <a:gd name="connsiteX8-343" fmla="*/ 2580717 w 2912839"/>
                    <a:gd name="connsiteY8-344" fmla="*/ 73489 h 992327"/>
                    <a:gd name="connsiteX0-345" fmla="*/ 2580717 w 2874021"/>
                    <a:gd name="connsiteY0-346" fmla="*/ 74207 h 993045"/>
                    <a:gd name="connsiteX1-347" fmla="*/ 333462 w 2874021"/>
                    <a:gd name="connsiteY1-348" fmla="*/ 58709 h 993045"/>
                    <a:gd name="connsiteX2-349" fmla="*/ 255971 w 2874021"/>
                    <a:gd name="connsiteY2-350" fmla="*/ 833624 h 993045"/>
                    <a:gd name="connsiteX3-351" fmla="*/ 2676386 w 2874021"/>
                    <a:gd name="connsiteY3-352" fmla="*/ 993033 h 993045"/>
                    <a:gd name="connsiteX4-353" fmla="*/ 2649970 w 2874021"/>
                    <a:gd name="connsiteY4-354" fmla="*/ 864675 h 993045"/>
                    <a:gd name="connsiteX5-355" fmla="*/ 302466 w 2874021"/>
                    <a:gd name="connsiteY5-356" fmla="*/ 709638 h 993045"/>
                    <a:gd name="connsiteX6-357" fmla="*/ 545111 w 2874021"/>
                    <a:gd name="connsiteY6-358" fmla="*/ 169941 h 993045"/>
                    <a:gd name="connsiteX7-359" fmla="*/ 2625757 w 2874021"/>
                    <a:gd name="connsiteY7-360" fmla="*/ 232354 h 993045"/>
                    <a:gd name="connsiteX8-361" fmla="*/ 2580717 w 2874021"/>
                    <a:gd name="connsiteY8-362" fmla="*/ 74207 h 993045"/>
                    <a:gd name="connsiteX0-363" fmla="*/ 2580717 w 2856942"/>
                    <a:gd name="connsiteY0-364" fmla="*/ 73776 h 992614"/>
                    <a:gd name="connsiteX1-365" fmla="*/ 333462 w 2856942"/>
                    <a:gd name="connsiteY1-366" fmla="*/ 58278 h 992614"/>
                    <a:gd name="connsiteX2-367" fmla="*/ 255971 w 2856942"/>
                    <a:gd name="connsiteY2-368" fmla="*/ 833193 h 992614"/>
                    <a:gd name="connsiteX3-369" fmla="*/ 2676386 w 2856942"/>
                    <a:gd name="connsiteY3-370" fmla="*/ 992602 h 992614"/>
                    <a:gd name="connsiteX4-371" fmla="*/ 2649970 w 2856942"/>
                    <a:gd name="connsiteY4-372" fmla="*/ 864244 h 992614"/>
                    <a:gd name="connsiteX5-373" fmla="*/ 302466 w 2856942"/>
                    <a:gd name="connsiteY5-374" fmla="*/ 709207 h 992614"/>
                    <a:gd name="connsiteX6-375" fmla="*/ 545111 w 2856942"/>
                    <a:gd name="connsiteY6-376" fmla="*/ 169510 h 992614"/>
                    <a:gd name="connsiteX7-377" fmla="*/ 2595899 w 2856942"/>
                    <a:gd name="connsiteY7-378" fmla="*/ 220726 h 992614"/>
                    <a:gd name="connsiteX8-379" fmla="*/ 2580717 w 2856942"/>
                    <a:gd name="connsiteY8-380" fmla="*/ 73776 h 992614"/>
                    <a:gd name="connsiteX0-381" fmla="*/ 2580717 w 2856942"/>
                    <a:gd name="connsiteY0-382" fmla="*/ 73776 h 992614"/>
                    <a:gd name="connsiteX1-383" fmla="*/ 333462 w 2856942"/>
                    <a:gd name="connsiteY1-384" fmla="*/ 58278 h 992614"/>
                    <a:gd name="connsiteX2-385" fmla="*/ 255971 w 2856942"/>
                    <a:gd name="connsiteY2-386" fmla="*/ 833193 h 992614"/>
                    <a:gd name="connsiteX3-387" fmla="*/ 2676386 w 2856942"/>
                    <a:gd name="connsiteY3-388" fmla="*/ 992602 h 992614"/>
                    <a:gd name="connsiteX4-389" fmla="*/ 2649970 w 2856942"/>
                    <a:gd name="connsiteY4-390" fmla="*/ 864244 h 992614"/>
                    <a:gd name="connsiteX5-391" fmla="*/ 302466 w 2856942"/>
                    <a:gd name="connsiteY5-392" fmla="*/ 709207 h 992614"/>
                    <a:gd name="connsiteX6-393" fmla="*/ 545111 w 2856942"/>
                    <a:gd name="connsiteY6-394" fmla="*/ 169510 h 992614"/>
                    <a:gd name="connsiteX7-395" fmla="*/ 2595899 w 2856942"/>
                    <a:gd name="connsiteY7-396" fmla="*/ 220726 h 992614"/>
                    <a:gd name="connsiteX8-397" fmla="*/ 2580717 w 2856942"/>
                    <a:gd name="connsiteY8-398" fmla="*/ 73776 h 992614"/>
                    <a:gd name="connsiteX0-399" fmla="*/ 2580717 w 2833569"/>
                    <a:gd name="connsiteY0-400" fmla="*/ 73776 h 992614"/>
                    <a:gd name="connsiteX1-401" fmla="*/ 333462 w 2833569"/>
                    <a:gd name="connsiteY1-402" fmla="*/ 58278 h 992614"/>
                    <a:gd name="connsiteX2-403" fmla="*/ 255971 w 2833569"/>
                    <a:gd name="connsiteY2-404" fmla="*/ 833193 h 992614"/>
                    <a:gd name="connsiteX3-405" fmla="*/ 2676386 w 2833569"/>
                    <a:gd name="connsiteY3-406" fmla="*/ 992602 h 992614"/>
                    <a:gd name="connsiteX4-407" fmla="*/ 2649970 w 2833569"/>
                    <a:gd name="connsiteY4-408" fmla="*/ 864244 h 992614"/>
                    <a:gd name="connsiteX5-409" fmla="*/ 302466 w 2833569"/>
                    <a:gd name="connsiteY5-410" fmla="*/ 709207 h 992614"/>
                    <a:gd name="connsiteX6-411" fmla="*/ 545111 w 2833569"/>
                    <a:gd name="connsiteY6-412" fmla="*/ 169510 h 992614"/>
                    <a:gd name="connsiteX7-413" fmla="*/ 2595899 w 2833569"/>
                    <a:gd name="connsiteY7-414" fmla="*/ 220726 h 992614"/>
                    <a:gd name="connsiteX8-415" fmla="*/ 2580717 w 2833569"/>
                    <a:gd name="connsiteY8-416" fmla="*/ 73776 h 992614"/>
                    <a:gd name="connsiteX0-417" fmla="*/ 2580717 w 2833569"/>
                    <a:gd name="connsiteY0-418" fmla="*/ 73776 h 992614"/>
                    <a:gd name="connsiteX1-419" fmla="*/ 333462 w 2833569"/>
                    <a:gd name="connsiteY1-420" fmla="*/ 58278 h 992614"/>
                    <a:gd name="connsiteX2-421" fmla="*/ 255971 w 2833569"/>
                    <a:gd name="connsiteY2-422" fmla="*/ 833193 h 992614"/>
                    <a:gd name="connsiteX3-423" fmla="*/ 2676386 w 2833569"/>
                    <a:gd name="connsiteY3-424" fmla="*/ 992602 h 992614"/>
                    <a:gd name="connsiteX4-425" fmla="*/ 2649970 w 2833569"/>
                    <a:gd name="connsiteY4-426" fmla="*/ 864244 h 992614"/>
                    <a:gd name="connsiteX5-427" fmla="*/ 302466 w 2833569"/>
                    <a:gd name="connsiteY5-428" fmla="*/ 709207 h 992614"/>
                    <a:gd name="connsiteX6-429" fmla="*/ 545111 w 2833569"/>
                    <a:gd name="connsiteY6-430" fmla="*/ 169510 h 992614"/>
                    <a:gd name="connsiteX7-431" fmla="*/ 2595899 w 2833569"/>
                    <a:gd name="connsiteY7-432" fmla="*/ 220726 h 992614"/>
                    <a:gd name="connsiteX8-433" fmla="*/ 2580717 w 2833569"/>
                    <a:gd name="connsiteY8-434" fmla="*/ 73776 h 992614"/>
                    <a:gd name="connsiteX0-435" fmla="*/ 2580717 w 2833569"/>
                    <a:gd name="connsiteY0-436" fmla="*/ 73776 h 992614"/>
                    <a:gd name="connsiteX1-437" fmla="*/ 333462 w 2833569"/>
                    <a:gd name="connsiteY1-438" fmla="*/ 58278 h 992614"/>
                    <a:gd name="connsiteX2-439" fmla="*/ 255971 w 2833569"/>
                    <a:gd name="connsiteY2-440" fmla="*/ 833193 h 992614"/>
                    <a:gd name="connsiteX3-441" fmla="*/ 2676386 w 2833569"/>
                    <a:gd name="connsiteY3-442" fmla="*/ 992602 h 992614"/>
                    <a:gd name="connsiteX4-443" fmla="*/ 2649970 w 2833569"/>
                    <a:gd name="connsiteY4-444" fmla="*/ 864244 h 992614"/>
                    <a:gd name="connsiteX5-445" fmla="*/ 302466 w 2833569"/>
                    <a:gd name="connsiteY5-446" fmla="*/ 709207 h 992614"/>
                    <a:gd name="connsiteX6-447" fmla="*/ 545111 w 2833569"/>
                    <a:gd name="connsiteY6-448" fmla="*/ 169510 h 992614"/>
                    <a:gd name="connsiteX7-449" fmla="*/ 2595899 w 2833569"/>
                    <a:gd name="connsiteY7-450" fmla="*/ 220726 h 992614"/>
                    <a:gd name="connsiteX8-451" fmla="*/ 2580717 w 2833569"/>
                    <a:gd name="connsiteY8-452" fmla="*/ 73776 h 992614"/>
                    <a:gd name="connsiteX0-453" fmla="*/ 2580717 w 2833569"/>
                    <a:gd name="connsiteY0-454" fmla="*/ 73349 h 992187"/>
                    <a:gd name="connsiteX1-455" fmla="*/ 333462 w 2833569"/>
                    <a:gd name="connsiteY1-456" fmla="*/ 57851 h 992187"/>
                    <a:gd name="connsiteX2-457" fmla="*/ 255971 w 2833569"/>
                    <a:gd name="connsiteY2-458" fmla="*/ 832766 h 992187"/>
                    <a:gd name="connsiteX3-459" fmla="*/ 2676386 w 2833569"/>
                    <a:gd name="connsiteY3-460" fmla="*/ 992175 h 992187"/>
                    <a:gd name="connsiteX4-461" fmla="*/ 2649970 w 2833569"/>
                    <a:gd name="connsiteY4-462" fmla="*/ 863817 h 992187"/>
                    <a:gd name="connsiteX5-463" fmla="*/ 302466 w 2833569"/>
                    <a:gd name="connsiteY5-464" fmla="*/ 708780 h 992187"/>
                    <a:gd name="connsiteX6-465" fmla="*/ 545111 w 2833569"/>
                    <a:gd name="connsiteY6-466" fmla="*/ 169083 h 992187"/>
                    <a:gd name="connsiteX7-467" fmla="*/ 2595899 w 2833569"/>
                    <a:gd name="connsiteY7-468" fmla="*/ 209103 h 992187"/>
                    <a:gd name="connsiteX8-469" fmla="*/ 2580717 w 2833569"/>
                    <a:gd name="connsiteY8-470" fmla="*/ 73349 h 992187"/>
                    <a:gd name="connsiteX0-471" fmla="*/ 2580717 w 2861604"/>
                    <a:gd name="connsiteY0-472" fmla="*/ 73349 h 992187"/>
                    <a:gd name="connsiteX1-473" fmla="*/ 333462 w 2861604"/>
                    <a:gd name="connsiteY1-474" fmla="*/ 57851 h 992187"/>
                    <a:gd name="connsiteX2-475" fmla="*/ 255971 w 2861604"/>
                    <a:gd name="connsiteY2-476" fmla="*/ 832766 h 992187"/>
                    <a:gd name="connsiteX3-477" fmla="*/ 2676386 w 2861604"/>
                    <a:gd name="connsiteY3-478" fmla="*/ 992175 h 992187"/>
                    <a:gd name="connsiteX4-479" fmla="*/ 2649970 w 2861604"/>
                    <a:gd name="connsiteY4-480" fmla="*/ 863817 h 992187"/>
                    <a:gd name="connsiteX5-481" fmla="*/ 302466 w 2861604"/>
                    <a:gd name="connsiteY5-482" fmla="*/ 708780 h 992187"/>
                    <a:gd name="connsiteX6-483" fmla="*/ 470467 w 2861604"/>
                    <a:gd name="connsiteY6-484" fmla="*/ 157886 h 992187"/>
                    <a:gd name="connsiteX7-485" fmla="*/ 2595899 w 2861604"/>
                    <a:gd name="connsiteY7-486" fmla="*/ 209103 h 992187"/>
                    <a:gd name="connsiteX8-487" fmla="*/ 2580717 w 2861604"/>
                    <a:gd name="connsiteY8-488" fmla="*/ 73349 h 992187"/>
                    <a:gd name="connsiteX0-489" fmla="*/ 2580717 w 2856710"/>
                    <a:gd name="connsiteY0-490" fmla="*/ 73349 h 992187"/>
                    <a:gd name="connsiteX1-491" fmla="*/ 333462 w 2856710"/>
                    <a:gd name="connsiteY1-492" fmla="*/ 57851 h 992187"/>
                    <a:gd name="connsiteX2-493" fmla="*/ 255971 w 2856710"/>
                    <a:gd name="connsiteY2-494" fmla="*/ 832766 h 992187"/>
                    <a:gd name="connsiteX3-495" fmla="*/ 2676386 w 2856710"/>
                    <a:gd name="connsiteY3-496" fmla="*/ 992175 h 992187"/>
                    <a:gd name="connsiteX4-497" fmla="*/ 2649970 w 2856710"/>
                    <a:gd name="connsiteY4-498" fmla="*/ 863817 h 992187"/>
                    <a:gd name="connsiteX5-499" fmla="*/ 302466 w 2856710"/>
                    <a:gd name="connsiteY5-500" fmla="*/ 708780 h 992187"/>
                    <a:gd name="connsiteX6-501" fmla="*/ 548844 w 2856710"/>
                    <a:gd name="connsiteY6-502" fmla="*/ 154154 h 992187"/>
                    <a:gd name="connsiteX7-503" fmla="*/ 2595899 w 2856710"/>
                    <a:gd name="connsiteY7-504" fmla="*/ 209103 h 992187"/>
                    <a:gd name="connsiteX8-505" fmla="*/ 2580717 w 2856710"/>
                    <a:gd name="connsiteY8-506" fmla="*/ 73349 h 992187"/>
                    <a:gd name="connsiteX0-507" fmla="*/ 2580717 w 2915121"/>
                    <a:gd name="connsiteY0-508" fmla="*/ 73349 h 992193"/>
                    <a:gd name="connsiteX1-509" fmla="*/ 333462 w 2915121"/>
                    <a:gd name="connsiteY1-510" fmla="*/ 57851 h 992193"/>
                    <a:gd name="connsiteX2-511" fmla="*/ 255971 w 2915121"/>
                    <a:gd name="connsiteY2-512" fmla="*/ 832766 h 992193"/>
                    <a:gd name="connsiteX3-513" fmla="*/ 2676386 w 2915121"/>
                    <a:gd name="connsiteY3-514" fmla="*/ 992175 h 992193"/>
                    <a:gd name="connsiteX4-515" fmla="*/ 2649970 w 2915121"/>
                    <a:gd name="connsiteY4-516" fmla="*/ 863817 h 992193"/>
                    <a:gd name="connsiteX5-517" fmla="*/ 350986 w 2915121"/>
                    <a:gd name="connsiteY5-518" fmla="*/ 708780 h 992193"/>
                    <a:gd name="connsiteX6-519" fmla="*/ 548844 w 2915121"/>
                    <a:gd name="connsiteY6-520" fmla="*/ 154154 h 992193"/>
                    <a:gd name="connsiteX7-521" fmla="*/ 2595899 w 2915121"/>
                    <a:gd name="connsiteY7-522" fmla="*/ 209103 h 992193"/>
                    <a:gd name="connsiteX8-523" fmla="*/ 2580717 w 2915121"/>
                    <a:gd name="connsiteY8-524" fmla="*/ 73349 h 992193"/>
                    <a:gd name="connsiteX0-525" fmla="*/ 2580717 w 2915121"/>
                    <a:gd name="connsiteY0-526" fmla="*/ 73349 h 992193"/>
                    <a:gd name="connsiteX1-527" fmla="*/ 333462 w 2915121"/>
                    <a:gd name="connsiteY1-528" fmla="*/ 57851 h 992193"/>
                    <a:gd name="connsiteX2-529" fmla="*/ 255971 w 2915121"/>
                    <a:gd name="connsiteY2-530" fmla="*/ 832766 h 992193"/>
                    <a:gd name="connsiteX3-531" fmla="*/ 2676386 w 2915121"/>
                    <a:gd name="connsiteY3-532" fmla="*/ 992175 h 992193"/>
                    <a:gd name="connsiteX4-533" fmla="*/ 2649970 w 2915121"/>
                    <a:gd name="connsiteY4-534" fmla="*/ 863817 h 992193"/>
                    <a:gd name="connsiteX5-535" fmla="*/ 350986 w 2915121"/>
                    <a:gd name="connsiteY5-536" fmla="*/ 708780 h 992193"/>
                    <a:gd name="connsiteX6-537" fmla="*/ 515254 w 2915121"/>
                    <a:gd name="connsiteY6-538" fmla="*/ 154154 h 992193"/>
                    <a:gd name="connsiteX7-539" fmla="*/ 2595899 w 2915121"/>
                    <a:gd name="connsiteY7-540" fmla="*/ 209103 h 992193"/>
                    <a:gd name="connsiteX8-541" fmla="*/ 2580717 w 2915121"/>
                    <a:gd name="connsiteY8-542" fmla="*/ 73349 h 992193"/>
                    <a:gd name="connsiteX0-543" fmla="*/ 2574189 w 2914778"/>
                    <a:gd name="connsiteY0-544" fmla="*/ 51363 h 1006047"/>
                    <a:gd name="connsiteX1-545" fmla="*/ 333119 w 2914778"/>
                    <a:gd name="connsiteY1-546" fmla="*/ 71705 h 1006047"/>
                    <a:gd name="connsiteX2-547" fmla="*/ 255628 w 2914778"/>
                    <a:gd name="connsiteY2-548" fmla="*/ 846620 h 1006047"/>
                    <a:gd name="connsiteX3-549" fmla="*/ 2676043 w 2914778"/>
                    <a:gd name="connsiteY3-550" fmla="*/ 1006029 h 1006047"/>
                    <a:gd name="connsiteX4-551" fmla="*/ 2649627 w 2914778"/>
                    <a:gd name="connsiteY4-552" fmla="*/ 877671 h 1006047"/>
                    <a:gd name="connsiteX5-553" fmla="*/ 350643 w 2914778"/>
                    <a:gd name="connsiteY5-554" fmla="*/ 722634 h 1006047"/>
                    <a:gd name="connsiteX6-555" fmla="*/ 514911 w 2914778"/>
                    <a:gd name="connsiteY6-556" fmla="*/ 168008 h 1006047"/>
                    <a:gd name="connsiteX7-557" fmla="*/ 2595556 w 2914778"/>
                    <a:gd name="connsiteY7-558" fmla="*/ 222957 h 1006047"/>
                    <a:gd name="connsiteX8-559" fmla="*/ 2574189 w 2914778"/>
                    <a:gd name="connsiteY8-560" fmla="*/ 51363 h 1006047"/>
                    <a:gd name="connsiteX0-561" fmla="*/ 2574189 w 2914778"/>
                    <a:gd name="connsiteY0-562" fmla="*/ 50194 h 1004878"/>
                    <a:gd name="connsiteX1-563" fmla="*/ 333119 w 2914778"/>
                    <a:gd name="connsiteY1-564" fmla="*/ 70536 h 1004878"/>
                    <a:gd name="connsiteX2-565" fmla="*/ 255628 w 2914778"/>
                    <a:gd name="connsiteY2-566" fmla="*/ 845451 h 1004878"/>
                    <a:gd name="connsiteX3-567" fmla="*/ 2676043 w 2914778"/>
                    <a:gd name="connsiteY3-568" fmla="*/ 1004860 h 1004878"/>
                    <a:gd name="connsiteX4-569" fmla="*/ 2649627 w 2914778"/>
                    <a:gd name="connsiteY4-570" fmla="*/ 876502 h 1004878"/>
                    <a:gd name="connsiteX5-571" fmla="*/ 350643 w 2914778"/>
                    <a:gd name="connsiteY5-572" fmla="*/ 721465 h 1004878"/>
                    <a:gd name="connsiteX6-573" fmla="*/ 514911 w 2914778"/>
                    <a:gd name="connsiteY6-574" fmla="*/ 166839 h 1004878"/>
                    <a:gd name="connsiteX7-575" fmla="*/ 2595557 w 2914778"/>
                    <a:gd name="connsiteY7-576" fmla="*/ 197895 h 1004878"/>
                    <a:gd name="connsiteX8-577" fmla="*/ 2574189 w 2914778"/>
                    <a:gd name="connsiteY8-578" fmla="*/ 50194 h 1004878"/>
                    <a:gd name="connsiteX0-579" fmla="*/ 2580717 w 2915121"/>
                    <a:gd name="connsiteY0-580" fmla="*/ 40455 h 1013060"/>
                    <a:gd name="connsiteX1-581" fmla="*/ 333462 w 2915121"/>
                    <a:gd name="connsiteY1-582" fmla="*/ 78718 h 1013060"/>
                    <a:gd name="connsiteX2-583" fmla="*/ 255971 w 2915121"/>
                    <a:gd name="connsiteY2-584" fmla="*/ 853633 h 1013060"/>
                    <a:gd name="connsiteX3-585" fmla="*/ 2676386 w 2915121"/>
                    <a:gd name="connsiteY3-586" fmla="*/ 1013042 h 1013060"/>
                    <a:gd name="connsiteX4-587" fmla="*/ 2649970 w 2915121"/>
                    <a:gd name="connsiteY4-588" fmla="*/ 884684 h 1013060"/>
                    <a:gd name="connsiteX5-589" fmla="*/ 350986 w 2915121"/>
                    <a:gd name="connsiteY5-590" fmla="*/ 729647 h 1013060"/>
                    <a:gd name="connsiteX6-591" fmla="*/ 515254 w 2915121"/>
                    <a:gd name="connsiteY6-592" fmla="*/ 175021 h 1013060"/>
                    <a:gd name="connsiteX7-593" fmla="*/ 2595900 w 2915121"/>
                    <a:gd name="connsiteY7-594" fmla="*/ 206077 h 1013060"/>
                    <a:gd name="connsiteX8-595" fmla="*/ 2580717 w 2915121"/>
                    <a:gd name="connsiteY8-596" fmla="*/ 40455 h 1013060"/>
                    <a:gd name="connsiteX0-597" fmla="*/ 2580717 w 2915121"/>
                    <a:gd name="connsiteY0-598" fmla="*/ 40129 h 1012734"/>
                    <a:gd name="connsiteX1-599" fmla="*/ 333462 w 2915121"/>
                    <a:gd name="connsiteY1-600" fmla="*/ 78392 h 1012734"/>
                    <a:gd name="connsiteX2-601" fmla="*/ 255971 w 2915121"/>
                    <a:gd name="connsiteY2-602" fmla="*/ 853307 h 1012734"/>
                    <a:gd name="connsiteX3-603" fmla="*/ 2676386 w 2915121"/>
                    <a:gd name="connsiteY3-604" fmla="*/ 1012716 h 1012734"/>
                    <a:gd name="connsiteX4-605" fmla="*/ 2649970 w 2915121"/>
                    <a:gd name="connsiteY4-606" fmla="*/ 884358 h 1012734"/>
                    <a:gd name="connsiteX5-607" fmla="*/ 350986 w 2915121"/>
                    <a:gd name="connsiteY5-608" fmla="*/ 729321 h 1012734"/>
                    <a:gd name="connsiteX6-609" fmla="*/ 515254 w 2915121"/>
                    <a:gd name="connsiteY6-610" fmla="*/ 174695 h 1012734"/>
                    <a:gd name="connsiteX7-611" fmla="*/ 2564975 w 2915121"/>
                    <a:gd name="connsiteY7-612" fmla="*/ 199777 h 1012734"/>
                    <a:gd name="connsiteX8-613" fmla="*/ 2580717 w 2915121"/>
                    <a:gd name="connsiteY8-614" fmla="*/ 40129 h 1012734"/>
                    <a:gd name="connsiteX0-615" fmla="*/ 2580717 w 2958632"/>
                    <a:gd name="connsiteY0-616" fmla="*/ 40128 h 1012715"/>
                    <a:gd name="connsiteX1-617" fmla="*/ 333462 w 2958632"/>
                    <a:gd name="connsiteY1-618" fmla="*/ 78391 h 1012715"/>
                    <a:gd name="connsiteX2-619" fmla="*/ 255971 w 2958632"/>
                    <a:gd name="connsiteY2-620" fmla="*/ 853306 h 1012715"/>
                    <a:gd name="connsiteX3-621" fmla="*/ 2676386 w 2958632"/>
                    <a:gd name="connsiteY3-622" fmla="*/ 1012715 h 1012715"/>
                    <a:gd name="connsiteX4-623" fmla="*/ 2649970 w 2958632"/>
                    <a:gd name="connsiteY4-624" fmla="*/ 854491 h 1012715"/>
                    <a:gd name="connsiteX5-625" fmla="*/ 350986 w 2958632"/>
                    <a:gd name="connsiteY5-626" fmla="*/ 729320 h 1012715"/>
                    <a:gd name="connsiteX6-627" fmla="*/ 515254 w 2958632"/>
                    <a:gd name="connsiteY6-628" fmla="*/ 174694 h 1012715"/>
                    <a:gd name="connsiteX7-629" fmla="*/ 2564975 w 2958632"/>
                    <a:gd name="connsiteY7-630" fmla="*/ 199776 h 1012715"/>
                    <a:gd name="connsiteX8-631" fmla="*/ 2580717 w 2958632"/>
                    <a:gd name="connsiteY8-632" fmla="*/ 40128 h 1012715"/>
                    <a:gd name="connsiteX0-633" fmla="*/ 2578194 w 2934745"/>
                    <a:gd name="connsiteY0-634" fmla="*/ 40128 h 994924"/>
                    <a:gd name="connsiteX1-635" fmla="*/ 330939 w 2934745"/>
                    <a:gd name="connsiteY1-636" fmla="*/ 78391 h 994924"/>
                    <a:gd name="connsiteX2-637" fmla="*/ 253448 w 2934745"/>
                    <a:gd name="connsiteY2-638" fmla="*/ 853306 h 994924"/>
                    <a:gd name="connsiteX3-639" fmla="*/ 2636753 w 2934745"/>
                    <a:gd name="connsiteY3-640" fmla="*/ 994796 h 994924"/>
                    <a:gd name="connsiteX4-641" fmla="*/ 2647447 w 2934745"/>
                    <a:gd name="connsiteY4-642" fmla="*/ 854491 h 994924"/>
                    <a:gd name="connsiteX5-643" fmla="*/ 348463 w 2934745"/>
                    <a:gd name="connsiteY5-644" fmla="*/ 729320 h 994924"/>
                    <a:gd name="connsiteX6-645" fmla="*/ 512731 w 2934745"/>
                    <a:gd name="connsiteY6-646" fmla="*/ 174694 h 994924"/>
                    <a:gd name="connsiteX7-647" fmla="*/ 2562452 w 2934745"/>
                    <a:gd name="connsiteY7-648" fmla="*/ 199776 h 994924"/>
                    <a:gd name="connsiteX8-649" fmla="*/ 2578194 w 2934745"/>
                    <a:gd name="connsiteY8-650" fmla="*/ 40128 h 994924"/>
                    <a:gd name="connsiteX0-651" fmla="*/ 2578194 w 2917686"/>
                    <a:gd name="connsiteY0-652" fmla="*/ 40128 h 996242"/>
                    <a:gd name="connsiteX1-653" fmla="*/ 330939 w 2917686"/>
                    <a:gd name="connsiteY1-654" fmla="*/ 78391 h 996242"/>
                    <a:gd name="connsiteX2-655" fmla="*/ 253448 w 2917686"/>
                    <a:gd name="connsiteY2-656" fmla="*/ 853306 h 996242"/>
                    <a:gd name="connsiteX3-657" fmla="*/ 2636753 w 2917686"/>
                    <a:gd name="connsiteY3-658" fmla="*/ 994796 h 996242"/>
                    <a:gd name="connsiteX4-659" fmla="*/ 2616523 w 2917686"/>
                    <a:gd name="connsiteY4-660" fmla="*/ 830598 h 996242"/>
                    <a:gd name="connsiteX5-661" fmla="*/ 348463 w 2917686"/>
                    <a:gd name="connsiteY5-662" fmla="*/ 729320 h 996242"/>
                    <a:gd name="connsiteX6-663" fmla="*/ 512731 w 2917686"/>
                    <a:gd name="connsiteY6-664" fmla="*/ 174694 h 996242"/>
                    <a:gd name="connsiteX7-665" fmla="*/ 2562452 w 2917686"/>
                    <a:gd name="connsiteY7-666" fmla="*/ 199776 h 996242"/>
                    <a:gd name="connsiteX8-667" fmla="*/ 2578194 w 2917686"/>
                    <a:gd name="connsiteY8-668" fmla="*/ 40128 h 996242"/>
                    <a:gd name="connsiteX0-669" fmla="*/ 2577774 w 2913658"/>
                    <a:gd name="connsiteY0-670" fmla="*/ 40128 h 975285"/>
                    <a:gd name="connsiteX1-671" fmla="*/ 330519 w 2913658"/>
                    <a:gd name="connsiteY1-672" fmla="*/ 78391 h 975285"/>
                    <a:gd name="connsiteX2-673" fmla="*/ 253028 w 2913658"/>
                    <a:gd name="connsiteY2-674" fmla="*/ 853306 h 975285"/>
                    <a:gd name="connsiteX3-675" fmla="*/ 2630148 w 2913658"/>
                    <a:gd name="connsiteY3-676" fmla="*/ 970903 h 975285"/>
                    <a:gd name="connsiteX4-677" fmla="*/ 2616103 w 2913658"/>
                    <a:gd name="connsiteY4-678" fmla="*/ 830598 h 975285"/>
                    <a:gd name="connsiteX5-679" fmla="*/ 348043 w 2913658"/>
                    <a:gd name="connsiteY5-680" fmla="*/ 729320 h 975285"/>
                    <a:gd name="connsiteX6-681" fmla="*/ 512311 w 2913658"/>
                    <a:gd name="connsiteY6-682" fmla="*/ 174694 h 975285"/>
                    <a:gd name="connsiteX7-683" fmla="*/ 2562032 w 2913658"/>
                    <a:gd name="connsiteY7-684" fmla="*/ 199776 h 975285"/>
                    <a:gd name="connsiteX8-685" fmla="*/ 2577774 w 2913658"/>
                    <a:gd name="connsiteY8-686" fmla="*/ 40128 h 975285"/>
                    <a:gd name="connsiteX0-687" fmla="*/ 2563016 w 2897373"/>
                    <a:gd name="connsiteY0-688" fmla="*/ 43385 h 999125"/>
                    <a:gd name="connsiteX1-689" fmla="*/ 315761 w 2897373"/>
                    <a:gd name="connsiteY1-690" fmla="*/ 81648 h 999125"/>
                    <a:gd name="connsiteX2-691" fmla="*/ 262104 w 2897373"/>
                    <a:gd name="connsiteY2-692" fmla="*/ 903772 h 999125"/>
                    <a:gd name="connsiteX3-693" fmla="*/ 2615390 w 2897373"/>
                    <a:gd name="connsiteY3-694" fmla="*/ 974160 h 999125"/>
                    <a:gd name="connsiteX4-695" fmla="*/ 2601345 w 2897373"/>
                    <a:gd name="connsiteY4-696" fmla="*/ 833855 h 999125"/>
                    <a:gd name="connsiteX5-697" fmla="*/ 333285 w 2897373"/>
                    <a:gd name="connsiteY5-698" fmla="*/ 732577 h 999125"/>
                    <a:gd name="connsiteX6-699" fmla="*/ 497553 w 2897373"/>
                    <a:gd name="connsiteY6-700" fmla="*/ 177951 h 999125"/>
                    <a:gd name="connsiteX7-701" fmla="*/ 2547274 w 2897373"/>
                    <a:gd name="connsiteY7-702" fmla="*/ 203033 h 999125"/>
                    <a:gd name="connsiteX8-703" fmla="*/ 2563016 w 2897373"/>
                    <a:gd name="connsiteY8-704" fmla="*/ 43385 h 999125"/>
                    <a:gd name="connsiteX0-705" fmla="*/ 2563016 w 2897736"/>
                    <a:gd name="connsiteY0-706" fmla="*/ 43386 h 999126"/>
                    <a:gd name="connsiteX1-707" fmla="*/ 315761 w 2897736"/>
                    <a:gd name="connsiteY1-708" fmla="*/ 81649 h 999126"/>
                    <a:gd name="connsiteX2-709" fmla="*/ 262104 w 2897736"/>
                    <a:gd name="connsiteY2-710" fmla="*/ 903773 h 999126"/>
                    <a:gd name="connsiteX3-711" fmla="*/ 2615390 w 2897736"/>
                    <a:gd name="connsiteY3-712" fmla="*/ 974161 h 999126"/>
                    <a:gd name="connsiteX4-713" fmla="*/ 2601345 w 2897736"/>
                    <a:gd name="connsiteY4-714" fmla="*/ 833856 h 999126"/>
                    <a:gd name="connsiteX5-715" fmla="*/ 327326 w 2897736"/>
                    <a:gd name="connsiteY5-716" fmla="*/ 759556 h 999126"/>
                    <a:gd name="connsiteX6-717" fmla="*/ 497553 w 2897736"/>
                    <a:gd name="connsiteY6-718" fmla="*/ 177952 h 999126"/>
                    <a:gd name="connsiteX7-719" fmla="*/ 2547274 w 2897736"/>
                    <a:gd name="connsiteY7-720" fmla="*/ 203034 h 999126"/>
                    <a:gd name="connsiteX8-721" fmla="*/ 2563016 w 2897736"/>
                    <a:gd name="connsiteY8-722" fmla="*/ 43386 h 999126"/>
                    <a:gd name="connsiteX0-723" fmla="*/ 2563016 w 2897736"/>
                    <a:gd name="connsiteY0-724" fmla="*/ 43386 h 999126"/>
                    <a:gd name="connsiteX1-725" fmla="*/ 315761 w 2897736"/>
                    <a:gd name="connsiteY1-726" fmla="*/ 81649 h 999126"/>
                    <a:gd name="connsiteX2-727" fmla="*/ 262104 w 2897736"/>
                    <a:gd name="connsiteY2-728" fmla="*/ 903773 h 999126"/>
                    <a:gd name="connsiteX3-729" fmla="*/ 2615390 w 2897736"/>
                    <a:gd name="connsiteY3-730" fmla="*/ 974161 h 999126"/>
                    <a:gd name="connsiteX4-731" fmla="*/ 2601345 w 2897736"/>
                    <a:gd name="connsiteY4-732" fmla="*/ 833856 h 999126"/>
                    <a:gd name="connsiteX5-733" fmla="*/ 327326 w 2897736"/>
                    <a:gd name="connsiteY5-734" fmla="*/ 786531 h 999126"/>
                    <a:gd name="connsiteX6-735" fmla="*/ 497553 w 2897736"/>
                    <a:gd name="connsiteY6-736" fmla="*/ 177952 h 999126"/>
                    <a:gd name="connsiteX7-737" fmla="*/ 2547274 w 2897736"/>
                    <a:gd name="connsiteY7-738" fmla="*/ 203034 h 999126"/>
                    <a:gd name="connsiteX8-739" fmla="*/ 2563016 w 2897736"/>
                    <a:gd name="connsiteY8-740" fmla="*/ 43386 h 99912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45" y="connsiteY8-146"/>
                    </a:cxn>
                  </a:cxnLst>
                  <a:rect l="l" t="t" r="r" b="b"/>
                  <a:pathLst>
                    <a:path w="2897736" h="999126">
                      <a:moveTo>
                        <a:pt x="2563016" y="43386"/>
                      </a:moveTo>
                      <a:cubicBezTo>
                        <a:pt x="2191097" y="23155"/>
                        <a:pt x="699246" y="-61749"/>
                        <a:pt x="315761" y="81649"/>
                      </a:cubicBezTo>
                      <a:cubicBezTo>
                        <a:pt x="-67724" y="225047"/>
                        <a:pt x="-121168" y="755021"/>
                        <a:pt x="262104" y="903773"/>
                      </a:cubicBezTo>
                      <a:cubicBezTo>
                        <a:pt x="645376" y="1052525"/>
                        <a:pt x="2225517" y="985814"/>
                        <a:pt x="2615390" y="974161"/>
                      </a:cubicBezTo>
                      <a:cubicBezTo>
                        <a:pt x="3005263" y="962508"/>
                        <a:pt x="2982689" y="865128"/>
                        <a:pt x="2601345" y="833856"/>
                      </a:cubicBezTo>
                      <a:cubicBezTo>
                        <a:pt x="2220001" y="802584"/>
                        <a:pt x="677958" y="895848"/>
                        <a:pt x="327326" y="786531"/>
                      </a:cubicBezTo>
                      <a:cubicBezTo>
                        <a:pt x="-23306" y="677214"/>
                        <a:pt x="99763" y="260610"/>
                        <a:pt x="497553" y="177952"/>
                      </a:cubicBezTo>
                      <a:cubicBezTo>
                        <a:pt x="895343" y="95294"/>
                        <a:pt x="2203030" y="225462"/>
                        <a:pt x="2547274" y="203034"/>
                      </a:cubicBezTo>
                      <a:cubicBezTo>
                        <a:pt x="2891518" y="180606"/>
                        <a:pt x="2934935" y="63617"/>
                        <a:pt x="2563016" y="43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4" name="Freeform 43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5047645" y="2892970"/>
                <a:ext cx="187860" cy="346008"/>
              </a:xfrm>
              <a:custGeom>
                <a:avLst/>
                <a:gdLst>
                  <a:gd name="T0" fmla="*/ 0 w 152"/>
                  <a:gd name="T1" fmla="*/ 202 h 202"/>
                  <a:gd name="T2" fmla="*/ 76 w 152"/>
                  <a:gd name="T3" fmla="*/ 145 h 202"/>
                  <a:gd name="T4" fmla="*/ 152 w 152"/>
                  <a:gd name="T5" fmla="*/ 202 h 202"/>
                  <a:gd name="T6" fmla="*/ 152 w 152"/>
                  <a:gd name="T7" fmla="*/ 0 h 202"/>
                  <a:gd name="T8" fmla="*/ 0 w 152"/>
                  <a:gd name="T9" fmla="*/ 0 h 202"/>
                  <a:gd name="T10" fmla="*/ 0 w 152"/>
                  <a:gd name="T11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202">
                    <a:moveTo>
                      <a:pt x="0" y="202"/>
                    </a:moveTo>
                    <a:lnTo>
                      <a:pt x="76" y="145"/>
                    </a:lnTo>
                    <a:lnTo>
                      <a:pt x="152" y="202"/>
                    </a:lnTo>
                    <a:lnTo>
                      <a:pt x="152" y="0"/>
                    </a:lnTo>
                    <a:lnTo>
                      <a:pt x="0" y="0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5790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任意多边形 74"/>
              <p:cNvSpPr/>
              <p:nvPr>
                <p:custDataLst>
                  <p:tags r:id="rId9"/>
                </p:custDataLst>
              </p:nvPr>
            </p:nvSpPr>
            <p:spPr>
              <a:xfrm>
                <a:off x="4925575" y="2891780"/>
                <a:ext cx="432000" cy="2381"/>
              </a:xfrm>
              <a:custGeom>
                <a:avLst/>
                <a:gdLst>
                  <a:gd name="connsiteX0" fmla="*/ 0 w 333375"/>
                  <a:gd name="connsiteY0" fmla="*/ 0 h 2381"/>
                  <a:gd name="connsiteX1" fmla="*/ 333375 w 333375"/>
                  <a:gd name="connsiteY1" fmla="*/ 2381 h 2381"/>
                  <a:gd name="connsiteX2" fmla="*/ 333375 w 333375"/>
                  <a:gd name="connsiteY2" fmla="*/ 2381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375" h="2381">
                    <a:moveTo>
                      <a:pt x="0" y="0"/>
                    </a:moveTo>
                    <a:lnTo>
                      <a:pt x="333375" y="2381"/>
                    </a:lnTo>
                    <a:lnTo>
                      <a:pt x="333375" y="2381"/>
                    </a:lnTo>
                  </a:path>
                </a:pathLst>
              </a:custGeom>
              <a:noFill/>
              <a:ln w="1905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1482245" y="4161385"/>
              <a:ext cx="3742809" cy="1159499"/>
              <a:chOff x="4505956" y="2445876"/>
              <a:chExt cx="2566458" cy="795073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4505956" y="2445876"/>
                <a:ext cx="2566458" cy="795073"/>
                <a:chOff x="4505956" y="2445876"/>
                <a:chExt cx="2566458" cy="795073"/>
              </a:xfrm>
            </p:grpSpPr>
            <p:sp>
              <p:nvSpPr>
                <p:cNvPr id="78" name="任意多边形 7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4561170" y="2498481"/>
                  <a:ext cx="2361376" cy="724621"/>
                </a:xfrm>
                <a:custGeom>
                  <a:avLst/>
                  <a:gdLst>
                    <a:gd name="connsiteX0" fmla="*/ 2216078 w 2502274"/>
                    <a:gd name="connsiteY0" fmla="*/ 6601 h 632088"/>
                    <a:gd name="connsiteX1" fmla="*/ 2232214 w 2502274"/>
                    <a:gd name="connsiteY1" fmla="*/ 625166 h 632088"/>
                    <a:gd name="connsiteX2" fmla="*/ 2 w 2502274"/>
                    <a:gd name="connsiteY2" fmla="*/ 318573 h 632088"/>
                    <a:gd name="connsiteX3" fmla="*/ 2216078 w 2502274"/>
                    <a:gd name="connsiteY3" fmla="*/ 6601 h 632088"/>
                    <a:gd name="connsiteX0-1" fmla="*/ 2216078 w 2502274"/>
                    <a:gd name="connsiteY0-2" fmla="*/ 6601 h 632088"/>
                    <a:gd name="connsiteX1-3" fmla="*/ 2232214 w 2502274"/>
                    <a:gd name="connsiteY1-4" fmla="*/ 625166 h 632088"/>
                    <a:gd name="connsiteX2-5" fmla="*/ 2 w 2502274"/>
                    <a:gd name="connsiteY2-6" fmla="*/ 318573 h 632088"/>
                    <a:gd name="connsiteX3-7" fmla="*/ 2216078 w 2502274"/>
                    <a:gd name="connsiteY3-8" fmla="*/ 6601 h 632088"/>
                    <a:gd name="connsiteX0-9" fmla="*/ 2216078 w 2379586"/>
                    <a:gd name="connsiteY0-10" fmla="*/ 6601 h 632088"/>
                    <a:gd name="connsiteX1-11" fmla="*/ 2232214 w 2379586"/>
                    <a:gd name="connsiteY1-12" fmla="*/ 625166 h 632088"/>
                    <a:gd name="connsiteX2-13" fmla="*/ 2 w 2379586"/>
                    <a:gd name="connsiteY2-14" fmla="*/ 318573 h 632088"/>
                    <a:gd name="connsiteX3-15" fmla="*/ 2216078 w 2379586"/>
                    <a:gd name="connsiteY3-16" fmla="*/ 6601 h 632088"/>
                    <a:gd name="connsiteX0-17" fmla="*/ 2216078 w 2379586"/>
                    <a:gd name="connsiteY0-18" fmla="*/ 6601 h 632088"/>
                    <a:gd name="connsiteX1-19" fmla="*/ 2232214 w 2379586"/>
                    <a:gd name="connsiteY1-20" fmla="*/ 625166 h 632088"/>
                    <a:gd name="connsiteX2-21" fmla="*/ 2 w 2379586"/>
                    <a:gd name="connsiteY2-22" fmla="*/ 318573 h 632088"/>
                    <a:gd name="connsiteX3-23" fmla="*/ 2216078 w 2379586"/>
                    <a:gd name="connsiteY3-24" fmla="*/ 6601 h 632088"/>
                    <a:gd name="connsiteX0-25" fmla="*/ 2216078 w 2232214"/>
                    <a:gd name="connsiteY0-26" fmla="*/ 6601 h 632088"/>
                    <a:gd name="connsiteX1-27" fmla="*/ 2232214 w 2232214"/>
                    <a:gd name="connsiteY1-28" fmla="*/ 625166 h 632088"/>
                    <a:gd name="connsiteX2-29" fmla="*/ 2 w 2232214"/>
                    <a:gd name="connsiteY2-30" fmla="*/ 318573 h 632088"/>
                    <a:gd name="connsiteX3-31" fmla="*/ 2216078 w 2232214"/>
                    <a:gd name="connsiteY3-32" fmla="*/ 6601 h 632088"/>
                    <a:gd name="connsiteX0-33" fmla="*/ 2216078 w 2232214"/>
                    <a:gd name="connsiteY0-34" fmla="*/ 6601 h 625212"/>
                    <a:gd name="connsiteX1-35" fmla="*/ 2232214 w 2232214"/>
                    <a:gd name="connsiteY1-36" fmla="*/ 625166 h 625212"/>
                    <a:gd name="connsiteX2-37" fmla="*/ 2 w 2232214"/>
                    <a:gd name="connsiteY2-38" fmla="*/ 318573 h 625212"/>
                    <a:gd name="connsiteX3-39" fmla="*/ 2216078 w 2232214"/>
                    <a:gd name="connsiteY3-40" fmla="*/ 6601 h 625212"/>
                    <a:gd name="connsiteX0-41" fmla="*/ 2216148 w 2232284"/>
                    <a:gd name="connsiteY0-42" fmla="*/ 61838 h 724621"/>
                    <a:gd name="connsiteX1-43" fmla="*/ 2232284 w 2232284"/>
                    <a:gd name="connsiteY1-44" fmla="*/ 680403 h 724621"/>
                    <a:gd name="connsiteX2-45" fmla="*/ 72 w 2232284"/>
                    <a:gd name="connsiteY2-46" fmla="*/ 373810 h 724621"/>
                    <a:gd name="connsiteX3-47" fmla="*/ 2216148 w 2232284"/>
                    <a:gd name="connsiteY3-48" fmla="*/ 61838 h 7246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232284" h="724621">
                      <a:moveTo>
                        <a:pt x="2216148" y="61838"/>
                      </a:moveTo>
                      <a:cubicBezTo>
                        <a:pt x="2152498" y="328090"/>
                        <a:pt x="2090642" y="445528"/>
                        <a:pt x="2232284" y="680403"/>
                      </a:cubicBezTo>
                      <a:cubicBezTo>
                        <a:pt x="1857559" y="683988"/>
                        <a:pt x="-13375" y="891970"/>
                        <a:pt x="72" y="373810"/>
                      </a:cubicBezTo>
                      <a:cubicBezTo>
                        <a:pt x="13519" y="-144350"/>
                        <a:pt x="1844113" y="10739"/>
                        <a:pt x="2216148" y="61838"/>
                      </a:cubicBezTo>
                      <a:close/>
                    </a:path>
                  </a:pathLst>
                </a:custGeom>
                <a:solidFill>
                  <a:srgbClr val="005790"/>
                </a:solidFill>
                <a:ln w="25400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任意多边形 7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505956" y="2445876"/>
                  <a:ext cx="2566458" cy="795073"/>
                </a:xfrm>
                <a:custGeom>
                  <a:avLst/>
                  <a:gdLst>
                    <a:gd name="connsiteX0" fmla="*/ 2690408 w 3048995"/>
                    <a:gd name="connsiteY0" fmla="*/ 73489 h 884825"/>
                    <a:gd name="connsiteX1" fmla="*/ 443153 w 3048995"/>
                    <a:gd name="connsiteY1" fmla="*/ 57991 h 884825"/>
                    <a:gd name="connsiteX2" fmla="*/ 365662 w 3048995"/>
                    <a:gd name="connsiteY2" fmla="*/ 832906 h 884825"/>
                    <a:gd name="connsiteX3" fmla="*/ 2721404 w 3048995"/>
                    <a:gd name="connsiteY3" fmla="*/ 801909 h 884825"/>
                    <a:gd name="connsiteX4" fmla="*/ 412157 w 3048995"/>
                    <a:gd name="connsiteY4" fmla="*/ 708920 h 884825"/>
                    <a:gd name="connsiteX5" fmla="*/ 226177 w 3048995"/>
                    <a:gd name="connsiteY5" fmla="*/ 445448 h 884825"/>
                    <a:gd name="connsiteX6" fmla="*/ 2798896 w 3048995"/>
                    <a:gd name="connsiteY6" fmla="*/ 212974 h 884825"/>
                    <a:gd name="connsiteX7" fmla="*/ 2690408 w 3048995"/>
                    <a:gd name="connsiteY7" fmla="*/ 73489 h 884825"/>
                    <a:gd name="connsiteX0-1" fmla="*/ 2576323 w 2908445"/>
                    <a:gd name="connsiteY0-2" fmla="*/ 73489 h 884825"/>
                    <a:gd name="connsiteX1-3" fmla="*/ 329068 w 2908445"/>
                    <a:gd name="connsiteY1-4" fmla="*/ 57991 h 884825"/>
                    <a:gd name="connsiteX2-5" fmla="*/ 251577 w 2908445"/>
                    <a:gd name="connsiteY2-6" fmla="*/ 832906 h 884825"/>
                    <a:gd name="connsiteX3-7" fmla="*/ 2607319 w 2908445"/>
                    <a:gd name="connsiteY3-8" fmla="*/ 801909 h 884825"/>
                    <a:gd name="connsiteX4-9" fmla="*/ 298072 w 2908445"/>
                    <a:gd name="connsiteY4-10" fmla="*/ 708920 h 884825"/>
                    <a:gd name="connsiteX5-11" fmla="*/ 540717 w 2908445"/>
                    <a:gd name="connsiteY5-12" fmla="*/ 169223 h 884825"/>
                    <a:gd name="connsiteX6-13" fmla="*/ 2684811 w 2908445"/>
                    <a:gd name="connsiteY6-14" fmla="*/ 212974 h 884825"/>
                    <a:gd name="connsiteX7-15" fmla="*/ 2576323 w 2908445"/>
                    <a:gd name="connsiteY7-16" fmla="*/ 73489 h 884825"/>
                    <a:gd name="connsiteX0-17" fmla="*/ 2590621 w 2922743"/>
                    <a:gd name="connsiteY0-18" fmla="*/ 73489 h 910196"/>
                    <a:gd name="connsiteX1-19" fmla="*/ 343366 w 2922743"/>
                    <a:gd name="connsiteY1-20" fmla="*/ 57991 h 910196"/>
                    <a:gd name="connsiteX2-21" fmla="*/ 265875 w 2922743"/>
                    <a:gd name="connsiteY2-22" fmla="*/ 832906 h 910196"/>
                    <a:gd name="connsiteX3-23" fmla="*/ 2831167 w 2922743"/>
                    <a:gd name="connsiteY3-24" fmla="*/ 868584 h 910196"/>
                    <a:gd name="connsiteX4-25" fmla="*/ 312370 w 2922743"/>
                    <a:gd name="connsiteY4-26" fmla="*/ 708920 h 910196"/>
                    <a:gd name="connsiteX5-27" fmla="*/ 555015 w 2922743"/>
                    <a:gd name="connsiteY5-28" fmla="*/ 169223 h 910196"/>
                    <a:gd name="connsiteX6-29" fmla="*/ 2699109 w 2922743"/>
                    <a:gd name="connsiteY6-30" fmla="*/ 212974 h 910196"/>
                    <a:gd name="connsiteX7-31" fmla="*/ 2590621 w 2922743"/>
                    <a:gd name="connsiteY7-32" fmla="*/ 73489 h 910196"/>
                    <a:gd name="connsiteX0-33" fmla="*/ 2589968 w 2922090"/>
                    <a:gd name="connsiteY0-34" fmla="*/ 73489 h 868492"/>
                    <a:gd name="connsiteX1-35" fmla="*/ 342713 w 2922090"/>
                    <a:gd name="connsiteY1-36" fmla="*/ 57991 h 868492"/>
                    <a:gd name="connsiteX2-37" fmla="*/ 265222 w 2922090"/>
                    <a:gd name="connsiteY2-38" fmla="*/ 832906 h 868492"/>
                    <a:gd name="connsiteX3-39" fmla="*/ 2820989 w 2922090"/>
                    <a:gd name="connsiteY3-40" fmla="*/ 735234 h 868492"/>
                    <a:gd name="connsiteX4-41" fmla="*/ 311717 w 2922090"/>
                    <a:gd name="connsiteY4-42" fmla="*/ 708920 h 868492"/>
                    <a:gd name="connsiteX5-43" fmla="*/ 554362 w 2922090"/>
                    <a:gd name="connsiteY5-44" fmla="*/ 169223 h 868492"/>
                    <a:gd name="connsiteX6-45" fmla="*/ 2698456 w 2922090"/>
                    <a:gd name="connsiteY6-46" fmla="*/ 212974 h 868492"/>
                    <a:gd name="connsiteX7-47" fmla="*/ 2589968 w 2922090"/>
                    <a:gd name="connsiteY7-48" fmla="*/ 73489 h 868492"/>
                    <a:gd name="connsiteX0-49" fmla="*/ 2591928 w 2924050"/>
                    <a:gd name="connsiteY0-50" fmla="*/ 73489 h 937136"/>
                    <a:gd name="connsiteX1-51" fmla="*/ 344673 w 2924050"/>
                    <a:gd name="connsiteY1-52" fmla="*/ 57991 h 937136"/>
                    <a:gd name="connsiteX2-53" fmla="*/ 267182 w 2924050"/>
                    <a:gd name="connsiteY2-54" fmla="*/ 832906 h 937136"/>
                    <a:gd name="connsiteX3-55" fmla="*/ 2851524 w 2924050"/>
                    <a:gd name="connsiteY3-56" fmla="*/ 916209 h 937136"/>
                    <a:gd name="connsiteX4-57" fmla="*/ 313677 w 2924050"/>
                    <a:gd name="connsiteY4-58" fmla="*/ 708920 h 937136"/>
                    <a:gd name="connsiteX5-59" fmla="*/ 556322 w 2924050"/>
                    <a:gd name="connsiteY5-60" fmla="*/ 169223 h 937136"/>
                    <a:gd name="connsiteX6-61" fmla="*/ 2700416 w 2924050"/>
                    <a:gd name="connsiteY6-62" fmla="*/ 212974 h 937136"/>
                    <a:gd name="connsiteX7-63" fmla="*/ 2591928 w 2924050"/>
                    <a:gd name="connsiteY7-64" fmla="*/ 73489 h 937136"/>
                    <a:gd name="connsiteX0-65" fmla="*/ 2591928 w 2924050"/>
                    <a:gd name="connsiteY0-66" fmla="*/ 73489 h 987710"/>
                    <a:gd name="connsiteX1-67" fmla="*/ 344673 w 2924050"/>
                    <a:gd name="connsiteY1-68" fmla="*/ 57991 h 987710"/>
                    <a:gd name="connsiteX2-69" fmla="*/ 267182 w 2924050"/>
                    <a:gd name="connsiteY2-70" fmla="*/ 832906 h 987710"/>
                    <a:gd name="connsiteX3-71" fmla="*/ 2851524 w 2924050"/>
                    <a:gd name="connsiteY3-72" fmla="*/ 916209 h 987710"/>
                    <a:gd name="connsiteX4-73" fmla="*/ 313677 w 2924050"/>
                    <a:gd name="connsiteY4-74" fmla="*/ 708920 h 987710"/>
                    <a:gd name="connsiteX5-75" fmla="*/ 556322 w 2924050"/>
                    <a:gd name="connsiteY5-76" fmla="*/ 169223 h 987710"/>
                    <a:gd name="connsiteX6-77" fmla="*/ 2700416 w 2924050"/>
                    <a:gd name="connsiteY6-78" fmla="*/ 212974 h 987710"/>
                    <a:gd name="connsiteX7-79" fmla="*/ 2591928 w 2924050"/>
                    <a:gd name="connsiteY7-80" fmla="*/ 73489 h 987710"/>
                    <a:gd name="connsiteX0-81" fmla="*/ 2591928 w 2924050"/>
                    <a:gd name="connsiteY0-82" fmla="*/ 73489 h 963088"/>
                    <a:gd name="connsiteX1-83" fmla="*/ 344673 w 2924050"/>
                    <a:gd name="connsiteY1-84" fmla="*/ 57991 h 963088"/>
                    <a:gd name="connsiteX2-85" fmla="*/ 267182 w 2924050"/>
                    <a:gd name="connsiteY2-86" fmla="*/ 832906 h 963088"/>
                    <a:gd name="connsiteX3-87" fmla="*/ 2851524 w 2924050"/>
                    <a:gd name="connsiteY3-88" fmla="*/ 916209 h 963088"/>
                    <a:gd name="connsiteX4-89" fmla="*/ 313677 w 2924050"/>
                    <a:gd name="connsiteY4-90" fmla="*/ 708920 h 963088"/>
                    <a:gd name="connsiteX5-91" fmla="*/ 556322 w 2924050"/>
                    <a:gd name="connsiteY5-92" fmla="*/ 169223 h 963088"/>
                    <a:gd name="connsiteX6-93" fmla="*/ 2700416 w 2924050"/>
                    <a:gd name="connsiteY6-94" fmla="*/ 212974 h 963088"/>
                    <a:gd name="connsiteX7-95" fmla="*/ 2591928 w 2924050"/>
                    <a:gd name="connsiteY7-96" fmla="*/ 73489 h 963088"/>
                    <a:gd name="connsiteX0-97" fmla="*/ 2591928 w 2924050"/>
                    <a:gd name="connsiteY0-98" fmla="*/ 73489 h 974553"/>
                    <a:gd name="connsiteX1-99" fmla="*/ 344673 w 2924050"/>
                    <a:gd name="connsiteY1-100" fmla="*/ 57991 h 974553"/>
                    <a:gd name="connsiteX2-101" fmla="*/ 267182 w 2924050"/>
                    <a:gd name="connsiteY2-102" fmla="*/ 832906 h 974553"/>
                    <a:gd name="connsiteX3-103" fmla="*/ 2851524 w 2924050"/>
                    <a:gd name="connsiteY3-104" fmla="*/ 916209 h 974553"/>
                    <a:gd name="connsiteX4-105" fmla="*/ 313677 w 2924050"/>
                    <a:gd name="connsiteY4-106" fmla="*/ 708920 h 974553"/>
                    <a:gd name="connsiteX5-107" fmla="*/ 556322 w 2924050"/>
                    <a:gd name="connsiteY5-108" fmla="*/ 169223 h 974553"/>
                    <a:gd name="connsiteX6-109" fmla="*/ 2700416 w 2924050"/>
                    <a:gd name="connsiteY6-110" fmla="*/ 212974 h 974553"/>
                    <a:gd name="connsiteX7-111" fmla="*/ 2591928 w 2924050"/>
                    <a:gd name="connsiteY7-112" fmla="*/ 73489 h 974553"/>
                    <a:gd name="connsiteX0-113" fmla="*/ 2542098 w 2881222"/>
                    <a:gd name="connsiteY0-114" fmla="*/ 73489 h 987835"/>
                    <a:gd name="connsiteX1-115" fmla="*/ 294843 w 2881222"/>
                    <a:gd name="connsiteY1-116" fmla="*/ 57991 h 987835"/>
                    <a:gd name="connsiteX2-117" fmla="*/ 217352 w 2881222"/>
                    <a:gd name="connsiteY2-118" fmla="*/ 832906 h 987835"/>
                    <a:gd name="connsiteX3-119" fmla="*/ 2059269 w 2881222"/>
                    <a:gd name="connsiteY3-120" fmla="*/ 984851 h 987835"/>
                    <a:gd name="connsiteX4-121" fmla="*/ 2801694 w 2881222"/>
                    <a:gd name="connsiteY4-122" fmla="*/ 916209 h 987835"/>
                    <a:gd name="connsiteX5-123" fmla="*/ 263847 w 2881222"/>
                    <a:gd name="connsiteY5-124" fmla="*/ 708920 h 987835"/>
                    <a:gd name="connsiteX6-125" fmla="*/ 506492 w 2881222"/>
                    <a:gd name="connsiteY6-126" fmla="*/ 169223 h 987835"/>
                    <a:gd name="connsiteX7-127" fmla="*/ 2650586 w 2881222"/>
                    <a:gd name="connsiteY7-128" fmla="*/ 212974 h 987835"/>
                    <a:gd name="connsiteX8" fmla="*/ 2542098 w 2881222"/>
                    <a:gd name="connsiteY8" fmla="*/ 73489 h 987835"/>
                    <a:gd name="connsiteX0-129" fmla="*/ 2542098 w 2874220"/>
                    <a:gd name="connsiteY0-130" fmla="*/ 73489 h 986560"/>
                    <a:gd name="connsiteX1-131" fmla="*/ 294843 w 2874220"/>
                    <a:gd name="connsiteY1-132" fmla="*/ 57991 h 986560"/>
                    <a:gd name="connsiteX2-133" fmla="*/ 217352 w 2874220"/>
                    <a:gd name="connsiteY2-134" fmla="*/ 832906 h 986560"/>
                    <a:gd name="connsiteX3-135" fmla="*/ 2059269 w 2874220"/>
                    <a:gd name="connsiteY3-136" fmla="*/ 984851 h 986560"/>
                    <a:gd name="connsiteX4-137" fmla="*/ 2745711 w 2874220"/>
                    <a:gd name="connsiteY4-138" fmla="*/ 878886 h 986560"/>
                    <a:gd name="connsiteX5-139" fmla="*/ 263847 w 2874220"/>
                    <a:gd name="connsiteY5-140" fmla="*/ 708920 h 986560"/>
                    <a:gd name="connsiteX6-141" fmla="*/ 506492 w 2874220"/>
                    <a:gd name="connsiteY6-142" fmla="*/ 169223 h 986560"/>
                    <a:gd name="connsiteX7-143" fmla="*/ 2650586 w 2874220"/>
                    <a:gd name="connsiteY7-144" fmla="*/ 212974 h 986560"/>
                    <a:gd name="connsiteX8-145" fmla="*/ 2542098 w 2874220"/>
                    <a:gd name="connsiteY8-146" fmla="*/ 73489 h 986560"/>
                    <a:gd name="connsiteX0-147" fmla="*/ 2542098 w 2874220"/>
                    <a:gd name="connsiteY0-148" fmla="*/ 73489 h 986368"/>
                    <a:gd name="connsiteX1-149" fmla="*/ 294843 w 2874220"/>
                    <a:gd name="connsiteY1-150" fmla="*/ 57991 h 986368"/>
                    <a:gd name="connsiteX2-151" fmla="*/ 217352 w 2874220"/>
                    <a:gd name="connsiteY2-152" fmla="*/ 832906 h 986368"/>
                    <a:gd name="connsiteX3-153" fmla="*/ 2059269 w 2874220"/>
                    <a:gd name="connsiteY3-154" fmla="*/ 984851 h 986368"/>
                    <a:gd name="connsiteX4-155" fmla="*/ 2745711 w 2874220"/>
                    <a:gd name="connsiteY4-156" fmla="*/ 878886 h 986368"/>
                    <a:gd name="connsiteX5-157" fmla="*/ 263847 w 2874220"/>
                    <a:gd name="connsiteY5-158" fmla="*/ 708920 h 986368"/>
                    <a:gd name="connsiteX6-159" fmla="*/ 506492 w 2874220"/>
                    <a:gd name="connsiteY6-160" fmla="*/ 169223 h 986368"/>
                    <a:gd name="connsiteX7-161" fmla="*/ 2650586 w 2874220"/>
                    <a:gd name="connsiteY7-162" fmla="*/ 212974 h 986368"/>
                    <a:gd name="connsiteX8-163" fmla="*/ 2542098 w 2874220"/>
                    <a:gd name="connsiteY8-164" fmla="*/ 73489 h 986368"/>
                    <a:gd name="connsiteX0-165" fmla="*/ 2580717 w 3043940"/>
                    <a:gd name="connsiteY0-166" fmla="*/ 73489 h 993908"/>
                    <a:gd name="connsiteX1-167" fmla="*/ 333462 w 3043940"/>
                    <a:gd name="connsiteY1-168" fmla="*/ 57991 h 993908"/>
                    <a:gd name="connsiteX2-169" fmla="*/ 255971 w 3043940"/>
                    <a:gd name="connsiteY2-170" fmla="*/ 832906 h 993908"/>
                    <a:gd name="connsiteX3-171" fmla="*/ 2676386 w 3043940"/>
                    <a:gd name="connsiteY3-172" fmla="*/ 992315 h 993908"/>
                    <a:gd name="connsiteX4-173" fmla="*/ 2784330 w 3043940"/>
                    <a:gd name="connsiteY4-174" fmla="*/ 878886 h 993908"/>
                    <a:gd name="connsiteX5-175" fmla="*/ 302466 w 3043940"/>
                    <a:gd name="connsiteY5-176" fmla="*/ 708920 h 993908"/>
                    <a:gd name="connsiteX6-177" fmla="*/ 545111 w 3043940"/>
                    <a:gd name="connsiteY6-178" fmla="*/ 169223 h 993908"/>
                    <a:gd name="connsiteX7-179" fmla="*/ 2689205 w 3043940"/>
                    <a:gd name="connsiteY7-180" fmla="*/ 212974 h 993908"/>
                    <a:gd name="connsiteX8-181" fmla="*/ 2580717 w 3043940"/>
                    <a:gd name="connsiteY8-182" fmla="*/ 73489 h 993908"/>
                    <a:gd name="connsiteX0-183" fmla="*/ 2580717 w 2956802"/>
                    <a:gd name="connsiteY0-184" fmla="*/ 73489 h 993233"/>
                    <a:gd name="connsiteX1-185" fmla="*/ 333462 w 2956802"/>
                    <a:gd name="connsiteY1-186" fmla="*/ 57991 h 993233"/>
                    <a:gd name="connsiteX2-187" fmla="*/ 255971 w 2956802"/>
                    <a:gd name="connsiteY2-188" fmla="*/ 832906 h 993233"/>
                    <a:gd name="connsiteX3-189" fmla="*/ 2676386 w 2956802"/>
                    <a:gd name="connsiteY3-190" fmla="*/ 992315 h 993233"/>
                    <a:gd name="connsiteX4-191" fmla="*/ 2784330 w 2956802"/>
                    <a:gd name="connsiteY4-192" fmla="*/ 878886 h 993233"/>
                    <a:gd name="connsiteX5-193" fmla="*/ 302466 w 2956802"/>
                    <a:gd name="connsiteY5-194" fmla="*/ 708920 h 993233"/>
                    <a:gd name="connsiteX6-195" fmla="*/ 545111 w 2956802"/>
                    <a:gd name="connsiteY6-196" fmla="*/ 169223 h 993233"/>
                    <a:gd name="connsiteX7-197" fmla="*/ 2689205 w 2956802"/>
                    <a:gd name="connsiteY7-198" fmla="*/ 212974 h 993233"/>
                    <a:gd name="connsiteX8-199" fmla="*/ 2580717 w 2956802"/>
                    <a:gd name="connsiteY8-200" fmla="*/ 73489 h 993233"/>
                    <a:gd name="connsiteX0-201" fmla="*/ 2580717 w 2956802"/>
                    <a:gd name="connsiteY0-202" fmla="*/ 73489 h 996891"/>
                    <a:gd name="connsiteX1-203" fmla="*/ 333462 w 2956802"/>
                    <a:gd name="connsiteY1-204" fmla="*/ 57991 h 996891"/>
                    <a:gd name="connsiteX2-205" fmla="*/ 255971 w 2956802"/>
                    <a:gd name="connsiteY2-206" fmla="*/ 832906 h 996891"/>
                    <a:gd name="connsiteX3-207" fmla="*/ 2676386 w 2956802"/>
                    <a:gd name="connsiteY3-208" fmla="*/ 992315 h 996891"/>
                    <a:gd name="connsiteX4-209" fmla="*/ 2784330 w 2956802"/>
                    <a:gd name="connsiteY4-210" fmla="*/ 878886 h 996891"/>
                    <a:gd name="connsiteX5-211" fmla="*/ 302466 w 2956802"/>
                    <a:gd name="connsiteY5-212" fmla="*/ 708920 h 996891"/>
                    <a:gd name="connsiteX6-213" fmla="*/ 545111 w 2956802"/>
                    <a:gd name="connsiteY6-214" fmla="*/ 169223 h 996891"/>
                    <a:gd name="connsiteX7-215" fmla="*/ 2689205 w 2956802"/>
                    <a:gd name="connsiteY7-216" fmla="*/ 212974 h 996891"/>
                    <a:gd name="connsiteX8-217" fmla="*/ 2580717 w 2956802"/>
                    <a:gd name="connsiteY8-218" fmla="*/ 73489 h 996891"/>
                    <a:gd name="connsiteX0-219" fmla="*/ 2580717 w 2956802"/>
                    <a:gd name="connsiteY0-220" fmla="*/ 73489 h 993233"/>
                    <a:gd name="connsiteX1-221" fmla="*/ 333462 w 2956802"/>
                    <a:gd name="connsiteY1-222" fmla="*/ 57991 h 993233"/>
                    <a:gd name="connsiteX2-223" fmla="*/ 255971 w 2956802"/>
                    <a:gd name="connsiteY2-224" fmla="*/ 832906 h 993233"/>
                    <a:gd name="connsiteX3-225" fmla="*/ 2676386 w 2956802"/>
                    <a:gd name="connsiteY3-226" fmla="*/ 992315 h 993233"/>
                    <a:gd name="connsiteX4-227" fmla="*/ 2784330 w 2956802"/>
                    <a:gd name="connsiteY4-228" fmla="*/ 878886 h 993233"/>
                    <a:gd name="connsiteX5-229" fmla="*/ 302466 w 2956802"/>
                    <a:gd name="connsiteY5-230" fmla="*/ 708920 h 993233"/>
                    <a:gd name="connsiteX6-231" fmla="*/ 545111 w 2956802"/>
                    <a:gd name="connsiteY6-232" fmla="*/ 169223 h 993233"/>
                    <a:gd name="connsiteX7-233" fmla="*/ 2689205 w 2956802"/>
                    <a:gd name="connsiteY7-234" fmla="*/ 212974 h 993233"/>
                    <a:gd name="connsiteX8-235" fmla="*/ 2580717 w 2956802"/>
                    <a:gd name="connsiteY8-236" fmla="*/ 73489 h 993233"/>
                    <a:gd name="connsiteX0-237" fmla="*/ 2580717 w 2969667"/>
                    <a:gd name="connsiteY0-238" fmla="*/ 73489 h 992766"/>
                    <a:gd name="connsiteX1-239" fmla="*/ 333462 w 2969667"/>
                    <a:gd name="connsiteY1-240" fmla="*/ 57991 h 992766"/>
                    <a:gd name="connsiteX2-241" fmla="*/ 255971 w 2969667"/>
                    <a:gd name="connsiteY2-242" fmla="*/ 832906 h 992766"/>
                    <a:gd name="connsiteX3-243" fmla="*/ 2676386 w 2969667"/>
                    <a:gd name="connsiteY3-244" fmla="*/ 992315 h 992766"/>
                    <a:gd name="connsiteX4-245" fmla="*/ 2664899 w 2969667"/>
                    <a:gd name="connsiteY4-246" fmla="*/ 875154 h 992766"/>
                    <a:gd name="connsiteX5-247" fmla="*/ 302466 w 2969667"/>
                    <a:gd name="connsiteY5-248" fmla="*/ 708920 h 992766"/>
                    <a:gd name="connsiteX6-249" fmla="*/ 545111 w 2969667"/>
                    <a:gd name="connsiteY6-250" fmla="*/ 169223 h 992766"/>
                    <a:gd name="connsiteX7-251" fmla="*/ 2689205 w 2969667"/>
                    <a:gd name="connsiteY7-252" fmla="*/ 212974 h 992766"/>
                    <a:gd name="connsiteX8-253" fmla="*/ 2580717 w 2969667"/>
                    <a:gd name="connsiteY8-254" fmla="*/ 73489 h 992766"/>
                    <a:gd name="connsiteX0-255" fmla="*/ 2580717 w 2912839"/>
                    <a:gd name="connsiteY0-256" fmla="*/ 73489 h 992617"/>
                    <a:gd name="connsiteX1-257" fmla="*/ 333462 w 2912839"/>
                    <a:gd name="connsiteY1-258" fmla="*/ 57991 h 992617"/>
                    <a:gd name="connsiteX2-259" fmla="*/ 255971 w 2912839"/>
                    <a:gd name="connsiteY2-260" fmla="*/ 832906 h 992617"/>
                    <a:gd name="connsiteX3-261" fmla="*/ 2676386 w 2912839"/>
                    <a:gd name="connsiteY3-262" fmla="*/ 992315 h 992617"/>
                    <a:gd name="connsiteX4-263" fmla="*/ 2664899 w 2912839"/>
                    <a:gd name="connsiteY4-264" fmla="*/ 875154 h 992617"/>
                    <a:gd name="connsiteX5-265" fmla="*/ 302466 w 2912839"/>
                    <a:gd name="connsiteY5-266" fmla="*/ 708920 h 992617"/>
                    <a:gd name="connsiteX6-267" fmla="*/ 545111 w 2912839"/>
                    <a:gd name="connsiteY6-268" fmla="*/ 169223 h 992617"/>
                    <a:gd name="connsiteX7-269" fmla="*/ 2689205 w 2912839"/>
                    <a:gd name="connsiteY7-270" fmla="*/ 212974 h 992617"/>
                    <a:gd name="connsiteX8-271" fmla="*/ 2580717 w 2912839"/>
                    <a:gd name="connsiteY8-272" fmla="*/ 73489 h 992617"/>
                    <a:gd name="connsiteX0-273" fmla="*/ 2580717 w 2912839"/>
                    <a:gd name="connsiteY0-274" fmla="*/ 73489 h 992627"/>
                    <a:gd name="connsiteX1-275" fmla="*/ 333462 w 2912839"/>
                    <a:gd name="connsiteY1-276" fmla="*/ 57991 h 992627"/>
                    <a:gd name="connsiteX2-277" fmla="*/ 255971 w 2912839"/>
                    <a:gd name="connsiteY2-278" fmla="*/ 832906 h 992627"/>
                    <a:gd name="connsiteX3-279" fmla="*/ 2676386 w 2912839"/>
                    <a:gd name="connsiteY3-280" fmla="*/ 992315 h 992627"/>
                    <a:gd name="connsiteX4-281" fmla="*/ 2664899 w 2912839"/>
                    <a:gd name="connsiteY4-282" fmla="*/ 875154 h 992627"/>
                    <a:gd name="connsiteX5-283" fmla="*/ 302466 w 2912839"/>
                    <a:gd name="connsiteY5-284" fmla="*/ 708920 h 992627"/>
                    <a:gd name="connsiteX6-285" fmla="*/ 545111 w 2912839"/>
                    <a:gd name="connsiteY6-286" fmla="*/ 169223 h 992627"/>
                    <a:gd name="connsiteX7-287" fmla="*/ 2689205 w 2912839"/>
                    <a:gd name="connsiteY7-288" fmla="*/ 212974 h 992627"/>
                    <a:gd name="connsiteX8-289" fmla="*/ 2580717 w 2912839"/>
                    <a:gd name="connsiteY8-290" fmla="*/ 73489 h 992627"/>
                    <a:gd name="connsiteX0-291" fmla="*/ 2580717 w 2912839"/>
                    <a:gd name="connsiteY0-292" fmla="*/ 73489 h 992472"/>
                    <a:gd name="connsiteX1-293" fmla="*/ 333462 w 2912839"/>
                    <a:gd name="connsiteY1-294" fmla="*/ 57991 h 992472"/>
                    <a:gd name="connsiteX2-295" fmla="*/ 255971 w 2912839"/>
                    <a:gd name="connsiteY2-296" fmla="*/ 832906 h 992472"/>
                    <a:gd name="connsiteX3-297" fmla="*/ 2676386 w 2912839"/>
                    <a:gd name="connsiteY3-298" fmla="*/ 992315 h 992472"/>
                    <a:gd name="connsiteX4-299" fmla="*/ 2649970 w 2912839"/>
                    <a:gd name="connsiteY4-300" fmla="*/ 863957 h 992472"/>
                    <a:gd name="connsiteX5-301" fmla="*/ 302466 w 2912839"/>
                    <a:gd name="connsiteY5-302" fmla="*/ 708920 h 992472"/>
                    <a:gd name="connsiteX6-303" fmla="*/ 545111 w 2912839"/>
                    <a:gd name="connsiteY6-304" fmla="*/ 169223 h 992472"/>
                    <a:gd name="connsiteX7-305" fmla="*/ 2689205 w 2912839"/>
                    <a:gd name="connsiteY7-306" fmla="*/ 212974 h 992472"/>
                    <a:gd name="connsiteX8-307" fmla="*/ 2580717 w 2912839"/>
                    <a:gd name="connsiteY8-308" fmla="*/ 73489 h 992472"/>
                    <a:gd name="connsiteX0-309" fmla="*/ 2580717 w 2912839"/>
                    <a:gd name="connsiteY0-310" fmla="*/ 73489 h 992472"/>
                    <a:gd name="connsiteX1-311" fmla="*/ 333462 w 2912839"/>
                    <a:gd name="connsiteY1-312" fmla="*/ 57991 h 992472"/>
                    <a:gd name="connsiteX2-313" fmla="*/ 255971 w 2912839"/>
                    <a:gd name="connsiteY2-314" fmla="*/ 832906 h 992472"/>
                    <a:gd name="connsiteX3-315" fmla="*/ 2676386 w 2912839"/>
                    <a:gd name="connsiteY3-316" fmla="*/ 992315 h 992472"/>
                    <a:gd name="connsiteX4-317" fmla="*/ 2649970 w 2912839"/>
                    <a:gd name="connsiteY4-318" fmla="*/ 863957 h 992472"/>
                    <a:gd name="connsiteX5-319" fmla="*/ 302466 w 2912839"/>
                    <a:gd name="connsiteY5-320" fmla="*/ 708920 h 992472"/>
                    <a:gd name="connsiteX6-321" fmla="*/ 545111 w 2912839"/>
                    <a:gd name="connsiteY6-322" fmla="*/ 169223 h 992472"/>
                    <a:gd name="connsiteX7-323" fmla="*/ 2689205 w 2912839"/>
                    <a:gd name="connsiteY7-324" fmla="*/ 212974 h 992472"/>
                    <a:gd name="connsiteX8-325" fmla="*/ 2580717 w 2912839"/>
                    <a:gd name="connsiteY8-326" fmla="*/ 73489 h 992472"/>
                    <a:gd name="connsiteX0-327" fmla="*/ 2580717 w 2912839"/>
                    <a:gd name="connsiteY0-328" fmla="*/ 73489 h 992327"/>
                    <a:gd name="connsiteX1-329" fmla="*/ 333462 w 2912839"/>
                    <a:gd name="connsiteY1-330" fmla="*/ 57991 h 992327"/>
                    <a:gd name="connsiteX2-331" fmla="*/ 255971 w 2912839"/>
                    <a:gd name="connsiteY2-332" fmla="*/ 832906 h 992327"/>
                    <a:gd name="connsiteX3-333" fmla="*/ 2676386 w 2912839"/>
                    <a:gd name="connsiteY3-334" fmla="*/ 992315 h 992327"/>
                    <a:gd name="connsiteX4-335" fmla="*/ 2649970 w 2912839"/>
                    <a:gd name="connsiteY4-336" fmla="*/ 863957 h 992327"/>
                    <a:gd name="connsiteX5-337" fmla="*/ 302466 w 2912839"/>
                    <a:gd name="connsiteY5-338" fmla="*/ 708920 h 992327"/>
                    <a:gd name="connsiteX6-339" fmla="*/ 545111 w 2912839"/>
                    <a:gd name="connsiteY6-340" fmla="*/ 169223 h 992327"/>
                    <a:gd name="connsiteX7-341" fmla="*/ 2689205 w 2912839"/>
                    <a:gd name="connsiteY7-342" fmla="*/ 212974 h 992327"/>
                    <a:gd name="connsiteX8-343" fmla="*/ 2580717 w 2912839"/>
                    <a:gd name="connsiteY8-344" fmla="*/ 73489 h 992327"/>
                    <a:gd name="connsiteX0-345" fmla="*/ 2580717 w 2874021"/>
                    <a:gd name="connsiteY0-346" fmla="*/ 74207 h 993045"/>
                    <a:gd name="connsiteX1-347" fmla="*/ 333462 w 2874021"/>
                    <a:gd name="connsiteY1-348" fmla="*/ 58709 h 993045"/>
                    <a:gd name="connsiteX2-349" fmla="*/ 255971 w 2874021"/>
                    <a:gd name="connsiteY2-350" fmla="*/ 833624 h 993045"/>
                    <a:gd name="connsiteX3-351" fmla="*/ 2676386 w 2874021"/>
                    <a:gd name="connsiteY3-352" fmla="*/ 993033 h 993045"/>
                    <a:gd name="connsiteX4-353" fmla="*/ 2649970 w 2874021"/>
                    <a:gd name="connsiteY4-354" fmla="*/ 864675 h 993045"/>
                    <a:gd name="connsiteX5-355" fmla="*/ 302466 w 2874021"/>
                    <a:gd name="connsiteY5-356" fmla="*/ 709638 h 993045"/>
                    <a:gd name="connsiteX6-357" fmla="*/ 545111 w 2874021"/>
                    <a:gd name="connsiteY6-358" fmla="*/ 169941 h 993045"/>
                    <a:gd name="connsiteX7-359" fmla="*/ 2625757 w 2874021"/>
                    <a:gd name="connsiteY7-360" fmla="*/ 232354 h 993045"/>
                    <a:gd name="connsiteX8-361" fmla="*/ 2580717 w 2874021"/>
                    <a:gd name="connsiteY8-362" fmla="*/ 74207 h 993045"/>
                    <a:gd name="connsiteX0-363" fmla="*/ 2580717 w 2856942"/>
                    <a:gd name="connsiteY0-364" fmla="*/ 73776 h 992614"/>
                    <a:gd name="connsiteX1-365" fmla="*/ 333462 w 2856942"/>
                    <a:gd name="connsiteY1-366" fmla="*/ 58278 h 992614"/>
                    <a:gd name="connsiteX2-367" fmla="*/ 255971 w 2856942"/>
                    <a:gd name="connsiteY2-368" fmla="*/ 833193 h 992614"/>
                    <a:gd name="connsiteX3-369" fmla="*/ 2676386 w 2856942"/>
                    <a:gd name="connsiteY3-370" fmla="*/ 992602 h 992614"/>
                    <a:gd name="connsiteX4-371" fmla="*/ 2649970 w 2856942"/>
                    <a:gd name="connsiteY4-372" fmla="*/ 864244 h 992614"/>
                    <a:gd name="connsiteX5-373" fmla="*/ 302466 w 2856942"/>
                    <a:gd name="connsiteY5-374" fmla="*/ 709207 h 992614"/>
                    <a:gd name="connsiteX6-375" fmla="*/ 545111 w 2856942"/>
                    <a:gd name="connsiteY6-376" fmla="*/ 169510 h 992614"/>
                    <a:gd name="connsiteX7-377" fmla="*/ 2595899 w 2856942"/>
                    <a:gd name="connsiteY7-378" fmla="*/ 220726 h 992614"/>
                    <a:gd name="connsiteX8-379" fmla="*/ 2580717 w 2856942"/>
                    <a:gd name="connsiteY8-380" fmla="*/ 73776 h 992614"/>
                    <a:gd name="connsiteX0-381" fmla="*/ 2580717 w 2856942"/>
                    <a:gd name="connsiteY0-382" fmla="*/ 73776 h 992614"/>
                    <a:gd name="connsiteX1-383" fmla="*/ 333462 w 2856942"/>
                    <a:gd name="connsiteY1-384" fmla="*/ 58278 h 992614"/>
                    <a:gd name="connsiteX2-385" fmla="*/ 255971 w 2856942"/>
                    <a:gd name="connsiteY2-386" fmla="*/ 833193 h 992614"/>
                    <a:gd name="connsiteX3-387" fmla="*/ 2676386 w 2856942"/>
                    <a:gd name="connsiteY3-388" fmla="*/ 992602 h 992614"/>
                    <a:gd name="connsiteX4-389" fmla="*/ 2649970 w 2856942"/>
                    <a:gd name="connsiteY4-390" fmla="*/ 864244 h 992614"/>
                    <a:gd name="connsiteX5-391" fmla="*/ 302466 w 2856942"/>
                    <a:gd name="connsiteY5-392" fmla="*/ 709207 h 992614"/>
                    <a:gd name="connsiteX6-393" fmla="*/ 545111 w 2856942"/>
                    <a:gd name="connsiteY6-394" fmla="*/ 169510 h 992614"/>
                    <a:gd name="connsiteX7-395" fmla="*/ 2595899 w 2856942"/>
                    <a:gd name="connsiteY7-396" fmla="*/ 220726 h 992614"/>
                    <a:gd name="connsiteX8-397" fmla="*/ 2580717 w 2856942"/>
                    <a:gd name="connsiteY8-398" fmla="*/ 73776 h 992614"/>
                    <a:gd name="connsiteX0-399" fmla="*/ 2580717 w 2833569"/>
                    <a:gd name="connsiteY0-400" fmla="*/ 73776 h 992614"/>
                    <a:gd name="connsiteX1-401" fmla="*/ 333462 w 2833569"/>
                    <a:gd name="connsiteY1-402" fmla="*/ 58278 h 992614"/>
                    <a:gd name="connsiteX2-403" fmla="*/ 255971 w 2833569"/>
                    <a:gd name="connsiteY2-404" fmla="*/ 833193 h 992614"/>
                    <a:gd name="connsiteX3-405" fmla="*/ 2676386 w 2833569"/>
                    <a:gd name="connsiteY3-406" fmla="*/ 992602 h 992614"/>
                    <a:gd name="connsiteX4-407" fmla="*/ 2649970 w 2833569"/>
                    <a:gd name="connsiteY4-408" fmla="*/ 864244 h 992614"/>
                    <a:gd name="connsiteX5-409" fmla="*/ 302466 w 2833569"/>
                    <a:gd name="connsiteY5-410" fmla="*/ 709207 h 992614"/>
                    <a:gd name="connsiteX6-411" fmla="*/ 545111 w 2833569"/>
                    <a:gd name="connsiteY6-412" fmla="*/ 169510 h 992614"/>
                    <a:gd name="connsiteX7-413" fmla="*/ 2595899 w 2833569"/>
                    <a:gd name="connsiteY7-414" fmla="*/ 220726 h 992614"/>
                    <a:gd name="connsiteX8-415" fmla="*/ 2580717 w 2833569"/>
                    <a:gd name="connsiteY8-416" fmla="*/ 73776 h 992614"/>
                    <a:gd name="connsiteX0-417" fmla="*/ 2580717 w 2833569"/>
                    <a:gd name="connsiteY0-418" fmla="*/ 73776 h 992614"/>
                    <a:gd name="connsiteX1-419" fmla="*/ 333462 w 2833569"/>
                    <a:gd name="connsiteY1-420" fmla="*/ 58278 h 992614"/>
                    <a:gd name="connsiteX2-421" fmla="*/ 255971 w 2833569"/>
                    <a:gd name="connsiteY2-422" fmla="*/ 833193 h 992614"/>
                    <a:gd name="connsiteX3-423" fmla="*/ 2676386 w 2833569"/>
                    <a:gd name="connsiteY3-424" fmla="*/ 992602 h 992614"/>
                    <a:gd name="connsiteX4-425" fmla="*/ 2649970 w 2833569"/>
                    <a:gd name="connsiteY4-426" fmla="*/ 864244 h 992614"/>
                    <a:gd name="connsiteX5-427" fmla="*/ 302466 w 2833569"/>
                    <a:gd name="connsiteY5-428" fmla="*/ 709207 h 992614"/>
                    <a:gd name="connsiteX6-429" fmla="*/ 545111 w 2833569"/>
                    <a:gd name="connsiteY6-430" fmla="*/ 169510 h 992614"/>
                    <a:gd name="connsiteX7-431" fmla="*/ 2595899 w 2833569"/>
                    <a:gd name="connsiteY7-432" fmla="*/ 220726 h 992614"/>
                    <a:gd name="connsiteX8-433" fmla="*/ 2580717 w 2833569"/>
                    <a:gd name="connsiteY8-434" fmla="*/ 73776 h 992614"/>
                    <a:gd name="connsiteX0-435" fmla="*/ 2580717 w 2833569"/>
                    <a:gd name="connsiteY0-436" fmla="*/ 73776 h 992614"/>
                    <a:gd name="connsiteX1-437" fmla="*/ 333462 w 2833569"/>
                    <a:gd name="connsiteY1-438" fmla="*/ 58278 h 992614"/>
                    <a:gd name="connsiteX2-439" fmla="*/ 255971 w 2833569"/>
                    <a:gd name="connsiteY2-440" fmla="*/ 833193 h 992614"/>
                    <a:gd name="connsiteX3-441" fmla="*/ 2676386 w 2833569"/>
                    <a:gd name="connsiteY3-442" fmla="*/ 992602 h 992614"/>
                    <a:gd name="connsiteX4-443" fmla="*/ 2649970 w 2833569"/>
                    <a:gd name="connsiteY4-444" fmla="*/ 864244 h 992614"/>
                    <a:gd name="connsiteX5-445" fmla="*/ 302466 w 2833569"/>
                    <a:gd name="connsiteY5-446" fmla="*/ 709207 h 992614"/>
                    <a:gd name="connsiteX6-447" fmla="*/ 545111 w 2833569"/>
                    <a:gd name="connsiteY6-448" fmla="*/ 169510 h 992614"/>
                    <a:gd name="connsiteX7-449" fmla="*/ 2595899 w 2833569"/>
                    <a:gd name="connsiteY7-450" fmla="*/ 220726 h 992614"/>
                    <a:gd name="connsiteX8-451" fmla="*/ 2580717 w 2833569"/>
                    <a:gd name="connsiteY8-452" fmla="*/ 73776 h 992614"/>
                    <a:gd name="connsiteX0-453" fmla="*/ 2580717 w 2833569"/>
                    <a:gd name="connsiteY0-454" fmla="*/ 73349 h 992187"/>
                    <a:gd name="connsiteX1-455" fmla="*/ 333462 w 2833569"/>
                    <a:gd name="connsiteY1-456" fmla="*/ 57851 h 992187"/>
                    <a:gd name="connsiteX2-457" fmla="*/ 255971 w 2833569"/>
                    <a:gd name="connsiteY2-458" fmla="*/ 832766 h 992187"/>
                    <a:gd name="connsiteX3-459" fmla="*/ 2676386 w 2833569"/>
                    <a:gd name="connsiteY3-460" fmla="*/ 992175 h 992187"/>
                    <a:gd name="connsiteX4-461" fmla="*/ 2649970 w 2833569"/>
                    <a:gd name="connsiteY4-462" fmla="*/ 863817 h 992187"/>
                    <a:gd name="connsiteX5-463" fmla="*/ 302466 w 2833569"/>
                    <a:gd name="connsiteY5-464" fmla="*/ 708780 h 992187"/>
                    <a:gd name="connsiteX6-465" fmla="*/ 545111 w 2833569"/>
                    <a:gd name="connsiteY6-466" fmla="*/ 169083 h 992187"/>
                    <a:gd name="connsiteX7-467" fmla="*/ 2595899 w 2833569"/>
                    <a:gd name="connsiteY7-468" fmla="*/ 209103 h 992187"/>
                    <a:gd name="connsiteX8-469" fmla="*/ 2580717 w 2833569"/>
                    <a:gd name="connsiteY8-470" fmla="*/ 73349 h 992187"/>
                    <a:gd name="connsiteX0-471" fmla="*/ 2580717 w 2861604"/>
                    <a:gd name="connsiteY0-472" fmla="*/ 73349 h 992187"/>
                    <a:gd name="connsiteX1-473" fmla="*/ 333462 w 2861604"/>
                    <a:gd name="connsiteY1-474" fmla="*/ 57851 h 992187"/>
                    <a:gd name="connsiteX2-475" fmla="*/ 255971 w 2861604"/>
                    <a:gd name="connsiteY2-476" fmla="*/ 832766 h 992187"/>
                    <a:gd name="connsiteX3-477" fmla="*/ 2676386 w 2861604"/>
                    <a:gd name="connsiteY3-478" fmla="*/ 992175 h 992187"/>
                    <a:gd name="connsiteX4-479" fmla="*/ 2649970 w 2861604"/>
                    <a:gd name="connsiteY4-480" fmla="*/ 863817 h 992187"/>
                    <a:gd name="connsiteX5-481" fmla="*/ 302466 w 2861604"/>
                    <a:gd name="connsiteY5-482" fmla="*/ 708780 h 992187"/>
                    <a:gd name="connsiteX6-483" fmla="*/ 470467 w 2861604"/>
                    <a:gd name="connsiteY6-484" fmla="*/ 157886 h 992187"/>
                    <a:gd name="connsiteX7-485" fmla="*/ 2595899 w 2861604"/>
                    <a:gd name="connsiteY7-486" fmla="*/ 209103 h 992187"/>
                    <a:gd name="connsiteX8-487" fmla="*/ 2580717 w 2861604"/>
                    <a:gd name="connsiteY8-488" fmla="*/ 73349 h 992187"/>
                    <a:gd name="connsiteX0-489" fmla="*/ 2580717 w 2856710"/>
                    <a:gd name="connsiteY0-490" fmla="*/ 73349 h 992187"/>
                    <a:gd name="connsiteX1-491" fmla="*/ 333462 w 2856710"/>
                    <a:gd name="connsiteY1-492" fmla="*/ 57851 h 992187"/>
                    <a:gd name="connsiteX2-493" fmla="*/ 255971 w 2856710"/>
                    <a:gd name="connsiteY2-494" fmla="*/ 832766 h 992187"/>
                    <a:gd name="connsiteX3-495" fmla="*/ 2676386 w 2856710"/>
                    <a:gd name="connsiteY3-496" fmla="*/ 992175 h 992187"/>
                    <a:gd name="connsiteX4-497" fmla="*/ 2649970 w 2856710"/>
                    <a:gd name="connsiteY4-498" fmla="*/ 863817 h 992187"/>
                    <a:gd name="connsiteX5-499" fmla="*/ 302466 w 2856710"/>
                    <a:gd name="connsiteY5-500" fmla="*/ 708780 h 992187"/>
                    <a:gd name="connsiteX6-501" fmla="*/ 548844 w 2856710"/>
                    <a:gd name="connsiteY6-502" fmla="*/ 154154 h 992187"/>
                    <a:gd name="connsiteX7-503" fmla="*/ 2595899 w 2856710"/>
                    <a:gd name="connsiteY7-504" fmla="*/ 209103 h 992187"/>
                    <a:gd name="connsiteX8-505" fmla="*/ 2580717 w 2856710"/>
                    <a:gd name="connsiteY8-506" fmla="*/ 73349 h 992187"/>
                    <a:gd name="connsiteX0-507" fmla="*/ 2580717 w 2915121"/>
                    <a:gd name="connsiteY0-508" fmla="*/ 73349 h 992193"/>
                    <a:gd name="connsiteX1-509" fmla="*/ 333462 w 2915121"/>
                    <a:gd name="connsiteY1-510" fmla="*/ 57851 h 992193"/>
                    <a:gd name="connsiteX2-511" fmla="*/ 255971 w 2915121"/>
                    <a:gd name="connsiteY2-512" fmla="*/ 832766 h 992193"/>
                    <a:gd name="connsiteX3-513" fmla="*/ 2676386 w 2915121"/>
                    <a:gd name="connsiteY3-514" fmla="*/ 992175 h 992193"/>
                    <a:gd name="connsiteX4-515" fmla="*/ 2649970 w 2915121"/>
                    <a:gd name="connsiteY4-516" fmla="*/ 863817 h 992193"/>
                    <a:gd name="connsiteX5-517" fmla="*/ 350986 w 2915121"/>
                    <a:gd name="connsiteY5-518" fmla="*/ 708780 h 992193"/>
                    <a:gd name="connsiteX6-519" fmla="*/ 548844 w 2915121"/>
                    <a:gd name="connsiteY6-520" fmla="*/ 154154 h 992193"/>
                    <a:gd name="connsiteX7-521" fmla="*/ 2595899 w 2915121"/>
                    <a:gd name="connsiteY7-522" fmla="*/ 209103 h 992193"/>
                    <a:gd name="connsiteX8-523" fmla="*/ 2580717 w 2915121"/>
                    <a:gd name="connsiteY8-524" fmla="*/ 73349 h 992193"/>
                    <a:gd name="connsiteX0-525" fmla="*/ 2580717 w 2915121"/>
                    <a:gd name="connsiteY0-526" fmla="*/ 73349 h 992193"/>
                    <a:gd name="connsiteX1-527" fmla="*/ 333462 w 2915121"/>
                    <a:gd name="connsiteY1-528" fmla="*/ 57851 h 992193"/>
                    <a:gd name="connsiteX2-529" fmla="*/ 255971 w 2915121"/>
                    <a:gd name="connsiteY2-530" fmla="*/ 832766 h 992193"/>
                    <a:gd name="connsiteX3-531" fmla="*/ 2676386 w 2915121"/>
                    <a:gd name="connsiteY3-532" fmla="*/ 992175 h 992193"/>
                    <a:gd name="connsiteX4-533" fmla="*/ 2649970 w 2915121"/>
                    <a:gd name="connsiteY4-534" fmla="*/ 863817 h 992193"/>
                    <a:gd name="connsiteX5-535" fmla="*/ 350986 w 2915121"/>
                    <a:gd name="connsiteY5-536" fmla="*/ 708780 h 992193"/>
                    <a:gd name="connsiteX6-537" fmla="*/ 515254 w 2915121"/>
                    <a:gd name="connsiteY6-538" fmla="*/ 154154 h 992193"/>
                    <a:gd name="connsiteX7-539" fmla="*/ 2595899 w 2915121"/>
                    <a:gd name="connsiteY7-540" fmla="*/ 209103 h 992193"/>
                    <a:gd name="connsiteX8-541" fmla="*/ 2580717 w 2915121"/>
                    <a:gd name="connsiteY8-542" fmla="*/ 73349 h 992193"/>
                    <a:gd name="connsiteX0-543" fmla="*/ 2574189 w 2914778"/>
                    <a:gd name="connsiteY0-544" fmla="*/ 51363 h 1006047"/>
                    <a:gd name="connsiteX1-545" fmla="*/ 333119 w 2914778"/>
                    <a:gd name="connsiteY1-546" fmla="*/ 71705 h 1006047"/>
                    <a:gd name="connsiteX2-547" fmla="*/ 255628 w 2914778"/>
                    <a:gd name="connsiteY2-548" fmla="*/ 846620 h 1006047"/>
                    <a:gd name="connsiteX3-549" fmla="*/ 2676043 w 2914778"/>
                    <a:gd name="connsiteY3-550" fmla="*/ 1006029 h 1006047"/>
                    <a:gd name="connsiteX4-551" fmla="*/ 2649627 w 2914778"/>
                    <a:gd name="connsiteY4-552" fmla="*/ 877671 h 1006047"/>
                    <a:gd name="connsiteX5-553" fmla="*/ 350643 w 2914778"/>
                    <a:gd name="connsiteY5-554" fmla="*/ 722634 h 1006047"/>
                    <a:gd name="connsiteX6-555" fmla="*/ 514911 w 2914778"/>
                    <a:gd name="connsiteY6-556" fmla="*/ 168008 h 1006047"/>
                    <a:gd name="connsiteX7-557" fmla="*/ 2595556 w 2914778"/>
                    <a:gd name="connsiteY7-558" fmla="*/ 222957 h 1006047"/>
                    <a:gd name="connsiteX8-559" fmla="*/ 2574189 w 2914778"/>
                    <a:gd name="connsiteY8-560" fmla="*/ 51363 h 1006047"/>
                    <a:gd name="connsiteX0-561" fmla="*/ 2574189 w 2914778"/>
                    <a:gd name="connsiteY0-562" fmla="*/ 50194 h 1004878"/>
                    <a:gd name="connsiteX1-563" fmla="*/ 333119 w 2914778"/>
                    <a:gd name="connsiteY1-564" fmla="*/ 70536 h 1004878"/>
                    <a:gd name="connsiteX2-565" fmla="*/ 255628 w 2914778"/>
                    <a:gd name="connsiteY2-566" fmla="*/ 845451 h 1004878"/>
                    <a:gd name="connsiteX3-567" fmla="*/ 2676043 w 2914778"/>
                    <a:gd name="connsiteY3-568" fmla="*/ 1004860 h 1004878"/>
                    <a:gd name="connsiteX4-569" fmla="*/ 2649627 w 2914778"/>
                    <a:gd name="connsiteY4-570" fmla="*/ 876502 h 1004878"/>
                    <a:gd name="connsiteX5-571" fmla="*/ 350643 w 2914778"/>
                    <a:gd name="connsiteY5-572" fmla="*/ 721465 h 1004878"/>
                    <a:gd name="connsiteX6-573" fmla="*/ 514911 w 2914778"/>
                    <a:gd name="connsiteY6-574" fmla="*/ 166839 h 1004878"/>
                    <a:gd name="connsiteX7-575" fmla="*/ 2595557 w 2914778"/>
                    <a:gd name="connsiteY7-576" fmla="*/ 197895 h 1004878"/>
                    <a:gd name="connsiteX8-577" fmla="*/ 2574189 w 2914778"/>
                    <a:gd name="connsiteY8-578" fmla="*/ 50194 h 1004878"/>
                    <a:gd name="connsiteX0-579" fmla="*/ 2580717 w 2915121"/>
                    <a:gd name="connsiteY0-580" fmla="*/ 40455 h 1013060"/>
                    <a:gd name="connsiteX1-581" fmla="*/ 333462 w 2915121"/>
                    <a:gd name="connsiteY1-582" fmla="*/ 78718 h 1013060"/>
                    <a:gd name="connsiteX2-583" fmla="*/ 255971 w 2915121"/>
                    <a:gd name="connsiteY2-584" fmla="*/ 853633 h 1013060"/>
                    <a:gd name="connsiteX3-585" fmla="*/ 2676386 w 2915121"/>
                    <a:gd name="connsiteY3-586" fmla="*/ 1013042 h 1013060"/>
                    <a:gd name="connsiteX4-587" fmla="*/ 2649970 w 2915121"/>
                    <a:gd name="connsiteY4-588" fmla="*/ 884684 h 1013060"/>
                    <a:gd name="connsiteX5-589" fmla="*/ 350986 w 2915121"/>
                    <a:gd name="connsiteY5-590" fmla="*/ 729647 h 1013060"/>
                    <a:gd name="connsiteX6-591" fmla="*/ 515254 w 2915121"/>
                    <a:gd name="connsiteY6-592" fmla="*/ 175021 h 1013060"/>
                    <a:gd name="connsiteX7-593" fmla="*/ 2595900 w 2915121"/>
                    <a:gd name="connsiteY7-594" fmla="*/ 206077 h 1013060"/>
                    <a:gd name="connsiteX8-595" fmla="*/ 2580717 w 2915121"/>
                    <a:gd name="connsiteY8-596" fmla="*/ 40455 h 1013060"/>
                    <a:gd name="connsiteX0-597" fmla="*/ 2580717 w 2915121"/>
                    <a:gd name="connsiteY0-598" fmla="*/ 40129 h 1012734"/>
                    <a:gd name="connsiteX1-599" fmla="*/ 333462 w 2915121"/>
                    <a:gd name="connsiteY1-600" fmla="*/ 78392 h 1012734"/>
                    <a:gd name="connsiteX2-601" fmla="*/ 255971 w 2915121"/>
                    <a:gd name="connsiteY2-602" fmla="*/ 853307 h 1012734"/>
                    <a:gd name="connsiteX3-603" fmla="*/ 2676386 w 2915121"/>
                    <a:gd name="connsiteY3-604" fmla="*/ 1012716 h 1012734"/>
                    <a:gd name="connsiteX4-605" fmla="*/ 2649970 w 2915121"/>
                    <a:gd name="connsiteY4-606" fmla="*/ 884358 h 1012734"/>
                    <a:gd name="connsiteX5-607" fmla="*/ 350986 w 2915121"/>
                    <a:gd name="connsiteY5-608" fmla="*/ 729321 h 1012734"/>
                    <a:gd name="connsiteX6-609" fmla="*/ 515254 w 2915121"/>
                    <a:gd name="connsiteY6-610" fmla="*/ 174695 h 1012734"/>
                    <a:gd name="connsiteX7-611" fmla="*/ 2564975 w 2915121"/>
                    <a:gd name="connsiteY7-612" fmla="*/ 199777 h 1012734"/>
                    <a:gd name="connsiteX8-613" fmla="*/ 2580717 w 2915121"/>
                    <a:gd name="connsiteY8-614" fmla="*/ 40129 h 1012734"/>
                    <a:gd name="connsiteX0-615" fmla="*/ 2580717 w 2958632"/>
                    <a:gd name="connsiteY0-616" fmla="*/ 40128 h 1012715"/>
                    <a:gd name="connsiteX1-617" fmla="*/ 333462 w 2958632"/>
                    <a:gd name="connsiteY1-618" fmla="*/ 78391 h 1012715"/>
                    <a:gd name="connsiteX2-619" fmla="*/ 255971 w 2958632"/>
                    <a:gd name="connsiteY2-620" fmla="*/ 853306 h 1012715"/>
                    <a:gd name="connsiteX3-621" fmla="*/ 2676386 w 2958632"/>
                    <a:gd name="connsiteY3-622" fmla="*/ 1012715 h 1012715"/>
                    <a:gd name="connsiteX4-623" fmla="*/ 2649970 w 2958632"/>
                    <a:gd name="connsiteY4-624" fmla="*/ 854491 h 1012715"/>
                    <a:gd name="connsiteX5-625" fmla="*/ 350986 w 2958632"/>
                    <a:gd name="connsiteY5-626" fmla="*/ 729320 h 1012715"/>
                    <a:gd name="connsiteX6-627" fmla="*/ 515254 w 2958632"/>
                    <a:gd name="connsiteY6-628" fmla="*/ 174694 h 1012715"/>
                    <a:gd name="connsiteX7-629" fmla="*/ 2564975 w 2958632"/>
                    <a:gd name="connsiteY7-630" fmla="*/ 199776 h 1012715"/>
                    <a:gd name="connsiteX8-631" fmla="*/ 2580717 w 2958632"/>
                    <a:gd name="connsiteY8-632" fmla="*/ 40128 h 1012715"/>
                    <a:gd name="connsiteX0-633" fmla="*/ 2578194 w 2934745"/>
                    <a:gd name="connsiteY0-634" fmla="*/ 40128 h 994924"/>
                    <a:gd name="connsiteX1-635" fmla="*/ 330939 w 2934745"/>
                    <a:gd name="connsiteY1-636" fmla="*/ 78391 h 994924"/>
                    <a:gd name="connsiteX2-637" fmla="*/ 253448 w 2934745"/>
                    <a:gd name="connsiteY2-638" fmla="*/ 853306 h 994924"/>
                    <a:gd name="connsiteX3-639" fmla="*/ 2636753 w 2934745"/>
                    <a:gd name="connsiteY3-640" fmla="*/ 994796 h 994924"/>
                    <a:gd name="connsiteX4-641" fmla="*/ 2647447 w 2934745"/>
                    <a:gd name="connsiteY4-642" fmla="*/ 854491 h 994924"/>
                    <a:gd name="connsiteX5-643" fmla="*/ 348463 w 2934745"/>
                    <a:gd name="connsiteY5-644" fmla="*/ 729320 h 994924"/>
                    <a:gd name="connsiteX6-645" fmla="*/ 512731 w 2934745"/>
                    <a:gd name="connsiteY6-646" fmla="*/ 174694 h 994924"/>
                    <a:gd name="connsiteX7-647" fmla="*/ 2562452 w 2934745"/>
                    <a:gd name="connsiteY7-648" fmla="*/ 199776 h 994924"/>
                    <a:gd name="connsiteX8-649" fmla="*/ 2578194 w 2934745"/>
                    <a:gd name="connsiteY8-650" fmla="*/ 40128 h 994924"/>
                    <a:gd name="connsiteX0-651" fmla="*/ 2578194 w 2917686"/>
                    <a:gd name="connsiteY0-652" fmla="*/ 40128 h 996242"/>
                    <a:gd name="connsiteX1-653" fmla="*/ 330939 w 2917686"/>
                    <a:gd name="connsiteY1-654" fmla="*/ 78391 h 996242"/>
                    <a:gd name="connsiteX2-655" fmla="*/ 253448 w 2917686"/>
                    <a:gd name="connsiteY2-656" fmla="*/ 853306 h 996242"/>
                    <a:gd name="connsiteX3-657" fmla="*/ 2636753 w 2917686"/>
                    <a:gd name="connsiteY3-658" fmla="*/ 994796 h 996242"/>
                    <a:gd name="connsiteX4-659" fmla="*/ 2616523 w 2917686"/>
                    <a:gd name="connsiteY4-660" fmla="*/ 830598 h 996242"/>
                    <a:gd name="connsiteX5-661" fmla="*/ 348463 w 2917686"/>
                    <a:gd name="connsiteY5-662" fmla="*/ 729320 h 996242"/>
                    <a:gd name="connsiteX6-663" fmla="*/ 512731 w 2917686"/>
                    <a:gd name="connsiteY6-664" fmla="*/ 174694 h 996242"/>
                    <a:gd name="connsiteX7-665" fmla="*/ 2562452 w 2917686"/>
                    <a:gd name="connsiteY7-666" fmla="*/ 199776 h 996242"/>
                    <a:gd name="connsiteX8-667" fmla="*/ 2578194 w 2917686"/>
                    <a:gd name="connsiteY8-668" fmla="*/ 40128 h 996242"/>
                    <a:gd name="connsiteX0-669" fmla="*/ 2577774 w 2913658"/>
                    <a:gd name="connsiteY0-670" fmla="*/ 40128 h 975285"/>
                    <a:gd name="connsiteX1-671" fmla="*/ 330519 w 2913658"/>
                    <a:gd name="connsiteY1-672" fmla="*/ 78391 h 975285"/>
                    <a:gd name="connsiteX2-673" fmla="*/ 253028 w 2913658"/>
                    <a:gd name="connsiteY2-674" fmla="*/ 853306 h 975285"/>
                    <a:gd name="connsiteX3-675" fmla="*/ 2630148 w 2913658"/>
                    <a:gd name="connsiteY3-676" fmla="*/ 970903 h 975285"/>
                    <a:gd name="connsiteX4-677" fmla="*/ 2616103 w 2913658"/>
                    <a:gd name="connsiteY4-678" fmla="*/ 830598 h 975285"/>
                    <a:gd name="connsiteX5-679" fmla="*/ 348043 w 2913658"/>
                    <a:gd name="connsiteY5-680" fmla="*/ 729320 h 975285"/>
                    <a:gd name="connsiteX6-681" fmla="*/ 512311 w 2913658"/>
                    <a:gd name="connsiteY6-682" fmla="*/ 174694 h 975285"/>
                    <a:gd name="connsiteX7-683" fmla="*/ 2562032 w 2913658"/>
                    <a:gd name="connsiteY7-684" fmla="*/ 199776 h 975285"/>
                    <a:gd name="connsiteX8-685" fmla="*/ 2577774 w 2913658"/>
                    <a:gd name="connsiteY8-686" fmla="*/ 40128 h 975285"/>
                    <a:gd name="connsiteX0-687" fmla="*/ 2563016 w 2897373"/>
                    <a:gd name="connsiteY0-688" fmla="*/ 43385 h 999125"/>
                    <a:gd name="connsiteX1-689" fmla="*/ 315761 w 2897373"/>
                    <a:gd name="connsiteY1-690" fmla="*/ 81648 h 999125"/>
                    <a:gd name="connsiteX2-691" fmla="*/ 262104 w 2897373"/>
                    <a:gd name="connsiteY2-692" fmla="*/ 903772 h 999125"/>
                    <a:gd name="connsiteX3-693" fmla="*/ 2615390 w 2897373"/>
                    <a:gd name="connsiteY3-694" fmla="*/ 974160 h 999125"/>
                    <a:gd name="connsiteX4-695" fmla="*/ 2601345 w 2897373"/>
                    <a:gd name="connsiteY4-696" fmla="*/ 833855 h 999125"/>
                    <a:gd name="connsiteX5-697" fmla="*/ 333285 w 2897373"/>
                    <a:gd name="connsiteY5-698" fmla="*/ 732577 h 999125"/>
                    <a:gd name="connsiteX6-699" fmla="*/ 497553 w 2897373"/>
                    <a:gd name="connsiteY6-700" fmla="*/ 177951 h 999125"/>
                    <a:gd name="connsiteX7-701" fmla="*/ 2547274 w 2897373"/>
                    <a:gd name="connsiteY7-702" fmla="*/ 203033 h 999125"/>
                    <a:gd name="connsiteX8-703" fmla="*/ 2563016 w 2897373"/>
                    <a:gd name="connsiteY8-704" fmla="*/ 43385 h 999125"/>
                    <a:gd name="connsiteX0-705" fmla="*/ 2563016 w 2897736"/>
                    <a:gd name="connsiteY0-706" fmla="*/ 43386 h 999126"/>
                    <a:gd name="connsiteX1-707" fmla="*/ 315761 w 2897736"/>
                    <a:gd name="connsiteY1-708" fmla="*/ 81649 h 999126"/>
                    <a:gd name="connsiteX2-709" fmla="*/ 262104 w 2897736"/>
                    <a:gd name="connsiteY2-710" fmla="*/ 903773 h 999126"/>
                    <a:gd name="connsiteX3-711" fmla="*/ 2615390 w 2897736"/>
                    <a:gd name="connsiteY3-712" fmla="*/ 974161 h 999126"/>
                    <a:gd name="connsiteX4-713" fmla="*/ 2601345 w 2897736"/>
                    <a:gd name="connsiteY4-714" fmla="*/ 833856 h 999126"/>
                    <a:gd name="connsiteX5-715" fmla="*/ 327326 w 2897736"/>
                    <a:gd name="connsiteY5-716" fmla="*/ 759556 h 999126"/>
                    <a:gd name="connsiteX6-717" fmla="*/ 497553 w 2897736"/>
                    <a:gd name="connsiteY6-718" fmla="*/ 177952 h 999126"/>
                    <a:gd name="connsiteX7-719" fmla="*/ 2547274 w 2897736"/>
                    <a:gd name="connsiteY7-720" fmla="*/ 203034 h 999126"/>
                    <a:gd name="connsiteX8-721" fmla="*/ 2563016 w 2897736"/>
                    <a:gd name="connsiteY8-722" fmla="*/ 43386 h 999126"/>
                    <a:gd name="connsiteX0-723" fmla="*/ 2563016 w 2897736"/>
                    <a:gd name="connsiteY0-724" fmla="*/ 43386 h 999126"/>
                    <a:gd name="connsiteX1-725" fmla="*/ 315761 w 2897736"/>
                    <a:gd name="connsiteY1-726" fmla="*/ 81649 h 999126"/>
                    <a:gd name="connsiteX2-727" fmla="*/ 262104 w 2897736"/>
                    <a:gd name="connsiteY2-728" fmla="*/ 903773 h 999126"/>
                    <a:gd name="connsiteX3-729" fmla="*/ 2615390 w 2897736"/>
                    <a:gd name="connsiteY3-730" fmla="*/ 974161 h 999126"/>
                    <a:gd name="connsiteX4-731" fmla="*/ 2601345 w 2897736"/>
                    <a:gd name="connsiteY4-732" fmla="*/ 833856 h 999126"/>
                    <a:gd name="connsiteX5-733" fmla="*/ 327326 w 2897736"/>
                    <a:gd name="connsiteY5-734" fmla="*/ 786531 h 999126"/>
                    <a:gd name="connsiteX6-735" fmla="*/ 497553 w 2897736"/>
                    <a:gd name="connsiteY6-736" fmla="*/ 177952 h 999126"/>
                    <a:gd name="connsiteX7-737" fmla="*/ 2547274 w 2897736"/>
                    <a:gd name="connsiteY7-738" fmla="*/ 203034 h 999126"/>
                    <a:gd name="connsiteX8-739" fmla="*/ 2563016 w 2897736"/>
                    <a:gd name="connsiteY8-740" fmla="*/ 43386 h 999126"/>
                    <a:gd name="connsiteX0-741" fmla="*/ 2540058 w 2896482"/>
                    <a:gd name="connsiteY0-742" fmla="*/ 35215 h 1007333"/>
                    <a:gd name="connsiteX1-743" fmla="*/ 314507 w 2896482"/>
                    <a:gd name="connsiteY1-744" fmla="*/ 89856 h 1007333"/>
                    <a:gd name="connsiteX2-745" fmla="*/ 260850 w 2896482"/>
                    <a:gd name="connsiteY2-746" fmla="*/ 911980 h 1007333"/>
                    <a:gd name="connsiteX3-747" fmla="*/ 2614136 w 2896482"/>
                    <a:gd name="connsiteY3-748" fmla="*/ 982368 h 1007333"/>
                    <a:gd name="connsiteX4-749" fmla="*/ 2600091 w 2896482"/>
                    <a:gd name="connsiteY4-750" fmla="*/ 842063 h 1007333"/>
                    <a:gd name="connsiteX5-751" fmla="*/ 326072 w 2896482"/>
                    <a:gd name="connsiteY5-752" fmla="*/ 794738 h 1007333"/>
                    <a:gd name="connsiteX6-753" fmla="*/ 496299 w 2896482"/>
                    <a:gd name="connsiteY6-754" fmla="*/ 186159 h 1007333"/>
                    <a:gd name="connsiteX7-755" fmla="*/ 2546020 w 2896482"/>
                    <a:gd name="connsiteY7-756" fmla="*/ 211241 h 1007333"/>
                    <a:gd name="connsiteX8-757" fmla="*/ 2540058 w 2896482"/>
                    <a:gd name="connsiteY8-758" fmla="*/ 35215 h 1007333"/>
                    <a:gd name="connsiteX0-759" fmla="*/ 2425325 w 2890273"/>
                    <a:gd name="connsiteY0-760" fmla="*/ 43387 h 999127"/>
                    <a:gd name="connsiteX1-761" fmla="*/ 308298 w 2890273"/>
                    <a:gd name="connsiteY1-762" fmla="*/ 81650 h 999127"/>
                    <a:gd name="connsiteX2-763" fmla="*/ 254641 w 2890273"/>
                    <a:gd name="connsiteY2-764" fmla="*/ 903774 h 999127"/>
                    <a:gd name="connsiteX3-765" fmla="*/ 2607927 w 2890273"/>
                    <a:gd name="connsiteY3-766" fmla="*/ 974162 h 999127"/>
                    <a:gd name="connsiteX4-767" fmla="*/ 2593882 w 2890273"/>
                    <a:gd name="connsiteY4-768" fmla="*/ 833857 h 999127"/>
                    <a:gd name="connsiteX5-769" fmla="*/ 319863 w 2890273"/>
                    <a:gd name="connsiteY5-770" fmla="*/ 786532 h 999127"/>
                    <a:gd name="connsiteX6-771" fmla="*/ 490090 w 2890273"/>
                    <a:gd name="connsiteY6-772" fmla="*/ 177953 h 999127"/>
                    <a:gd name="connsiteX7-773" fmla="*/ 2539811 w 2890273"/>
                    <a:gd name="connsiteY7-774" fmla="*/ 203035 h 999127"/>
                    <a:gd name="connsiteX8-775" fmla="*/ 2425325 w 2890273"/>
                    <a:gd name="connsiteY8-776" fmla="*/ 43387 h 999127"/>
                    <a:gd name="connsiteX0-777" fmla="*/ 2425325 w 2890273"/>
                    <a:gd name="connsiteY0-778" fmla="*/ 41650 h 997390"/>
                    <a:gd name="connsiteX1-779" fmla="*/ 308298 w 2890273"/>
                    <a:gd name="connsiteY1-780" fmla="*/ 79913 h 997390"/>
                    <a:gd name="connsiteX2-781" fmla="*/ 254641 w 2890273"/>
                    <a:gd name="connsiteY2-782" fmla="*/ 902037 h 997390"/>
                    <a:gd name="connsiteX3-783" fmla="*/ 2607927 w 2890273"/>
                    <a:gd name="connsiteY3-784" fmla="*/ 972425 h 997390"/>
                    <a:gd name="connsiteX4-785" fmla="*/ 2593882 w 2890273"/>
                    <a:gd name="connsiteY4-786" fmla="*/ 832120 h 997390"/>
                    <a:gd name="connsiteX5-787" fmla="*/ 319863 w 2890273"/>
                    <a:gd name="connsiteY5-788" fmla="*/ 784795 h 997390"/>
                    <a:gd name="connsiteX6-789" fmla="*/ 490090 w 2890273"/>
                    <a:gd name="connsiteY6-790" fmla="*/ 176216 h 997390"/>
                    <a:gd name="connsiteX7-791" fmla="*/ 2590456 w 2890273"/>
                    <a:gd name="connsiteY7-792" fmla="*/ 168542 h 997390"/>
                    <a:gd name="connsiteX8-793" fmla="*/ 2425325 w 2890273"/>
                    <a:gd name="connsiteY8-794" fmla="*/ 41650 h 997390"/>
                    <a:gd name="connsiteX0-795" fmla="*/ 2425325 w 2832592"/>
                    <a:gd name="connsiteY0-796" fmla="*/ 41650 h 995337"/>
                    <a:gd name="connsiteX1-797" fmla="*/ 308298 w 2832592"/>
                    <a:gd name="connsiteY1-798" fmla="*/ 79913 h 995337"/>
                    <a:gd name="connsiteX2-799" fmla="*/ 254641 w 2832592"/>
                    <a:gd name="connsiteY2-800" fmla="*/ 902037 h 995337"/>
                    <a:gd name="connsiteX3-801" fmla="*/ 2607927 w 2832592"/>
                    <a:gd name="connsiteY3-802" fmla="*/ 972425 h 995337"/>
                    <a:gd name="connsiteX4-803" fmla="*/ 2478123 w 2832592"/>
                    <a:gd name="connsiteY4-804" fmla="*/ 864876 h 995337"/>
                    <a:gd name="connsiteX5-805" fmla="*/ 319863 w 2832592"/>
                    <a:gd name="connsiteY5-806" fmla="*/ 784795 h 995337"/>
                    <a:gd name="connsiteX6-807" fmla="*/ 490090 w 2832592"/>
                    <a:gd name="connsiteY6-808" fmla="*/ 176216 h 995337"/>
                    <a:gd name="connsiteX7-809" fmla="*/ 2590456 w 2832592"/>
                    <a:gd name="connsiteY7-810" fmla="*/ 168542 h 995337"/>
                    <a:gd name="connsiteX8-811" fmla="*/ 2425325 w 2832592"/>
                    <a:gd name="connsiteY8-812" fmla="*/ 41650 h 995337"/>
                    <a:gd name="connsiteX0-813" fmla="*/ 2425325 w 2842565"/>
                    <a:gd name="connsiteY0-814" fmla="*/ 41650 h 996874"/>
                    <a:gd name="connsiteX1-815" fmla="*/ 308298 w 2842565"/>
                    <a:gd name="connsiteY1-816" fmla="*/ 79913 h 996874"/>
                    <a:gd name="connsiteX2-817" fmla="*/ 254641 w 2842565"/>
                    <a:gd name="connsiteY2-818" fmla="*/ 902037 h 996874"/>
                    <a:gd name="connsiteX3-819" fmla="*/ 2607927 w 2842565"/>
                    <a:gd name="connsiteY3-820" fmla="*/ 972425 h 996874"/>
                    <a:gd name="connsiteX4-821" fmla="*/ 2499828 w 2842565"/>
                    <a:gd name="connsiteY4-822" fmla="*/ 840309 h 996874"/>
                    <a:gd name="connsiteX5-823" fmla="*/ 319863 w 2842565"/>
                    <a:gd name="connsiteY5-824" fmla="*/ 784795 h 996874"/>
                    <a:gd name="connsiteX6-825" fmla="*/ 490090 w 2842565"/>
                    <a:gd name="connsiteY6-826" fmla="*/ 176216 h 996874"/>
                    <a:gd name="connsiteX7-827" fmla="*/ 2590456 w 2842565"/>
                    <a:gd name="connsiteY7-828" fmla="*/ 168542 h 996874"/>
                    <a:gd name="connsiteX8-829" fmla="*/ 2425325 w 2842565"/>
                    <a:gd name="connsiteY8-830" fmla="*/ 41650 h 996874"/>
                    <a:gd name="connsiteX0-831" fmla="*/ 2425325 w 2804390"/>
                    <a:gd name="connsiteY0-832" fmla="*/ 41650 h 996874"/>
                    <a:gd name="connsiteX1-833" fmla="*/ 308298 w 2804390"/>
                    <a:gd name="connsiteY1-834" fmla="*/ 79913 h 996874"/>
                    <a:gd name="connsiteX2-835" fmla="*/ 254641 w 2804390"/>
                    <a:gd name="connsiteY2-836" fmla="*/ 902037 h 996874"/>
                    <a:gd name="connsiteX3-837" fmla="*/ 2607927 w 2804390"/>
                    <a:gd name="connsiteY3-838" fmla="*/ 972425 h 996874"/>
                    <a:gd name="connsiteX4-839" fmla="*/ 2499828 w 2804390"/>
                    <a:gd name="connsiteY4-840" fmla="*/ 840309 h 996874"/>
                    <a:gd name="connsiteX5-841" fmla="*/ 319863 w 2804390"/>
                    <a:gd name="connsiteY5-842" fmla="*/ 784795 h 996874"/>
                    <a:gd name="connsiteX6-843" fmla="*/ 490090 w 2804390"/>
                    <a:gd name="connsiteY6-844" fmla="*/ 176216 h 996874"/>
                    <a:gd name="connsiteX7-845" fmla="*/ 2590456 w 2804390"/>
                    <a:gd name="connsiteY7-846" fmla="*/ 168542 h 996874"/>
                    <a:gd name="connsiteX8-847" fmla="*/ 2425325 w 2804390"/>
                    <a:gd name="connsiteY8-848" fmla="*/ 41650 h 996874"/>
                    <a:gd name="connsiteX0-849" fmla="*/ 2470871 w 2849936"/>
                    <a:gd name="connsiteY0-850" fmla="*/ 41650 h 996874"/>
                    <a:gd name="connsiteX1-851" fmla="*/ 353844 w 2849936"/>
                    <a:gd name="connsiteY1-852" fmla="*/ 79913 h 996874"/>
                    <a:gd name="connsiteX2-853" fmla="*/ 300187 w 2849936"/>
                    <a:gd name="connsiteY2-854" fmla="*/ 902037 h 996874"/>
                    <a:gd name="connsiteX3-855" fmla="*/ 2653473 w 2849936"/>
                    <a:gd name="connsiteY3-856" fmla="*/ 972425 h 996874"/>
                    <a:gd name="connsiteX4-857" fmla="*/ 2545374 w 2849936"/>
                    <a:gd name="connsiteY4-858" fmla="*/ 840309 h 996874"/>
                    <a:gd name="connsiteX5-859" fmla="*/ 365409 w 2849936"/>
                    <a:gd name="connsiteY5-860" fmla="*/ 784795 h 996874"/>
                    <a:gd name="connsiteX6-861" fmla="*/ 535636 w 2849936"/>
                    <a:gd name="connsiteY6-862" fmla="*/ 176216 h 996874"/>
                    <a:gd name="connsiteX7-863" fmla="*/ 2636002 w 2849936"/>
                    <a:gd name="connsiteY7-864" fmla="*/ 168542 h 996874"/>
                    <a:gd name="connsiteX8-865" fmla="*/ 2470871 w 2849936"/>
                    <a:gd name="connsiteY8-866" fmla="*/ 41650 h 996874"/>
                    <a:gd name="connsiteX0-867" fmla="*/ 2425325 w 2804390"/>
                    <a:gd name="connsiteY0-868" fmla="*/ 41650 h 996874"/>
                    <a:gd name="connsiteX1-869" fmla="*/ 308298 w 2804390"/>
                    <a:gd name="connsiteY1-870" fmla="*/ 79913 h 996874"/>
                    <a:gd name="connsiteX2-871" fmla="*/ 254641 w 2804390"/>
                    <a:gd name="connsiteY2-872" fmla="*/ 902037 h 996874"/>
                    <a:gd name="connsiteX3-873" fmla="*/ 2607927 w 2804390"/>
                    <a:gd name="connsiteY3-874" fmla="*/ 972425 h 996874"/>
                    <a:gd name="connsiteX4-875" fmla="*/ 2499828 w 2804390"/>
                    <a:gd name="connsiteY4-876" fmla="*/ 840309 h 996874"/>
                    <a:gd name="connsiteX5-877" fmla="*/ 319863 w 2804390"/>
                    <a:gd name="connsiteY5-878" fmla="*/ 784795 h 996874"/>
                    <a:gd name="connsiteX6-879" fmla="*/ 490090 w 2804390"/>
                    <a:gd name="connsiteY6-880" fmla="*/ 176216 h 996874"/>
                    <a:gd name="connsiteX7-881" fmla="*/ 2590456 w 2804390"/>
                    <a:gd name="connsiteY7-882" fmla="*/ 168542 h 996874"/>
                    <a:gd name="connsiteX8-883" fmla="*/ 2425325 w 2804390"/>
                    <a:gd name="connsiteY8-884" fmla="*/ 41650 h 996874"/>
                    <a:gd name="connsiteX0-885" fmla="*/ 2425325 w 2842949"/>
                    <a:gd name="connsiteY0-886" fmla="*/ 41650 h 996874"/>
                    <a:gd name="connsiteX1-887" fmla="*/ 308298 w 2842949"/>
                    <a:gd name="connsiteY1-888" fmla="*/ 79913 h 996874"/>
                    <a:gd name="connsiteX2-889" fmla="*/ 254641 w 2842949"/>
                    <a:gd name="connsiteY2-890" fmla="*/ 902037 h 996874"/>
                    <a:gd name="connsiteX3-891" fmla="*/ 2607927 w 2842949"/>
                    <a:gd name="connsiteY3-892" fmla="*/ 972425 h 996874"/>
                    <a:gd name="connsiteX4-893" fmla="*/ 2499828 w 2842949"/>
                    <a:gd name="connsiteY4-894" fmla="*/ 840309 h 996874"/>
                    <a:gd name="connsiteX5-895" fmla="*/ 312628 w 2842949"/>
                    <a:gd name="connsiteY5-896" fmla="*/ 817552 h 996874"/>
                    <a:gd name="connsiteX6-897" fmla="*/ 490090 w 2842949"/>
                    <a:gd name="connsiteY6-898" fmla="*/ 176216 h 996874"/>
                    <a:gd name="connsiteX7-899" fmla="*/ 2590456 w 2842949"/>
                    <a:gd name="connsiteY7-900" fmla="*/ 168542 h 996874"/>
                    <a:gd name="connsiteX8-901" fmla="*/ 2425325 w 2842949"/>
                    <a:gd name="connsiteY8-902" fmla="*/ 41650 h 996874"/>
                    <a:gd name="connsiteX0-903" fmla="*/ 2425325 w 2842949"/>
                    <a:gd name="connsiteY0-904" fmla="*/ 41650 h 996874"/>
                    <a:gd name="connsiteX1-905" fmla="*/ 308298 w 2842949"/>
                    <a:gd name="connsiteY1-906" fmla="*/ 79913 h 996874"/>
                    <a:gd name="connsiteX2-907" fmla="*/ 254641 w 2842949"/>
                    <a:gd name="connsiteY2-908" fmla="*/ 902037 h 996874"/>
                    <a:gd name="connsiteX3-909" fmla="*/ 2607927 w 2842949"/>
                    <a:gd name="connsiteY3-910" fmla="*/ 972425 h 996874"/>
                    <a:gd name="connsiteX4-911" fmla="*/ 2499828 w 2842949"/>
                    <a:gd name="connsiteY4-912" fmla="*/ 840309 h 996874"/>
                    <a:gd name="connsiteX5-913" fmla="*/ 312628 w 2842949"/>
                    <a:gd name="connsiteY5-914" fmla="*/ 817552 h 996874"/>
                    <a:gd name="connsiteX6-915" fmla="*/ 490090 w 2842949"/>
                    <a:gd name="connsiteY6-916" fmla="*/ 176216 h 996874"/>
                    <a:gd name="connsiteX7-917" fmla="*/ 2590456 w 2842949"/>
                    <a:gd name="connsiteY7-918" fmla="*/ 168542 h 996874"/>
                    <a:gd name="connsiteX8-919" fmla="*/ 2425325 w 2842949"/>
                    <a:gd name="connsiteY8-920" fmla="*/ 41650 h 996874"/>
                    <a:gd name="connsiteX0-921" fmla="*/ 2425325 w 2842949"/>
                    <a:gd name="connsiteY0-922" fmla="*/ 41650 h 996874"/>
                    <a:gd name="connsiteX1-923" fmla="*/ 308298 w 2842949"/>
                    <a:gd name="connsiteY1-924" fmla="*/ 79913 h 996874"/>
                    <a:gd name="connsiteX2-925" fmla="*/ 254641 w 2842949"/>
                    <a:gd name="connsiteY2-926" fmla="*/ 902037 h 996874"/>
                    <a:gd name="connsiteX3-927" fmla="*/ 2607927 w 2842949"/>
                    <a:gd name="connsiteY3-928" fmla="*/ 972425 h 996874"/>
                    <a:gd name="connsiteX4-929" fmla="*/ 2499828 w 2842949"/>
                    <a:gd name="connsiteY4-930" fmla="*/ 840309 h 996874"/>
                    <a:gd name="connsiteX5-931" fmla="*/ 312628 w 2842949"/>
                    <a:gd name="connsiteY5-932" fmla="*/ 817552 h 996874"/>
                    <a:gd name="connsiteX6-933" fmla="*/ 490090 w 2842949"/>
                    <a:gd name="connsiteY6-934" fmla="*/ 176216 h 996874"/>
                    <a:gd name="connsiteX7-935" fmla="*/ 2590456 w 2842949"/>
                    <a:gd name="connsiteY7-936" fmla="*/ 168542 h 996874"/>
                    <a:gd name="connsiteX8-937" fmla="*/ 2425325 w 2842949"/>
                    <a:gd name="connsiteY8-938" fmla="*/ 41650 h 996874"/>
                    <a:gd name="connsiteX0-939" fmla="*/ 2425325 w 2842949"/>
                    <a:gd name="connsiteY0-940" fmla="*/ 41650 h 996874"/>
                    <a:gd name="connsiteX1-941" fmla="*/ 308298 w 2842949"/>
                    <a:gd name="connsiteY1-942" fmla="*/ 79913 h 996874"/>
                    <a:gd name="connsiteX2-943" fmla="*/ 254641 w 2842949"/>
                    <a:gd name="connsiteY2-944" fmla="*/ 902037 h 996874"/>
                    <a:gd name="connsiteX3-945" fmla="*/ 2607927 w 2842949"/>
                    <a:gd name="connsiteY3-946" fmla="*/ 972425 h 996874"/>
                    <a:gd name="connsiteX4-947" fmla="*/ 2499828 w 2842949"/>
                    <a:gd name="connsiteY4-948" fmla="*/ 840309 h 996874"/>
                    <a:gd name="connsiteX5-949" fmla="*/ 312628 w 2842949"/>
                    <a:gd name="connsiteY5-950" fmla="*/ 817552 h 996874"/>
                    <a:gd name="connsiteX6-951" fmla="*/ 490090 w 2842949"/>
                    <a:gd name="connsiteY6-952" fmla="*/ 176216 h 996874"/>
                    <a:gd name="connsiteX7-953" fmla="*/ 2590456 w 2842949"/>
                    <a:gd name="connsiteY7-954" fmla="*/ 168542 h 996874"/>
                    <a:gd name="connsiteX8-955" fmla="*/ 2425325 w 2842949"/>
                    <a:gd name="connsiteY8-956" fmla="*/ 41650 h 99687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45" y="connsiteY8-146"/>
                    </a:cxn>
                  </a:cxnLst>
                  <a:rect l="l" t="t" r="r" b="b"/>
                  <a:pathLst>
                    <a:path w="2842949" h="996874">
                      <a:moveTo>
                        <a:pt x="2425325" y="41650"/>
                      </a:moveTo>
                      <a:cubicBezTo>
                        <a:pt x="2044965" y="26879"/>
                        <a:pt x="670079" y="-63485"/>
                        <a:pt x="308298" y="79913"/>
                      </a:cubicBezTo>
                      <a:cubicBezTo>
                        <a:pt x="-53483" y="223311"/>
                        <a:pt x="-128631" y="753285"/>
                        <a:pt x="254641" y="902037"/>
                      </a:cubicBezTo>
                      <a:cubicBezTo>
                        <a:pt x="637913" y="1050789"/>
                        <a:pt x="2233729" y="982713"/>
                        <a:pt x="2607927" y="972425"/>
                      </a:cubicBezTo>
                      <a:cubicBezTo>
                        <a:pt x="2982125" y="962137"/>
                        <a:pt x="2882378" y="866121"/>
                        <a:pt x="2499828" y="840309"/>
                      </a:cubicBezTo>
                      <a:cubicBezTo>
                        <a:pt x="2117278" y="814497"/>
                        <a:pt x="484603" y="874273"/>
                        <a:pt x="312628" y="817552"/>
                      </a:cubicBezTo>
                      <a:cubicBezTo>
                        <a:pt x="140653" y="760831"/>
                        <a:pt x="111658" y="278925"/>
                        <a:pt x="490090" y="176216"/>
                      </a:cubicBezTo>
                      <a:cubicBezTo>
                        <a:pt x="887880" y="93558"/>
                        <a:pt x="2267917" y="190970"/>
                        <a:pt x="2590456" y="168542"/>
                      </a:cubicBezTo>
                      <a:cubicBezTo>
                        <a:pt x="2912995" y="146114"/>
                        <a:pt x="2805685" y="56421"/>
                        <a:pt x="2425325" y="416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0" name="Freeform 43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5047645" y="2892970"/>
                <a:ext cx="187860" cy="346008"/>
              </a:xfrm>
              <a:custGeom>
                <a:avLst/>
                <a:gdLst>
                  <a:gd name="T0" fmla="*/ 0 w 152"/>
                  <a:gd name="T1" fmla="*/ 202 h 202"/>
                  <a:gd name="T2" fmla="*/ 76 w 152"/>
                  <a:gd name="T3" fmla="*/ 145 h 202"/>
                  <a:gd name="T4" fmla="*/ 152 w 152"/>
                  <a:gd name="T5" fmla="*/ 202 h 202"/>
                  <a:gd name="T6" fmla="*/ 152 w 152"/>
                  <a:gd name="T7" fmla="*/ 0 h 202"/>
                  <a:gd name="T8" fmla="*/ 0 w 152"/>
                  <a:gd name="T9" fmla="*/ 0 h 202"/>
                  <a:gd name="T10" fmla="*/ 0 w 152"/>
                  <a:gd name="T11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202">
                    <a:moveTo>
                      <a:pt x="0" y="202"/>
                    </a:moveTo>
                    <a:lnTo>
                      <a:pt x="76" y="145"/>
                    </a:lnTo>
                    <a:lnTo>
                      <a:pt x="152" y="202"/>
                    </a:lnTo>
                    <a:lnTo>
                      <a:pt x="152" y="0"/>
                    </a:lnTo>
                    <a:lnTo>
                      <a:pt x="0" y="0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5790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任意多边形 80"/>
              <p:cNvSpPr/>
              <p:nvPr>
                <p:custDataLst>
                  <p:tags r:id="rId5"/>
                </p:custDataLst>
              </p:nvPr>
            </p:nvSpPr>
            <p:spPr>
              <a:xfrm>
                <a:off x="4925575" y="2891780"/>
                <a:ext cx="432000" cy="2381"/>
              </a:xfrm>
              <a:custGeom>
                <a:avLst/>
                <a:gdLst>
                  <a:gd name="connsiteX0" fmla="*/ 0 w 333375"/>
                  <a:gd name="connsiteY0" fmla="*/ 0 h 2381"/>
                  <a:gd name="connsiteX1" fmla="*/ 333375 w 333375"/>
                  <a:gd name="connsiteY1" fmla="*/ 2381 h 2381"/>
                  <a:gd name="connsiteX2" fmla="*/ 333375 w 333375"/>
                  <a:gd name="connsiteY2" fmla="*/ 2381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375" h="2381">
                    <a:moveTo>
                      <a:pt x="0" y="0"/>
                    </a:moveTo>
                    <a:lnTo>
                      <a:pt x="333375" y="2381"/>
                    </a:lnTo>
                    <a:lnTo>
                      <a:pt x="333375" y="2381"/>
                    </a:lnTo>
                  </a:path>
                </a:pathLst>
              </a:custGeom>
              <a:noFill/>
              <a:ln w="1905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3" name="TextBox 1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586763" y="1947545"/>
            <a:ext cx="5545363" cy="37951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	Steam </a:t>
            </a:r>
            <a:r>
              <a:rPr lang="zh-CN" altLang="en-US" sz="24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是一个全球知名的数字游戏发行平台，该项目旨在通过爬虫技术获取 </a:t>
            </a:r>
            <a:r>
              <a:rPr lang="en-US" altLang="zh-CN" sz="24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Steam </a:t>
            </a:r>
            <a:r>
              <a:rPr lang="zh-CN" altLang="en-US" sz="24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平台上的游戏数据，并进行详细的数据分析，以此提供有关游戏市场趋势、玩家偏好以及游戏特性等方面的洞察和见解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90" y="2042160"/>
            <a:ext cx="4059555" cy="3286125"/>
          </a:xfrm>
          <a:prstGeom prst="rect">
            <a:avLst/>
          </a:prstGeom>
        </p:spPr>
      </p:pic>
      <p:grpSp>
        <p:nvGrpSpPr>
          <p:cNvPr id="16" name="组合 42"/>
          <p:cNvGrpSpPr/>
          <p:nvPr/>
        </p:nvGrpSpPr>
        <p:grpSpPr>
          <a:xfrm rot="5400000">
            <a:off x="1451267" y="610799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17" name="Freeform 166"/>
            <p:cNvSpPr/>
            <p:nvPr>
              <p:custDataLst>
                <p:tags r:id="rId3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" name="Freeform 167"/>
            <p:cNvSpPr/>
            <p:nvPr>
              <p:custDataLst>
                <p:tags r:id="rId4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" name="Freeform 168"/>
            <p:cNvSpPr/>
            <p:nvPr>
              <p:custDataLst>
                <p:tags r:id="rId5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" name="Freeform 169"/>
            <p:cNvSpPr/>
            <p:nvPr>
              <p:custDataLst>
                <p:tags r:id="rId6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" name="Freeform 170"/>
            <p:cNvSpPr/>
            <p:nvPr>
              <p:custDataLst>
                <p:tags r:id="rId7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7" name="Freeform 171"/>
            <p:cNvSpPr/>
            <p:nvPr>
              <p:custDataLst>
                <p:tags r:id="rId8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8" name="Freeform 172"/>
            <p:cNvSpPr/>
            <p:nvPr>
              <p:custDataLst>
                <p:tags r:id="rId9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9" name="Freeform 173"/>
            <p:cNvSpPr/>
            <p:nvPr>
              <p:custDataLst>
                <p:tags r:id="rId10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0" name="Freeform 174"/>
            <p:cNvSpPr/>
            <p:nvPr>
              <p:custDataLst>
                <p:tags r:id="rId11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1" name="Freeform 175"/>
            <p:cNvSpPr/>
            <p:nvPr>
              <p:custDataLst>
                <p:tags r:id="rId12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2" name="Freeform 176"/>
            <p:cNvSpPr/>
            <p:nvPr>
              <p:custDataLst>
                <p:tags r:id="rId13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77"/>
            <p:cNvSpPr/>
            <p:nvPr>
              <p:custDataLst>
                <p:tags r:id="rId14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78"/>
            <p:cNvSpPr/>
            <p:nvPr>
              <p:custDataLst>
                <p:tags r:id="rId15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79"/>
            <p:cNvSpPr/>
            <p:nvPr>
              <p:custDataLst>
                <p:tags r:id="rId16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80"/>
            <p:cNvSpPr/>
            <p:nvPr>
              <p:custDataLst>
                <p:tags r:id="rId17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81"/>
            <p:cNvSpPr/>
            <p:nvPr>
              <p:custDataLst>
                <p:tags r:id="rId18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82"/>
            <p:cNvSpPr/>
            <p:nvPr>
              <p:custDataLst>
                <p:tags r:id="rId19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83"/>
            <p:cNvSpPr/>
            <p:nvPr>
              <p:custDataLst>
                <p:tags r:id="rId20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84"/>
            <p:cNvSpPr/>
            <p:nvPr>
              <p:custDataLst>
                <p:tags r:id="rId21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85"/>
            <p:cNvSpPr/>
            <p:nvPr>
              <p:custDataLst>
                <p:tags r:id="rId22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86"/>
            <p:cNvSpPr/>
            <p:nvPr>
              <p:custDataLst>
                <p:tags r:id="rId23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187"/>
            <p:cNvSpPr/>
            <p:nvPr>
              <p:custDataLst>
                <p:tags r:id="rId24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188"/>
            <p:cNvSpPr/>
            <p:nvPr>
              <p:custDataLst>
                <p:tags r:id="rId25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189"/>
            <p:cNvSpPr/>
            <p:nvPr>
              <p:custDataLst>
                <p:tags r:id="rId26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190"/>
            <p:cNvSpPr/>
            <p:nvPr>
              <p:custDataLst>
                <p:tags r:id="rId27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191"/>
            <p:cNvSpPr/>
            <p:nvPr>
              <p:custDataLst>
                <p:tags r:id="rId28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192"/>
            <p:cNvSpPr/>
            <p:nvPr>
              <p:custDataLst>
                <p:tags r:id="rId29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193"/>
            <p:cNvSpPr/>
            <p:nvPr>
              <p:custDataLst>
                <p:tags r:id="rId30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194"/>
            <p:cNvSpPr/>
            <p:nvPr>
              <p:custDataLst>
                <p:tags r:id="rId31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195"/>
            <p:cNvSpPr/>
            <p:nvPr>
              <p:custDataLst>
                <p:tags r:id="rId32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196"/>
            <p:cNvSpPr/>
            <p:nvPr>
              <p:custDataLst>
                <p:tags r:id="rId33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197"/>
            <p:cNvSpPr/>
            <p:nvPr>
              <p:custDataLst>
                <p:tags r:id="rId34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198"/>
            <p:cNvSpPr/>
            <p:nvPr>
              <p:custDataLst>
                <p:tags r:id="rId35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0" name="Freeform 199"/>
            <p:cNvSpPr/>
            <p:nvPr>
              <p:custDataLst>
                <p:tags r:id="rId36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1" name="Freeform 200"/>
            <p:cNvSpPr/>
            <p:nvPr>
              <p:custDataLst>
                <p:tags r:id="rId37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2" name="Freeform 201"/>
            <p:cNvSpPr/>
            <p:nvPr>
              <p:custDataLst>
                <p:tags r:id="rId38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3" name="Freeform 202"/>
            <p:cNvSpPr/>
            <p:nvPr>
              <p:custDataLst>
                <p:tags r:id="rId39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4" name="Freeform 203"/>
            <p:cNvSpPr/>
            <p:nvPr>
              <p:custDataLst>
                <p:tags r:id="rId40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5" name="Freeform 204"/>
            <p:cNvSpPr/>
            <p:nvPr>
              <p:custDataLst>
                <p:tags r:id="rId41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6" name="Freeform 206"/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7" name="Freeform 207"/>
            <p:cNvSpPr/>
            <p:nvPr>
              <p:custDataLst>
                <p:tags r:id="rId43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8" name="Freeform 208"/>
            <p:cNvSpPr/>
            <p:nvPr>
              <p:custDataLst>
                <p:tags r:id="rId44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9" name="Freeform 209"/>
            <p:cNvSpPr/>
            <p:nvPr>
              <p:custDataLst>
                <p:tags r:id="rId45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0" name="Freeform 210"/>
            <p:cNvSpPr/>
            <p:nvPr>
              <p:custDataLst>
                <p:tags r:id="rId46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1" name="Freeform 211"/>
            <p:cNvSpPr/>
            <p:nvPr>
              <p:custDataLst>
                <p:tags r:id="rId47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2" name="Freeform 212"/>
            <p:cNvSpPr/>
            <p:nvPr>
              <p:custDataLst>
                <p:tags r:id="rId48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63" name="Freeform 59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 rot="10800000" flipV="1">
            <a:off x="1717675" y="1281430"/>
            <a:ext cx="3379470" cy="76200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64" name="TextBox 29"/>
          <p:cNvSpPr txBox="1"/>
          <p:nvPr>
            <p:custDataLst>
              <p:tags r:id="rId2"/>
            </p:custDataLst>
          </p:nvPr>
        </p:nvSpPr>
        <p:spPr>
          <a:xfrm>
            <a:off x="2114550" y="688975"/>
            <a:ext cx="2791460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2.</a:t>
            </a:r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团队简介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6537325" y="1648460"/>
            <a:ext cx="3853815" cy="3858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di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组长：管文飞</a:t>
            </a:r>
            <a:endParaRPr lang="zh-CN" altLang="en-US" sz="3200" b="1">
              <a:solidFill>
                <a:srgbClr val="1F4E79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indent="0" algn="dist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组员：黄子傲</a:t>
            </a:r>
          </a:p>
          <a:p>
            <a:pPr indent="0" algn="dist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                   </a:t>
            </a:r>
            <a:r>
              <a:rPr lang="zh-CN" altLang="en-US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韩仪</a:t>
            </a:r>
          </a:p>
          <a:p>
            <a:pPr indent="0" algn="dist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                   </a:t>
            </a:r>
            <a:r>
              <a:rPr lang="zh-CN" altLang="en-US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陈恺</a:t>
            </a:r>
          </a:p>
          <a:p>
            <a:pPr indent="0" algn="dist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                   </a:t>
            </a:r>
            <a:r>
              <a:rPr lang="zh-CN" altLang="en-US" sz="32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景世航</a:t>
            </a:r>
            <a:endParaRPr lang="zh-CN" altLang="en-US" sz="3200" b="1">
              <a:solidFill>
                <a:srgbClr val="1F4E79"/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en-US" altLang="zh-CN" sz="1400" b="1" dirty="0"/>
          </a:p>
          <a:p>
            <a:endParaRPr lang="en-US" altLang="zh-CN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42"/>
          <p:cNvGrpSpPr/>
          <p:nvPr/>
        </p:nvGrpSpPr>
        <p:grpSpPr>
          <a:xfrm rot="5400000">
            <a:off x="1585252" y="580954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4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7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8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9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0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1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2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3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4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5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6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7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8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9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0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1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2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3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4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5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6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7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50" name="Freeform 59"/>
          <p:cNvSpPr>
            <a:spLocks noEditPoints="1"/>
          </p:cNvSpPr>
          <p:nvPr/>
        </p:nvSpPr>
        <p:spPr bwMode="auto">
          <a:xfrm rot="10800000" flipV="1">
            <a:off x="1851891" y="1266798"/>
            <a:ext cx="3249103" cy="60959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51" name="TextBox 29"/>
          <p:cNvSpPr txBox="1"/>
          <p:nvPr/>
        </p:nvSpPr>
        <p:spPr>
          <a:xfrm>
            <a:off x="2299335" y="640715"/>
            <a:ext cx="2623820" cy="594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3.产品展示</a:t>
            </a:r>
            <a:endParaRPr lang="zh-CN" altLang="en-US" sz="2800" b="1">
              <a:solidFill>
                <a:srgbClr val="1F4E79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262326" y="2420946"/>
            <a:ext cx="4078464" cy="3136267"/>
            <a:chOff x="1482245" y="2442730"/>
            <a:chExt cx="3742809" cy="2878154"/>
          </a:xfrm>
        </p:grpSpPr>
        <p:grpSp>
          <p:nvGrpSpPr>
            <p:cNvPr id="52" name="组合 51"/>
            <p:cNvGrpSpPr/>
            <p:nvPr/>
          </p:nvGrpSpPr>
          <p:grpSpPr>
            <a:xfrm>
              <a:off x="2045691" y="2442730"/>
              <a:ext cx="2615916" cy="796868"/>
              <a:chOff x="4499219" y="2444491"/>
              <a:chExt cx="2615916" cy="796868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4499219" y="2444491"/>
                <a:ext cx="2615916" cy="796868"/>
                <a:chOff x="4499219" y="2444491"/>
                <a:chExt cx="2615916" cy="796868"/>
              </a:xfrm>
            </p:grpSpPr>
            <p:sp>
              <p:nvSpPr>
                <p:cNvPr id="56" name="任意多边形 55"/>
                <p:cNvSpPr/>
                <p:nvPr/>
              </p:nvSpPr>
              <p:spPr>
                <a:xfrm>
                  <a:off x="4561170" y="2498481"/>
                  <a:ext cx="2361376" cy="724621"/>
                </a:xfrm>
                <a:custGeom>
                  <a:avLst/>
                  <a:gdLst>
                    <a:gd name="connsiteX0" fmla="*/ 2216078 w 2502274"/>
                    <a:gd name="connsiteY0" fmla="*/ 6601 h 632088"/>
                    <a:gd name="connsiteX1" fmla="*/ 2232214 w 2502274"/>
                    <a:gd name="connsiteY1" fmla="*/ 625166 h 632088"/>
                    <a:gd name="connsiteX2" fmla="*/ 2 w 2502274"/>
                    <a:gd name="connsiteY2" fmla="*/ 318573 h 632088"/>
                    <a:gd name="connsiteX3" fmla="*/ 2216078 w 2502274"/>
                    <a:gd name="connsiteY3" fmla="*/ 6601 h 632088"/>
                    <a:gd name="connsiteX0-1" fmla="*/ 2216078 w 2502274"/>
                    <a:gd name="connsiteY0-2" fmla="*/ 6601 h 632088"/>
                    <a:gd name="connsiteX1-3" fmla="*/ 2232214 w 2502274"/>
                    <a:gd name="connsiteY1-4" fmla="*/ 625166 h 632088"/>
                    <a:gd name="connsiteX2-5" fmla="*/ 2 w 2502274"/>
                    <a:gd name="connsiteY2-6" fmla="*/ 318573 h 632088"/>
                    <a:gd name="connsiteX3-7" fmla="*/ 2216078 w 2502274"/>
                    <a:gd name="connsiteY3-8" fmla="*/ 6601 h 632088"/>
                    <a:gd name="connsiteX0-9" fmla="*/ 2216078 w 2379586"/>
                    <a:gd name="connsiteY0-10" fmla="*/ 6601 h 632088"/>
                    <a:gd name="connsiteX1-11" fmla="*/ 2232214 w 2379586"/>
                    <a:gd name="connsiteY1-12" fmla="*/ 625166 h 632088"/>
                    <a:gd name="connsiteX2-13" fmla="*/ 2 w 2379586"/>
                    <a:gd name="connsiteY2-14" fmla="*/ 318573 h 632088"/>
                    <a:gd name="connsiteX3-15" fmla="*/ 2216078 w 2379586"/>
                    <a:gd name="connsiteY3-16" fmla="*/ 6601 h 632088"/>
                    <a:gd name="connsiteX0-17" fmla="*/ 2216078 w 2379586"/>
                    <a:gd name="connsiteY0-18" fmla="*/ 6601 h 632088"/>
                    <a:gd name="connsiteX1-19" fmla="*/ 2232214 w 2379586"/>
                    <a:gd name="connsiteY1-20" fmla="*/ 625166 h 632088"/>
                    <a:gd name="connsiteX2-21" fmla="*/ 2 w 2379586"/>
                    <a:gd name="connsiteY2-22" fmla="*/ 318573 h 632088"/>
                    <a:gd name="connsiteX3-23" fmla="*/ 2216078 w 2379586"/>
                    <a:gd name="connsiteY3-24" fmla="*/ 6601 h 632088"/>
                    <a:gd name="connsiteX0-25" fmla="*/ 2216078 w 2232214"/>
                    <a:gd name="connsiteY0-26" fmla="*/ 6601 h 632088"/>
                    <a:gd name="connsiteX1-27" fmla="*/ 2232214 w 2232214"/>
                    <a:gd name="connsiteY1-28" fmla="*/ 625166 h 632088"/>
                    <a:gd name="connsiteX2-29" fmla="*/ 2 w 2232214"/>
                    <a:gd name="connsiteY2-30" fmla="*/ 318573 h 632088"/>
                    <a:gd name="connsiteX3-31" fmla="*/ 2216078 w 2232214"/>
                    <a:gd name="connsiteY3-32" fmla="*/ 6601 h 632088"/>
                    <a:gd name="connsiteX0-33" fmla="*/ 2216078 w 2232214"/>
                    <a:gd name="connsiteY0-34" fmla="*/ 6601 h 625212"/>
                    <a:gd name="connsiteX1-35" fmla="*/ 2232214 w 2232214"/>
                    <a:gd name="connsiteY1-36" fmla="*/ 625166 h 625212"/>
                    <a:gd name="connsiteX2-37" fmla="*/ 2 w 2232214"/>
                    <a:gd name="connsiteY2-38" fmla="*/ 318573 h 625212"/>
                    <a:gd name="connsiteX3-39" fmla="*/ 2216078 w 2232214"/>
                    <a:gd name="connsiteY3-40" fmla="*/ 6601 h 625212"/>
                    <a:gd name="connsiteX0-41" fmla="*/ 2216148 w 2232284"/>
                    <a:gd name="connsiteY0-42" fmla="*/ 61838 h 724621"/>
                    <a:gd name="connsiteX1-43" fmla="*/ 2232284 w 2232284"/>
                    <a:gd name="connsiteY1-44" fmla="*/ 680403 h 724621"/>
                    <a:gd name="connsiteX2-45" fmla="*/ 72 w 2232284"/>
                    <a:gd name="connsiteY2-46" fmla="*/ 373810 h 724621"/>
                    <a:gd name="connsiteX3-47" fmla="*/ 2216148 w 2232284"/>
                    <a:gd name="connsiteY3-48" fmla="*/ 61838 h 7246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232284" h="724621">
                      <a:moveTo>
                        <a:pt x="2216148" y="61838"/>
                      </a:moveTo>
                      <a:cubicBezTo>
                        <a:pt x="2152498" y="328090"/>
                        <a:pt x="2090642" y="445528"/>
                        <a:pt x="2232284" y="680403"/>
                      </a:cubicBezTo>
                      <a:cubicBezTo>
                        <a:pt x="1857559" y="683988"/>
                        <a:pt x="-13375" y="891970"/>
                        <a:pt x="72" y="373810"/>
                      </a:cubicBezTo>
                      <a:cubicBezTo>
                        <a:pt x="13519" y="-144350"/>
                        <a:pt x="1844113" y="10739"/>
                        <a:pt x="2216148" y="61838"/>
                      </a:cubicBezTo>
                      <a:close/>
                    </a:path>
                  </a:pathLst>
                </a:custGeom>
                <a:solidFill>
                  <a:srgbClr val="005790"/>
                </a:solidFill>
                <a:ln w="25400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任意多边形 56"/>
                <p:cNvSpPr/>
                <p:nvPr/>
              </p:nvSpPr>
              <p:spPr>
                <a:xfrm>
                  <a:off x="4499219" y="2444491"/>
                  <a:ext cx="2615916" cy="796868"/>
                </a:xfrm>
                <a:custGeom>
                  <a:avLst/>
                  <a:gdLst>
                    <a:gd name="connsiteX0" fmla="*/ 2690408 w 3048995"/>
                    <a:gd name="connsiteY0" fmla="*/ 73489 h 884825"/>
                    <a:gd name="connsiteX1" fmla="*/ 443153 w 3048995"/>
                    <a:gd name="connsiteY1" fmla="*/ 57991 h 884825"/>
                    <a:gd name="connsiteX2" fmla="*/ 365662 w 3048995"/>
                    <a:gd name="connsiteY2" fmla="*/ 832906 h 884825"/>
                    <a:gd name="connsiteX3" fmla="*/ 2721404 w 3048995"/>
                    <a:gd name="connsiteY3" fmla="*/ 801909 h 884825"/>
                    <a:gd name="connsiteX4" fmla="*/ 412157 w 3048995"/>
                    <a:gd name="connsiteY4" fmla="*/ 708920 h 884825"/>
                    <a:gd name="connsiteX5" fmla="*/ 226177 w 3048995"/>
                    <a:gd name="connsiteY5" fmla="*/ 445448 h 884825"/>
                    <a:gd name="connsiteX6" fmla="*/ 2798896 w 3048995"/>
                    <a:gd name="connsiteY6" fmla="*/ 212974 h 884825"/>
                    <a:gd name="connsiteX7" fmla="*/ 2690408 w 3048995"/>
                    <a:gd name="connsiteY7" fmla="*/ 73489 h 884825"/>
                    <a:gd name="connsiteX0-1" fmla="*/ 2576323 w 2908445"/>
                    <a:gd name="connsiteY0-2" fmla="*/ 73489 h 884825"/>
                    <a:gd name="connsiteX1-3" fmla="*/ 329068 w 2908445"/>
                    <a:gd name="connsiteY1-4" fmla="*/ 57991 h 884825"/>
                    <a:gd name="connsiteX2-5" fmla="*/ 251577 w 2908445"/>
                    <a:gd name="connsiteY2-6" fmla="*/ 832906 h 884825"/>
                    <a:gd name="connsiteX3-7" fmla="*/ 2607319 w 2908445"/>
                    <a:gd name="connsiteY3-8" fmla="*/ 801909 h 884825"/>
                    <a:gd name="connsiteX4-9" fmla="*/ 298072 w 2908445"/>
                    <a:gd name="connsiteY4-10" fmla="*/ 708920 h 884825"/>
                    <a:gd name="connsiteX5-11" fmla="*/ 540717 w 2908445"/>
                    <a:gd name="connsiteY5-12" fmla="*/ 169223 h 884825"/>
                    <a:gd name="connsiteX6-13" fmla="*/ 2684811 w 2908445"/>
                    <a:gd name="connsiteY6-14" fmla="*/ 212974 h 884825"/>
                    <a:gd name="connsiteX7-15" fmla="*/ 2576323 w 2908445"/>
                    <a:gd name="connsiteY7-16" fmla="*/ 73489 h 884825"/>
                    <a:gd name="connsiteX0-17" fmla="*/ 2590621 w 2922743"/>
                    <a:gd name="connsiteY0-18" fmla="*/ 73489 h 910196"/>
                    <a:gd name="connsiteX1-19" fmla="*/ 343366 w 2922743"/>
                    <a:gd name="connsiteY1-20" fmla="*/ 57991 h 910196"/>
                    <a:gd name="connsiteX2-21" fmla="*/ 265875 w 2922743"/>
                    <a:gd name="connsiteY2-22" fmla="*/ 832906 h 910196"/>
                    <a:gd name="connsiteX3-23" fmla="*/ 2831167 w 2922743"/>
                    <a:gd name="connsiteY3-24" fmla="*/ 868584 h 910196"/>
                    <a:gd name="connsiteX4-25" fmla="*/ 312370 w 2922743"/>
                    <a:gd name="connsiteY4-26" fmla="*/ 708920 h 910196"/>
                    <a:gd name="connsiteX5-27" fmla="*/ 555015 w 2922743"/>
                    <a:gd name="connsiteY5-28" fmla="*/ 169223 h 910196"/>
                    <a:gd name="connsiteX6-29" fmla="*/ 2699109 w 2922743"/>
                    <a:gd name="connsiteY6-30" fmla="*/ 212974 h 910196"/>
                    <a:gd name="connsiteX7-31" fmla="*/ 2590621 w 2922743"/>
                    <a:gd name="connsiteY7-32" fmla="*/ 73489 h 910196"/>
                    <a:gd name="connsiteX0-33" fmla="*/ 2589968 w 2922090"/>
                    <a:gd name="connsiteY0-34" fmla="*/ 73489 h 868492"/>
                    <a:gd name="connsiteX1-35" fmla="*/ 342713 w 2922090"/>
                    <a:gd name="connsiteY1-36" fmla="*/ 57991 h 868492"/>
                    <a:gd name="connsiteX2-37" fmla="*/ 265222 w 2922090"/>
                    <a:gd name="connsiteY2-38" fmla="*/ 832906 h 868492"/>
                    <a:gd name="connsiteX3-39" fmla="*/ 2820989 w 2922090"/>
                    <a:gd name="connsiteY3-40" fmla="*/ 735234 h 868492"/>
                    <a:gd name="connsiteX4-41" fmla="*/ 311717 w 2922090"/>
                    <a:gd name="connsiteY4-42" fmla="*/ 708920 h 868492"/>
                    <a:gd name="connsiteX5-43" fmla="*/ 554362 w 2922090"/>
                    <a:gd name="connsiteY5-44" fmla="*/ 169223 h 868492"/>
                    <a:gd name="connsiteX6-45" fmla="*/ 2698456 w 2922090"/>
                    <a:gd name="connsiteY6-46" fmla="*/ 212974 h 868492"/>
                    <a:gd name="connsiteX7-47" fmla="*/ 2589968 w 2922090"/>
                    <a:gd name="connsiteY7-48" fmla="*/ 73489 h 868492"/>
                    <a:gd name="connsiteX0-49" fmla="*/ 2591928 w 2924050"/>
                    <a:gd name="connsiteY0-50" fmla="*/ 73489 h 937136"/>
                    <a:gd name="connsiteX1-51" fmla="*/ 344673 w 2924050"/>
                    <a:gd name="connsiteY1-52" fmla="*/ 57991 h 937136"/>
                    <a:gd name="connsiteX2-53" fmla="*/ 267182 w 2924050"/>
                    <a:gd name="connsiteY2-54" fmla="*/ 832906 h 937136"/>
                    <a:gd name="connsiteX3-55" fmla="*/ 2851524 w 2924050"/>
                    <a:gd name="connsiteY3-56" fmla="*/ 916209 h 937136"/>
                    <a:gd name="connsiteX4-57" fmla="*/ 313677 w 2924050"/>
                    <a:gd name="connsiteY4-58" fmla="*/ 708920 h 937136"/>
                    <a:gd name="connsiteX5-59" fmla="*/ 556322 w 2924050"/>
                    <a:gd name="connsiteY5-60" fmla="*/ 169223 h 937136"/>
                    <a:gd name="connsiteX6-61" fmla="*/ 2700416 w 2924050"/>
                    <a:gd name="connsiteY6-62" fmla="*/ 212974 h 937136"/>
                    <a:gd name="connsiteX7-63" fmla="*/ 2591928 w 2924050"/>
                    <a:gd name="connsiteY7-64" fmla="*/ 73489 h 937136"/>
                    <a:gd name="connsiteX0-65" fmla="*/ 2591928 w 2924050"/>
                    <a:gd name="connsiteY0-66" fmla="*/ 73489 h 987710"/>
                    <a:gd name="connsiteX1-67" fmla="*/ 344673 w 2924050"/>
                    <a:gd name="connsiteY1-68" fmla="*/ 57991 h 987710"/>
                    <a:gd name="connsiteX2-69" fmla="*/ 267182 w 2924050"/>
                    <a:gd name="connsiteY2-70" fmla="*/ 832906 h 987710"/>
                    <a:gd name="connsiteX3-71" fmla="*/ 2851524 w 2924050"/>
                    <a:gd name="connsiteY3-72" fmla="*/ 916209 h 987710"/>
                    <a:gd name="connsiteX4-73" fmla="*/ 313677 w 2924050"/>
                    <a:gd name="connsiteY4-74" fmla="*/ 708920 h 987710"/>
                    <a:gd name="connsiteX5-75" fmla="*/ 556322 w 2924050"/>
                    <a:gd name="connsiteY5-76" fmla="*/ 169223 h 987710"/>
                    <a:gd name="connsiteX6-77" fmla="*/ 2700416 w 2924050"/>
                    <a:gd name="connsiteY6-78" fmla="*/ 212974 h 987710"/>
                    <a:gd name="connsiteX7-79" fmla="*/ 2591928 w 2924050"/>
                    <a:gd name="connsiteY7-80" fmla="*/ 73489 h 987710"/>
                    <a:gd name="connsiteX0-81" fmla="*/ 2591928 w 2924050"/>
                    <a:gd name="connsiteY0-82" fmla="*/ 73489 h 963088"/>
                    <a:gd name="connsiteX1-83" fmla="*/ 344673 w 2924050"/>
                    <a:gd name="connsiteY1-84" fmla="*/ 57991 h 963088"/>
                    <a:gd name="connsiteX2-85" fmla="*/ 267182 w 2924050"/>
                    <a:gd name="connsiteY2-86" fmla="*/ 832906 h 963088"/>
                    <a:gd name="connsiteX3-87" fmla="*/ 2851524 w 2924050"/>
                    <a:gd name="connsiteY3-88" fmla="*/ 916209 h 963088"/>
                    <a:gd name="connsiteX4-89" fmla="*/ 313677 w 2924050"/>
                    <a:gd name="connsiteY4-90" fmla="*/ 708920 h 963088"/>
                    <a:gd name="connsiteX5-91" fmla="*/ 556322 w 2924050"/>
                    <a:gd name="connsiteY5-92" fmla="*/ 169223 h 963088"/>
                    <a:gd name="connsiteX6-93" fmla="*/ 2700416 w 2924050"/>
                    <a:gd name="connsiteY6-94" fmla="*/ 212974 h 963088"/>
                    <a:gd name="connsiteX7-95" fmla="*/ 2591928 w 2924050"/>
                    <a:gd name="connsiteY7-96" fmla="*/ 73489 h 963088"/>
                    <a:gd name="connsiteX0-97" fmla="*/ 2591928 w 2924050"/>
                    <a:gd name="connsiteY0-98" fmla="*/ 73489 h 974553"/>
                    <a:gd name="connsiteX1-99" fmla="*/ 344673 w 2924050"/>
                    <a:gd name="connsiteY1-100" fmla="*/ 57991 h 974553"/>
                    <a:gd name="connsiteX2-101" fmla="*/ 267182 w 2924050"/>
                    <a:gd name="connsiteY2-102" fmla="*/ 832906 h 974553"/>
                    <a:gd name="connsiteX3-103" fmla="*/ 2851524 w 2924050"/>
                    <a:gd name="connsiteY3-104" fmla="*/ 916209 h 974553"/>
                    <a:gd name="connsiteX4-105" fmla="*/ 313677 w 2924050"/>
                    <a:gd name="connsiteY4-106" fmla="*/ 708920 h 974553"/>
                    <a:gd name="connsiteX5-107" fmla="*/ 556322 w 2924050"/>
                    <a:gd name="connsiteY5-108" fmla="*/ 169223 h 974553"/>
                    <a:gd name="connsiteX6-109" fmla="*/ 2700416 w 2924050"/>
                    <a:gd name="connsiteY6-110" fmla="*/ 212974 h 974553"/>
                    <a:gd name="connsiteX7-111" fmla="*/ 2591928 w 2924050"/>
                    <a:gd name="connsiteY7-112" fmla="*/ 73489 h 974553"/>
                    <a:gd name="connsiteX0-113" fmla="*/ 2542098 w 2881222"/>
                    <a:gd name="connsiteY0-114" fmla="*/ 73489 h 987835"/>
                    <a:gd name="connsiteX1-115" fmla="*/ 294843 w 2881222"/>
                    <a:gd name="connsiteY1-116" fmla="*/ 57991 h 987835"/>
                    <a:gd name="connsiteX2-117" fmla="*/ 217352 w 2881222"/>
                    <a:gd name="connsiteY2-118" fmla="*/ 832906 h 987835"/>
                    <a:gd name="connsiteX3-119" fmla="*/ 2059269 w 2881222"/>
                    <a:gd name="connsiteY3-120" fmla="*/ 984851 h 987835"/>
                    <a:gd name="connsiteX4-121" fmla="*/ 2801694 w 2881222"/>
                    <a:gd name="connsiteY4-122" fmla="*/ 916209 h 987835"/>
                    <a:gd name="connsiteX5-123" fmla="*/ 263847 w 2881222"/>
                    <a:gd name="connsiteY5-124" fmla="*/ 708920 h 987835"/>
                    <a:gd name="connsiteX6-125" fmla="*/ 506492 w 2881222"/>
                    <a:gd name="connsiteY6-126" fmla="*/ 169223 h 987835"/>
                    <a:gd name="connsiteX7-127" fmla="*/ 2650586 w 2881222"/>
                    <a:gd name="connsiteY7-128" fmla="*/ 212974 h 987835"/>
                    <a:gd name="connsiteX8" fmla="*/ 2542098 w 2881222"/>
                    <a:gd name="connsiteY8" fmla="*/ 73489 h 987835"/>
                    <a:gd name="connsiteX0-129" fmla="*/ 2542098 w 2874220"/>
                    <a:gd name="connsiteY0-130" fmla="*/ 73489 h 986560"/>
                    <a:gd name="connsiteX1-131" fmla="*/ 294843 w 2874220"/>
                    <a:gd name="connsiteY1-132" fmla="*/ 57991 h 986560"/>
                    <a:gd name="connsiteX2-133" fmla="*/ 217352 w 2874220"/>
                    <a:gd name="connsiteY2-134" fmla="*/ 832906 h 986560"/>
                    <a:gd name="connsiteX3-135" fmla="*/ 2059269 w 2874220"/>
                    <a:gd name="connsiteY3-136" fmla="*/ 984851 h 986560"/>
                    <a:gd name="connsiteX4-137" fmla="*/ 2745711 w 2874220"/>
                    <a:gd name="connsiteY4-138" fmla="*/ 878886 h 986560"/>
                    <a:gd name="connsiteX5-139" fmla="*/ 263847 w 2874220"/>
                    <a:gd name="connsiteY5-140" fmla="*/ 708920 h 986560"/>
                    <a:gd name="connsiteX6-141" fmla="*/ 506492 w 2874220"/>
                    <a:gd name="connsiteY6-142" fmla="*/ 169223 h 986560"/>
                    <a:gd name="connsiteX7-143" fmla="*/ 2650586 w 2874220"/>
                    <a:gd name="connsiteY7-144" fmla="*/ 212974 h 986560"/>
                    <a:gd name="connsiteX8-145" fmla="*/ 2542098 w 2874220"/>
                    <a:gd name="connsiteY8-146" fmla="*/ 73489 h 986560"/>
                    <a:gd name="connsiteX0-147" fmla="*/ 2542098 w 2874220"/>
                    <a:gd name="connsiteY0-148" fmla="*/ 73489 h 986368"/>
                    <a:gd name="connsiteX1-149" fmla="*/ 294843 w 2874220"/>
                    <a:gd name="connsiteY1-150" fmla="*/ 57991 h 986368"/>
                    <a:gd name="connsiteX2-151" fmla="*/ 217352 w 2874220"/>
                    <a:gd name="connsiteY2-152" fmla="*/ 832906 h 986368"/>
                    <a:gd name="connsiteX3-153" fmla="*/ 2059269 w 2874220"/>
                    <a:gd name="connsiteY3-154" fmla="*/ 984851 h 986368"/>
                    <a:gd name="connsiteX4-155" fmla="*/ 2745711 w 2874220"/>
                    <a:gd name="connsiteY4-156" fmla="*/ 878886 h 986368"/>
                    <a:gd name="connsiteX5-157" fmla="*/ 263847 w 2874220"/>
                    <a:gd name="connsiteY5-158" fmla="*/ 708920 h 986368"/>
                    <a:gd name="connsiteX6-159" fmla="*/ 506492 w 2874220"/>
                    <a:gd name="connsiteY6-160" fmla="*/ 169223 h 986368"/>
                    <a:gd name="connsiteX7-161" fmla="*/ 2650586 w 2874220"/>
                    <a:gd name="connsiteY7-162" fmla="*/ 212974 h 986368"/>
                    <a:gd name="connsiteX8-163" fmla="*/ 2542098 w 2874220"/>
                    <a:gd name="connsiteY8-164" fmla="*/ 73489 h 986368"/>
                    <a:gd name="connsiteX0-165" fmla="*/ 2580717 w 3043940"/>
                    <a:gd name="connsiteY0-166" fmla="*/ 73489 h 993908"/>
                    <a:gd name="connsiteX1-167" fmla="*/ 333462 w 3043940"/>
                    <a:gd name="connsiteY1-168" fmla="*/ 57991 h 993908"/>
                    <a:gd name="connsiteX2-169" fmla="*/ 255971 w 3043940"/>
                    <a:gd name="connsiteY2-170" fmla="*/ 832906 h 993908"/>
                    <a:gd name="connsiteX3-171" fmla="*/ 2676386 w 3043940"/>
                    <a:gd name="connsiteY3-172" fmla="*/ 992315 h 993908"/>
                    <a:gd name="connsiteX4-173" fmla="*/ 2784330 w 3043940"/>
                    <a:gd name="connsiteY4-174" fmla="*/ 878886 h 993908"/>
                    <a:gd name="connsiteX5-175" fmla="*/ 302466 w 3043940"/>
                    <a:gd name="connsiteY5-176" fmla="*/ 708920 h 993908"/>
                    <a:gd name="connsiteX6-177" fmla="*/ 545111 w 3043940"/>
                    <a:gd name="connsiteY6-178" fmla="*/ 169223 h 993908"/>
                    <a:gd name="connsiteX7-179" fmla="*/ 2689205 w 3043940"/>
                    <a:gd name="connsiteY7-180" fmla="*/ 212974 h 993908"/>
                    <a:gd name="connsiteX8-181" fmla="*/ 2580717 w 3043940"/>
                    <a:gd name="connsiteY8-182" fmla="*/ 73489 h 993908"/>
                    <a:gd name="connsiteX0-183" fmla="*/ 2580717 w 2956802"/>
                    <a:gd name="connsiteY0-184" fmla="*/ 73489 h 993233"/>
                    <a:gd name="connsiteX1-185" fmla="*/ 333462 w 2956802"/>
                    <a:gd name="connsiteY1-186" fmla="*/ 57991 h 993233"/>
                    <a:gd name="connsiteX2-187" fmla="*/ 255971 w 2956802"/>
                    <a:gd name="connsiteY2-188" fmla="*/ 832906 h 993233"/>
                    <a:gd name="connsiteX3-189" fmla="*/ 2676386 w 2956802"/>
                    <a:gd name="connsiteY3-190" fmla="*/ 992315 h 993233"/>
                    <a:gd name="connsiteX4-191" fmla="*/ 2784330 w 2956802"/>
                    <a:gd name="connsiteY4-192" fmla="*/ 878886 h 993233"/>
                    <a:gd name="connsiteX5-193" fmla="*/ 302466 w 2956802"/>
                    <a:gd name="connsiteY5-194" fmla="*/ 708920 h 993233"/>
                    <a:gd name="connsiteX6-195" fmla="*/ 545111 w 2956802"/>
                    <a:gd name="connsiteY6-196" fmla="*/ 169223 h 993233"/>
                    <a:gd name="connsiteX7-197" fmla="*/ 2689205 w 2956802"/>
                    <a:gd name="connsiteY7-198" fmla="*/ 212974 h 993233"/>
                    <a:gd name="connsiteX8-199" fmla="*/ 2580717 w 2956802"/>
                    <a:gd name="connsiteY8-200" fmla="*/ 73489 h 993233"/>
                    <a:gd name="connsiteX0-201" fmla="*/ 2580717 w 2956802"/>
                    <a:gd name="connsiteY0-202" fmla="*/ 73489 h 996891"/>
                    <a:gd name="connsiteX1-203" fmla="*/ 333462 w 2956802"/>
                    <a:gd name="connsiteY1-204" fmla="*/ 57991 h 996891"/>
                    <a:gd name="connsiteX2-205" fmla="*/ 255971 w 2956802"/>
                    <a:gd name="connsiteY2-206" fmla="*/ 832906 h 996891"/>
                    <a:gd name="connsiteX3-207" fmla="*/ 2676386 w 2956802"/>
                    <a:gd name="connsiteY3-208" fmla="*/ 992315 h 996891"/>
                    <a:gd name="connsiteX4-209" fmla="*/ 2784330 w 2956802"/>
                    <a:gd name="connsiteY4-210" fmla="*/ 878886 h 996891"/>
                    <a:gd name="connsiteX5-211" fmla="*/ 302466 w 2956802"/>
                    <a:gd name="connsiteY5-212" fmla="*/ 708920 h 996891"/>
                    <a:gd name="connsiteX6-213" fmla="*/ 545111 w 2956802"/>
                    <a:gd name="connsiteY6-214" fmla="*/ 169223 h 996891"/>
                    <a:gd name="connsiteX7-215" fmla="*/ 2689205 w 2956802"/>
                    <a:gd name="connsiteY7-216" fmla="*/ 212974 h 996891"/>
                    <a:gd name="connsiteX8-217" fmla="*/ 2580717 w 2956802"/>
                    <a:gd name="connsiteY8-218" fmla="*/ 73489 h 996891"/>
                    <a:gd name="connsiteX0-219" fmla="*/ 2580717 w 2956802"/>
                    <a:gd name="connsiteY0-220" fmla="*/ 73489 h 993233"/>
                    <a:gd name="connsiteX1-221" fmla="*/ 333462 w 2956802"/>
                    <a:gd name="connsiteY1-222" fmla="*/ 57991 h 993233"/>
                    <a:gd name="connsiteX2-223" fmla="*/ 255971 w 2956802"/>
                    <a:gd name="connsiteY2-224" fmla="*/ 832906 h 993233"/>
                    <a:gd name="connsiteX3-225" fmla="*/ 2676386 w 2956802"/>
                    <a:gd name="connsiteY3-226" fmla="*/ 992315 h 993233"/>
                    <a:gd name="connsiteX4-227" fmla="*/ 2784330 w 2956802"/>
                    <a:gd name="connsiteY4-228" fmla="*/ 878886 h 993233"/>
                    <a:gd name="connsiteX5-229" fmla="*/ 302466 w 2956802"/>
                    <a:gd name="connsiteY5-230" fmla="*/ 708920 h 993233"/>
                    <a:gd name="connsiteX6-231" fmla="*/ 545111 w 2956802"/>
                    <a:gd name="connsiteY6-232" fmla="*/ 169223 h 993233"/>
                    <a:gd name="connsiteX7-233" fmla="*/ 2689205 w 2956802"/>
                    <a:gd name="connsiteY7-234" fmla="*/ 212974 h 993233"/>
                    <a:gd name="connsiteX8-235" fmla="*/ 2580717 w 2956802"/>
                    <a:gd name="connsiteY8-236" fmla="*/ 73489 h 993233"/>
                    <a:gd name="connsiteX0-237" fmla="*/ 2580717 w 2969667"/>
                    <a:gd name="connsiteY0-238" fmla="*/ 73489 h 992766"/>
                    <a:gd name="connsiteX1-239" fmla="*/ 333462 w 2969667"/>
                    <a:gd name="connsiteY1-240" fmla="*/ 57991 h 992766"/>
                    <a:gd name="connsiteX2-241" fmla="*/ 255971 w 2969667"/>
                    <a:gd name="connsiteY2-242" fmla="*/ 832906 h 992766"/>
                    <a:gd name="connsiteX3-243" fmla="*/ 2676386 w 2969667"/>
                    <a:gd name="connsiteY3-244" fmla="*/ 992315 h 992766"/>
                    <a:gd name="connsiteX4-245" fmla="*/ 2664899 w 2969667"/>
                    <a:gd name="connsiteY4-246" fmla="*/ 875154 h 992766"/>
                    <a:gd name="connsiteX5-247" fmla="*/ 302466 w 2969667"/>
                    <a:gd name="connsiteY5-248" fmla="*/ 708920 h 992766"/>
                    <a:gd name="connsiteX6-249" fmla="*/ 545111 w 2969667"/>
                    <a:gd name="connsiteY6-250" fmla="*/ 169223 h 992766"/>
                    <a:gd name="connsiteX7-251" fmla="*/ 2689205 w 2969667"/>
                    <a:gd name="connsiteY7-252" fmla="*/ 212974 h 992766"/>
                    <a:gd name="connsiteX8-253" fmla="*/ 2580717 w 2969667"/>
                    <a:gd name="connsiteY8-254" fmla="*/ 73489 h 992766"/>
                    <a:gd name="connsiteX0-255" fmla="*/ 2580717 w 2912839"/>
                    <a:gd name="connsiteY0-256" fmla="*/ 73489 h 992617"/>
                    <a:gd name="connsiteX1-257" fmla="*/ 333462 w 2912839"/>
                    <a:gd name="connsiteY1-258" fmla="*/ 57991 h 992617"/>
                    <a:gd name="connsiteX2-259" fmla="*/ 255971 w 2912839"/>
                    <a:gd name="connsiteY2-260" fmla="*/ 832906 h 992617"/>
                    <a:gd name="connsiteX3-261" fmla="*/ 2676386 w 2912839"/>
                    <a:gd name="connsiteY3-262" fmla="*/ 992315 h 992617"/>
                    <a:gd name="connsiteX4-263" fmla="*/ 2664899 w 2912839"/>
                    <a:gd name="connsiteY4-264" fmla="*/ 875154 h 992617"/>
                    <a:gd name="connsiteX5-265" fmla="*/ 302466 w 2912839"/>
                    <a:gd name="connsiteY5-266" fmla="*/ 708920 h 992617"/>
                    <a:gd name="connsiteX6-267" fmla="*/ 545111 w 2912839"/>
                    <a:gd name="connsiteY6-268" fmla="*/ 169223 h 992617"/>
                    <a:gd name="connsiteX7-269" fmla="*/ 2689205 w 2912839"/>
                    <a:gd name="connsiteY7-270" fmla="*/ 212974 h 992617"/>
                    <a:gd name="connsiteX8-271" fmla="*/ 2580717 w 2912839"/>
                    <a:gd name="connsiteY8-272" fmla="*/ 73489 h 992617"/>
                    <a:gd name="connsiteX0-273" fmla="*/ 2580717 w 2912839"/>
                    <a:gd name="connsiteY0-274" fmla="*/ 73489 h 992627"/>
                    <a:gd name="connsiteX1-275" fmla="*/ 333462 w 2912839"/>
                    <a:gd name="connsiteY1-276" fmla="*/ 57991 h 992627"/>
                    <a:gd name="connsiteX2-277" fmla="*/ 255971 w 2912839"/>
                    <a:gd name="connsiteY2-278" fmla="*/ 832906 h 992627"/>
                    <a:gd name="connsiteX3-279" fmla="*/ 2676386 w 2912839"/>
                    <a:gd name="connsiteY3-280" fmla="*/ 992315 h 992627"/>
                    <a:gd name="connsiteX4-281" fmla="*/ 2664899 w 2912839"/>
                    <a:gd name="connsiteY4-282" fmla="*/ 875154 h 992627"/>
                    <a:gd name="connsiteX5-283" fmla="*/ 302466 w 2912839"/>
                    <a:gd name="connsiteY5-284" fmla="*/ 708920 h 992627"/>
                    <a:gd name="connsiteX6-285" fmla="*/ 545111 w 2912839"/>
                    <a:gd name="connsiteY6-286" fmla="*/ 169223 h 992627"/>
                    <a:gd name="connsiteX7-287" fmla="*/ 2689205 w 2912839"/>
                    <a:gd name="connsiteY7-288" fmla="*/ 212974 h 992627"/>
                    <a:gd name="connsiteX8-289" fmla="*/ 2580717 w 2912839"/>
                    <a:gd name="connsiteY8-290" fmla="*/ 73489 h 992627"/>
                    <a:gd name="connsiteX0-291" fmla="*/ 2580717 w 2912839"/>
                    <a:gd name="connsiteY0-292" fmla="*/ 73489 h 992472"/>
                    <a:gd name="connsiteX1-293" fmla="*/ 333462 w 2912839"/>
                    <a:gd name="connsiteY1-294" fmla="*/ 57991 h 992472"/>
                    <a:gd name="connsiteX2-295" fmla="*/ 255971 w 2912839"/>
                    <a:gd name="connsiteY2-296" fmla="*/ 832906 h 992472"/>
                    <a:gd name="connsiteX3-297" fmla="*/ 2676386 w 2912839"/>
                    <a:gd name="connsiteY3-298" fmla="*/ 992315 h 992472"/>
                    <a:gd name="connsiteX4-299" fmla="*/ 2649970 w 2912839"/>
                    <a:gd name="connsiteY4-300" fmla="*/ 863957 h 992472"/>
                    <a:gd name="connsiteX5-301" fmla="*/ 302466 w 2912839"/>
                    <a:gd name="connsiteY5-302" fmla="*/ 708920 h 992472"/>
                    <a:gd name="connsiteX6-303" fmla="*/ 545111 w 2912839"/>
                    <a:gd name="connsiteY6-304" fmla="*/ 169223 h 992472"/>
                    <a:gd name="connsiteX7-305" fmla="*/ 2689205 w 2912839"/>
                    <a:gd name="connsiteY7-306" fmla="*/ 212974 h 992472"/>
                    <a:gd name="connsiteX8-307" fmla="*/ 2580717 w 2912839"/>
                    <a:gd name="connsiteY8-308" fmla="*/ 73489 h 992472"/>
                    <a:gd name="connsiteX0-309" fmla="*/ 2580717 w 2912839"/>
                    <a:gd name="connsiteY0-310" fmla="*/ 73489 h 992472"/>
                    <a:gd name="connsiteX1-311" fmla="*/ 333462 w 2912839"/>
                    <a:gd name="connsiteY1-312" fmla="*/ 57991 h 992472"/>
                    <a:gd name="connsiteX2-313" fmla="*/ 255971 w 2912839"/>
                    <a:gd name="connsiteY2-314" fmla="*/ 832906 h 992472"/>
                    <a:gd name="connsiteX3-315" fmla="*/ 2676386 w 2912839"/>
                    <a:gd name="connsiteY3-316" fmla="*/ 992315 h 992472"/>
                    <a:gd name="connsiteX4-317" fmla="*/ 2649970 w 2912839"/>
                    <a:gd name="connsiteY4-318" fmla="*/ 863957 h 992472"/>
                    <a:gd name="connsiteX5-319" fmla="*/ 302466 w 2912839"/>
                    <a:gd name="connsiteY5-320" fmla="*/ 708920 h 992472"/>
                    <a:gd name="connsiteX6-321" fmla="*/ 545111 w 2912839"/>
                    <a:gd name="connsiteY6-322" fmla="*/ 169223 h 992472"/>
                    <a:gd name="connsiteX7-323" fmla="*/ 2689205 w 2912839"/>
                    <a:gd name="connsiteY7-324" fmla="*/ 212974 h 992472"/>
                    <a:gd name="connsiteX8-325" fmla="*/ 2580717 w 2912839"/>
                    <a:gd name="connsiteY8-326" fmla="*/ 73489 h 992472"/>
                    <a:gd name="connsiteX0-327" fmla="*/ 2580717 w 2912839"/>
                    <a:gd name="connsiteY0-328" fmla="*/ 73489 h 992327"/>
                    <a:gd name="connsiteX1-329" fmla="*/ 333462 w 2912839"/>
                    <a:gd name="connsiteY1-330" fmla="*/ 57991 h 992327"/>
                    <a:gd name="connsiteX2-331" fmla="*/ 255971 w 2912839"/>
                    <a:gd name="connsiteY2-332" fmla="*/ 832906 h 992327"/>
                    <a:gd name="connsiteX3-333" fmla="*/ 2676386 w 2912839"/>
                    <a:gd name="connsiteY3-334" fmla="*/ 992315 h 992327"/>
                    <a:gd name="connsiteX4-335" fmla="*/ 2649970 w 2912839"/>
                    <a:gd name="connsiteY4-336" fmla="*/ 863957 h 992327"/>
                    <a:gd name="connsiteX5-337" fmla="*/ 302466 w 2912839"/>
                    <a:gd name="connsiteY5-338" fmla="*/ 708920 h 992327"/>
                    <a:gd name="connsiteX6-339" fmla="*/ 545111 w 2912839"/>
                    <a:gd name="connsiteY6-340" fmla="*/ 169223 h 992327"/>
                    <a:gd name="connsiteX7-341" fmla="*/ 2689205 w 2912839"/>
                    <a:gd name="connsiteY7-342" fmla="*/ 212974 h 992327"/>
                    <a:gd name="connsiteX8-343" fmla="*/ 2580717 w 2912839"/>
                    <a:gd name="connsiteY8-344" fmla="*/ 73489 h 992327"/>
                    <a:gd name="connsiteX0-345" fmla="*/ 2580717 w 2874021"/>
                    <a:gd name="connsiteY0-346" fmla="*/ 74207 h 993045"/>
                    <a:gd name="connsiteX1-347" fmla="*/ 333462 w 2874021"/>
                    <a:gd name="connsiteY1-348" fmla="*/ 58709 h 993045"/>
                    <a:gd name="connsiteX2-349" fmla="*/ 255971 w 2874021"/>
                    <a:gd name="connsiteY2-350" fmla="*/ 833624 h 993045"/>
                    <a:gd name="connsiteX3-351" fmla="*/ 2676386 w 2874021"/>
                    <a:gd name="connsiteY3-352" fmla="*/ 993033 h 993045"/>
                    <a:gd name="connsiteX4-353" fmla="*/ 2649970 w 2874021"/>
                    <a:gd name="connsiteY4-354" fmla="*/ 864675 h 993045"/>
                    <a:gd name="connsiteX5-355" fmla="*/ 302466 w 2874021"/>
                    <a:gd name="connsiteY5-356" fmla="*/ 709638 h 993045"/>
                    <a:gd name="connsiteX6-357" fmla="*/ 545111 w 2874021"/>
                    <a:gd name="connsiteY6-358" fmla="*/ 169941 h 993045"/>
                    <a:gd name="connsiteX7-359" fmla="*/ 2625757 w 2874021"/>
                    <a:gd name="connsiteY7-360" fmla="*/ 232354 h 993045"/>
                    <a:gd name="connsiteX8-361" fmla="*/ 2580717 w 2874021"/>
                    <a:gd name="connsiteY8-362" fmla="*/ 74207 h 993045"/>
                    <a:gd name="connsiteX0-363" fmla="*/ 2580717 w 2856942"/>
                    <a:gd name="connsiteY0-364" fmla="*/ 73776 h 992614"/>
                    <a:gd name="connsiteX1-365" fmla="*/ 333462 w 2856942"/>
                    <a:gd name="connsiteY1-366" fmla="*/ 58278 h 992614"/>
                    <a:gd name="connsiteX2-367" fmla="*/ 255971 w 2856942"/>
                    <a:gd name="connsiteY2-368" fmla="*/ 833193 h 992614"/>
                    <a:gd name="connsiteX3-369" fmla="*/ 2676386 w 2856942"/>
                    <a:gd name="connsiteY3-370" fmla="*/ 992602 h 992614"/>
                    <a:gd name="connsiteX4-371" fmla="*/ 2649970 w 2856942"/>
                    <a:gd name="connsiteY4-372" fmla="*/ 864244 h 992614"/>
                    <a:gd name="connsiteX5-373" fmla="*/ 302466 w 2856942"/>
                    <a:gd name="connsiteY5-374" fmla="*/ 709207 h 992614"/>
                    <a:gd name="connsiteX6-375" fmla="*/ 545111 w 2856942"/>
                    <a:gd name="connsiteY6-376" fmla="*/ 169510 h 992614"/>
                    <a:gd name="connsiteX7-377" fmla="*/ 2595899 w 2856942"/>
                    <a:gd name="connsiteY7-378" fmla="*/ 220726 h 992614"/>
                    <a:gd name="connsiteX8-379" fmla="*/ 2580717 w 2856942"/>
                    <a:gd name="connsiteY8-380" fmla="*/ 73776 h 992614"/>
                    <a:gd name="connsiteX0-381" fmla="*/ 2580717 w 2856942"/>
                    <a:gd name="connsiteY0-382" fmla="*/ 73776 h 992614"/>
                    <a:gd name="connsiteX1-383" fmla="*/ 333462 w 2856942"/>
                    <a:gd name="connsiteY1-384" fmla="*/ 58278 h 992614"/>
                    <a:gd name="connsiteX2-385" fmla="*/ 255971 w 2856942"/>
                    <a:gd name="connsiteY2-386" fmla="*/ 833193 h 992614"/>
                    <a:gd name="connsiteX3-387" fmla="*/ 2676386 w 2856942"/>
                    <a:gd name="connsiteY3-388" fmla="*/ 992602 h 992614"/>
                    <a:gd name="connsiteX4-389" fmla="*/ 2649970 w 2856942"/>
                    <a:gd name="connsiteY4-390" fmla="*/ 864244 h 992614"/>
                    <a:gd name="connsiteX5-391" fmla="*/ 302466 w 2856942"/>
                    <a:gd name="connsiteY5-392" fmla="*/ 709207 h 992614"/>
                    <a:gd name="connsiteX6-393" fmla="*/ 545111 w 2856942"/>
                    <a:gd name="connsiteY6-394" fmla="*/ 169510 h 992614"/>
                    <a:gd name="connsiteX7-395" fmla="*/ 2595899 w 2856942"/>
                    <a:gd name="connsiteY7-396" fmla="*/ 220726 h 992614"/>
                    <a:gd name="connsiteX8-397" fmla="*/ 2580717 w 2856942"/>
                    <a:gd name="connsiteY8-398" fmla="*/ 73776 h 992614"/>
                    <a:gd name="connsiteX0-399" fmla="*/ 2580717 w 2833569"/>
                    <a:gd name="connsiteY0-400" fmla="*/ 73776 h 992614"/>
                    <a:gd name="connsiteX1-401" fmla="*/ 333462 w 2833569"/>
                    <a:gd name="connsiteY1-402" fmla="*/ 58278 h 992614"/>
                    <a:gd name="connsiteX2-403" fmla="*/ 255971 w 2833569"/>
                    <a:gd name="connsiteY2-404" fmla="*/ 833193 h 992614"/>
                    <a:gd name="connsiteX3-405" fmla="*/ 2676386 w 2833569"/>
                    <a:gd name="connsiteY3-406" fmla="*/ 992602 h 992614"/>
                    <a:gd name="connsiteX4-407" fmla="*/ 2649970 w 2833569"/>
                    <a:gd name="connsiteY4-408" fmla="*/ 864244 h 992614"/>
                    <a:gd name="connsiteX5-409" fmla="*/ 302466 w 2833569"/>
                    <a:gd name="connsiteY5-410" fmla="*/ 709207 h 992614"/>
                    <a:gd name="connsiteX6-411" fmla="*/ 545111 w 2833569"/>
                    <a:gd name="connsiteY6-412" fmla="*/ 169510 h 992614"/>
                    <a:gd name="connsiteX7-413" fmla="*/ 2595899 w 2833569"/>
                    <a:gd name="connsiteY7-414" fmla="*/ 220726 h 992614"/>
                    <a:gd name="connsiteX8-415" fmla="*/ 2580717 w 2833569"/>
                    <a:gd name="connsiteY8-416" fmla="*/ 73776 h 992614"/>
                    <a:gd name="connsiteX0-417" fmla="*/ 2580717 w 2833569"/>
                    <a:gd name="connsiteY0-418" fmla="*/ 73776 h 992614"/>
                    <a:gd name="connsiteX1-419" fmla="*/ 333462 w 2833569"/>
                    <a:gd name="connsiteY1-420" fmla="*/ 58278 h 992614"/>
                    <a:gd name="connsiteX2-421" fmla="*/ 255971 w 2833569"/>
                    <a:gd name="connsiteY2-422" fmla="*/ 833193 h 992614"/>
                    <a:gd name="connsiteX3-423" fmla="*/ 2676386 w 2833569"/>
                    <a:gd name="connsiteY3-424" fmla="*/ 992602 h 992614"/>
                    <a:gd name="connsiteX4-425" fmla="*/ 2649970 w 2833569"/>
                    <a:gd name="connsiteY4-426" fmla="*/ 864244 h 992614"/>
                    <a:gd name="connsiteX5-427" fmla="*/ 302466 w 2833569"/>
                    <a:gd name="connsiteY5-428" fmla="*/ 709207 h 992614"/>
                    <a:gd name="connsiteX6-429" fmla="*/ 545111 w 2833569"/>
                    <a:gd name="connsiteY6-430" fmla="*/ 169510 h 992614"/>
                    <a:gd name="connsiteX7-431" fmla="*/ 2595899 w 2833569"/>
                    <a:gd name="connsiteY7-432" fmla="*/ 220726 h 992614"/>
                    <a:gd name="connsiteX8-433" fmla="*/ 2580717 w 2833569"/>
                    <a:gd name="connsiteY8-434" fmla="*/ 73776 h 992614"/>
                    <a:gd name="connsiteX0-435" fmla="*/ 2580717 w 2833569"/>
                    <a:gd name="connsiteY0-436" fmla="*/ 73776 h 992614"/>
                    <a:gd name="connsiteX1-437" fmla="*/ 333462 w 2833569"/>
                    <a:gd name="connsiteY1-438" fmla="*/ 58278 h 992614"/>
                    <a:gd name="connsiteX2-439" fmla="*/ 255971 w 2833569"/>
                    <a:gd name="connsiteY2-440" fmla="*/ 833193 h 992614"/>
                    <a:gd name="connsiteX3-441" fmla="*/ 2676386 w 2833569"/>
                    <a:gd name="connsiteY3-442" fmla="*/ 992602 h 992614"/>
                    <a:gd name="connsiteX4-443" fmla="*/ 2649970 w 2833569"/>
                    <a:gd name="connsiteY4-444" fmla="*/ 864244 h 992614"/>
                    <a:gd name="connsiteX5-445" fmla="*/ 302466 w 2833569"/>
                    <a:gd name="connsiteY5-446" fmla="*/ 709207 h 992614"/>
                    <a:gd name="connsiteX6-447" fmla="*/ 545111 w 2833569"/>
                    <a:gd name="connsiteY6-448" fmla="*/ 169510 h 992614"/>
                    <a:gd name="connsiteX7-449" fmla="*/ 2595899 w 2833569"/>
                    <a:gd name="connsiteY7-450" fmla="*/ 220726 h 992614"/>
                    <a:gd name="connsiteX8-451" fmla="*/ 2580717 w 2833569"/>
                    <a:gd name="connsiteY8-452" fmla="*/ 73776 h 992614"/>
                    <a:gd name="connsiteX0-453" fmla="*/ 2580717 w 2833569"/>
                    <a:gd name="connsiteY0-454" fmla="*/ 73349 h 992187"/>
                    <a:gd name="connsiteX1-455" fmla="*/ 333462 w 2833569"/>
                    <a:gd name="connsiteY1-456" fmla="*/ 57851 h 992187"/>
                    <a:gd name="connsiteX2-457" fmla="*/ 255971 w 2833569"/>
                    <a:gd name="connsiteY2-458" fmla="*/ 832766 h 992187"/>
                    <a:gd name="connsiteX3-459" fmla="*/ 2676386 w 2833569"/>
                    <a:gd name="connsiteY3-460" fmla="*/ 992175 h 992187"/>
                    <a:gd name="connsiteX4-461" fmla="*/ 2649970 w 2833569"/>
                    <a:gd name="connsiteY4-462" fmla="*/ 863817 h 992187"/>
                    <a:gd name="connsiteX5-463" fmla="*/ 302466 w 2833569"/>
                    <a:gd name="connsiteY5-464" fmla="*/ 708780 h 992187"/>
                    <a:gd name="connsiteX6-465" fmla="*/ 545111 w 2833569"/>
                    <a:gd name="connsiteY6-466" fmla="*/ 169083 h 992187"/>
                    <a:gd name="connsiteX7-467" fmla="*/ 2595899 w 2833569"/>
                    <a:gd name="connsiteY7-468" fmla="*/ 209103 h 992187"/>
                    <a:gd name="connsiteX8-469" fmla="*/ 2580717 w 2833569"/>
                    <a:gd name="connsiteY8-470" fmla="*/ 73349 h 992187"/>
                    <a:gd name="connsiteX0-471" fmla="*/ 2580717 w 2861604"/>
                    <a:gd name="connsiteY0-472" fmla="*/ 73349 h 992187"/>
                    <a:gd name="connsiteX1-473" fmla="*/ 333462 w 2861604"/>
                    <a:gd name="connsiteY1-474" fmla="*/ 57851 h 992187"/>
                    <a:gd name="connsiteX2-475" fmla="*/ 255971 w 2861604"/>
                    <a:gd name="connsiteY2-476" fmla="*/ 832766 h 992187"/>
                    <a:gd name="connsiteX3-477" fmla="*/ 2676386 w 2861604"/>
                    <a:gd name="connsiteY3-478" fmla="*/ 992175 h 992187"/>
                    <a:gd name="connsiteX4-479" fmla="*/ 2649970 w 2861604"/>
                    <a:gd name="connsiteY4-480" fmla="*/ 863817 h 992187"/>
                    <a:gd name="connsiteX5-481" fmla="*/ 302466 w 2861604"/>
                    <a:gd name="connsiteY5-482" fmla="*/ 708780 h 992187"/>
                    <a:gd name="connsiteX6-483" fmla="*/ 470467 w 2861604"/>
                    <a:gd name="connsiteY6-484" fmla="*/ 157886 h 992187"/>
                    <a:gd name="connsiteX7-485" fmla="*/ 2595899 w 2861604"/>
                    <a:gd name="connsiteY7-486" fmla="*/ 209103 h 992187"/>
                    <a:gd name="connsiteX8-487" fmla="*/ 2580717 w 2861604"/>
                    <a:gd name="connsiteY8-488" fmla="*/ 73349 h 992187"/>
                    <a:gd name="connsiteX0-489" fmla="*/ 2580717 w 2856710"/>
                    <a:gd name="connsiteY0-490" fmla="*/ 73349 h 992187"/>
                    <a:gd name="connsiteX1-491" fmla="*/ 333462 w 2856710"/>
                    <a:gd name="connsiteY1-492" fmla="*/ 57851 h 992187"/>
                    <a:gd name="connsiteX2-493" fmla="*/ 255971 w 2856710"/>
                    <a:gd name="connsiteY2-494" fmla="*/ 832766 h 992187"/>
                    <a:gd name="connsiteX3-495" fmla="*/ 2676386 w 2856710"/>
                    <a:gd name="connsiteY3-496" fmla="*/ 992175 h 992187"/>
                    <a:gd name="connsiteX4-497" fmla="*/ 2649970 w 2856710"/>
                    <a:gd name="connsiteY4-498" fmla="*/ 863817 h 992187"/>
                    <a:gd name="connsiteX5-499" fmla="*/ 302466 w 2856710"/>
                    <a:gd name="connsiteY5-500" fmla="*/ 708780 h 992187"/>
                    <a:gd name="connsiteX6-501" fmla="*/ 548844 w 2856710"/>
                    <a:gd name="connsiteY6-502" fmla="*/ 154154 h 992187"/>
                    <a:gd name="connsiteX7-503" fmla="*/ 2595899 w 2856710"/>
                    <a:gd name="connsiteY7-504" fmla="*/ 209103 h 992187"/>
                    <a:gd name="connsiteX8-505" fmla="*/ 2580717 w 2856710"/>
                    <a:gd name="connsiteY8-506" fmla="*/ 73349 h 992187"/>
                    <a:gd name="connsiteX0-507" fmla="*/ 2580717 w 2915121"/>
                    <a:gd name="connsiteY0-508" fmla="*/ 73349 h 992193"/>
                    <a:gd name="connsiteX1-509" fmla="*/ 333462 w 2915121"/>
                    <a:gd name="connsiteY1-510" fmla="*/ 57851 h 992193"/>
                    <a:gd name="connsiteX2-511" fmla="*/ 255971 w 2915121"/>
                    <a:gd name="connsiteY2-512" fmla="*/ 832766 h 992193"/>
                    <a:gd name="connsiteX3-513" fmla="*/ 2676386 w 2915121"/>
                    <a:gd name="connsiteY3-514" fmla="*/ 992175 h 992193"/>
                    <a:gd name="connsiteX4-515" fmla="*/ 2649970 w 2915121"/>
                    <a:gd name="connsiteY4-516" fmla="*/ 863817 h 992193"/>
                    <a:gd name="connsiteX5-517" fmla="*/ 350986 w 2915121"/>
                    <a:gd name="connsiteY5-518" fmla="*/ 708780 h 992193"/>
                    <a:gd name="connsiteX6-519" fmla="*/ 548844 w 2915121"/>
                    <a:gd name="connsiteY6-520" fmla="*/ 154154 h 992193"/>
                    <a:gd name="connsiteX7-521" fmla="*/ 2595899 w 2915121"/>
                    <a:gd name="connsiteY7-522" fmla="*/ 209103 h 992193"/>
                    <a:gd name="connsiteX8-523" fmla="*/ 2580717 w 2915121"/>
                    <a:gd name="connsiteY8-524" fmla="*/ 73349 h 992193"/>
                    <a:gd name="connsiteX0-525" fmla="*/ 2580717 w 2915121"/>
                    <a:gd name="connsiteY0-526" fmla="*/ 73349 h 992193"/>
                    <a:gd name="connsiteX1-527" fmla="*/ 333462 w 2915121"/>
                    <a:gd name="connsiteY1-528" fmla="*/ 57851 h 992193"/>
                    <a:gd name="connsiteX2-529" fmla="*/ 255971 w 2915121"/>
                    <a:gd name="connsiteY2-530" fmla="*/ 832766 h 992193"/>
                    <a:gd name="connsiteX3-531" fmla="*/ 2676386 w 2915121"/>
                    <a:gd name="connsiteY3-532" fmla="*/ 992175 h 992193"/>
                    <a:gd name="connsiteX4-533" fmla="*/ 2649970 w 2915121"/>
                    <a:gd name="connsiteY4-534" fmla="*/ 863817 h 992193"/>
                    <a:gd name="connsiteX5-535" fmla="*/ 350986 w 2915121"/>
                    <a:gd name="connsiteY5-536" fmla="*/ 708780 h 992193"/>
                    <a:gd name="connsiteX6-537" fmla="*/ 515254 w 2915121"/>
                    <a:gd name="connsiteY6-538" fmla="*/ 154154 h 992193"/>
                    <a:gd name="connsiteX7-539" fmla="*/ 2595899 w 2915121"/>
                    <a:gd name="connsiteY7-540" fmla="*/ 209103 h 992193"/>
                    <a:gd name="connsiteX8-541" fmla="*/ 2580717 w 2915121"/>
                    <a:gd name="connsiteY8-542" fmla="*/ 73349 h 992193"/>
                    <a:gd name="connsiteX0-543" fmla="*/ 2574189 w 2914778"/>
                    <a:gd name="connsiteY0-544" fmla="*/ 51363 h 1006047"/>
                    <a:gd name="connsiteX1-545" fmla="*/ 333119 w 2914778"/>
                    <a:gd name="connsiteY1-546" fmla="*/ 71705 h 1006047"/>
                    <a:gd name="connsiteX2-547" fmla="*/ 255628 w 2914778"/>
                    <a:gd name="connsiteY2-548" fmla="*/ 846620 h 1006047"/>
                    <a:gd name="connsiteX3-549" fmla="*/ 2676043 w 2914778"/>
                    <a:gd name="connsiteY3-550" fmla="*/ 1006029 h 1006047"/>
                    <a:gd name="connsiteX4-551" fmla="*/ 2649627 w 2914778"/>
                    <a:gd name="connsiteY4-552" fmla="*/ 877671 h 1006047"/>
                    <a:gd name="connsiteX5-553" fmla="*/ 350643 w 2914778"/>
                    <a:gd name="connsiteY5-554" fmla="*/ 722634 h 1006047"/>
                    <a:gd name="connsiteX6-555" fmla="*/ 514911 w 2914778"/>
                    <a:gd name="connsiteY6-556" fmla="*/ 168008 h 1006047"/>
                    <a:gd name="connsiteX7-557" fmla="*/ 2595556 w 2914778"/>
                    <a:gd name="connsiteY7-558" fmla="*/ 222957 h 1006047"/>
                    <a:gd name="connsiteX8-559" fmla="*/ 2574189 w 2914778"/>
                    <a:gd name="connsiteY8-560" fmla="*/ 51363 h 1006047"/>
                    <a:gd name="connsiteX0-561" fmla="*/ 2574189 w 2914778"/>
                    <a:gd name="connsiteY0-562" fmla="*/ 50194 h 1004878"/>
                    <a:gd name="connsiteX1-563" fmla="*/ 333119 w 2914778"/>
                    <a:gd name="connsiteY1-564" fmla="*/ 70536 h 1004878"/>
                    <a:gd name="connsiteX2-565" fmla="*/ 255628 w 2914778"/>
                    <a:gd name="connsiteY2-566" fmla="*/ 845451 h 1004878"/>
                    <a:gd name="connsiteX3-567" fmla="*/ 2676043 w 2914778"/>
                    <a:gd name="connsiteY3-568" fmla="*/ 1004860 h 1004878"/>
                    <a:gd name="connsiteX4-569" fmla="*/ 2649627 w 2914778"/>
                    <a:gd name="connsiteY4-570" fmla="*/ 876502 h 1004878"/>
                    <a:gd name="connsiteX5-571" fmla="*/ 350643 w 2914778"/>
                    <a:gd name="connsiteY5-572" fmla="*/ 721465 h 1004878"/>
                    <a:gd name="connsiteX6-573" fmla="*/ 514911 w 2914778"/>
                    <a:gd name="connsiteY6-574" fmla="*/ 166839 h 1004878"/>
                    <a:gd name="connsiteX7-575" fmla="*/ 2595557 w 2914778"/>
                    <a:gd name="connsiteY7-576" fmla="*/ 197895 h 1004878"/>
                    <a:gd name="connsiteX8-577" fmla="*/ 2574189 w 2914778"/>
                    <a:gd name="connsiteY8-578" fmla="*/ 50194 h 1004878"/>
                    <a:gd name="connsiteX0-579" fmla="*/ 2580717 w 2915121"/>
                    <a:gd name="connsiteY0-580" fmla="*/ 40455 h 1013060"/>
                    <a:gd name="connsiteX1-581" fmla="*/ 333462 w 2915121"/>
                    <a:gd name="connsiteY1-582" fmla="*/ 78718 h 1013060"/>
                    <a:gd name="connsiteX2-583" fmla="*/ 255971 w 2915121"/>
                    <a:gd name="connsiteY2-584" fmla="*/ 853633 h 1013060"/>
                    <a:gd name="connsiteX3-585" fmla="*/ 2676386 w 2915121"/>
                    <a:gd name="connsiteY3-586" fmla="*/ 1013042 h 1013060"/>
                    <a:gd name="connsiteX4-587" fmla="*/ 2649970 w 2915121"/>
                    <a:gd name="connsiteY4-588" fmla="*/ 884684 h 1013060"/>
                    <a:gd name="connsiteX5-589" fmla="*/ 350986 w 2915121"/>
                    <a:gd name="connsiteY5-590" fmla="*/ 729647 h 1013060"/>
                    <a:gd name="connsiteX6-591" fmla="*/ 515254 w 2915121"/>
                    <a:gd name="connsiteY6-592" fmla="*/ 175021 h 1013060"/>
                    <a:gd name="connsiteX7-593" fmla="*/ 2595900 w 2915121"/>
                    <a:gd name="connsiteY7-594" fmla="*/ 206077 h 1013060"/>
                    <a:gd name="connsiteX8-595" fmla="*/ 2580717 w 2915121"/>
                    <a:gd name="connsiteY8-596" fmla="*/ 40455 h 1013060"/>
                    <a:gd name="connsiteX0-597" fmla="*/ 2580717 w 2915121"/>
                    <a:gd name="connsiteY0-598" fmla="*/ 40129 h 1012734"/>
                    <a:gd name="connsiteX1-599" fmla="*/ 333462 w 2915121"/>
                    <a:gd name="connsiteY1-600" fmla="*/ 78392 h 1012734"/>
                    <a:gd name="connsiteX2-601" fmla="*/ 255971 w 2915121"/>
                    <a:gd name="connsiteY2-602" fmla="*/ 853307 h 1012734"/>
                    <a:gd name="connsiteX3-603" fmla="*/ 2676386 w 2915121"/>
                    <a:gd name="connsiteY3-604" fmla="*/ 1012716 h 1012734"/>
                    <a:gd name="connsiteX4-605" fmla="*/ 2649970 w 2915121"/>
                    <a:gd name="connsiteY4-606" fmla="*/ 884358 h 1012734"/>
                    <a:gd name="connsiteX5-607" fmla="*/ 350986 w 2915121"/>
                    <a:gd name="connsiteY5-608" fmla="*/ 729321 h 1012734"/>
                    <a:gd name="connsiteX6-609" fmla="*/ 515254 w 2915121"/>
                    <a:gd name="connsiteY6-610" fmla="*/ 174695 h 1012734"/>
                    <a:gd name="connsiteX7-611" fmla="*/ 2564975 w 2915121"/>
                    <a:gd name="connsiteY7-612" fmla="*/ 199777 h 1012734"/>
                    <a:gd name="connsiteX8-613" fmla="*/ 2580717 w 2915121"/>
                    <a:gd name="connsiteY8-614" fmla="*/ 40129 h 1012734"/>
                    <a:gd name="connsiteX0-615" fmla="*/ 2580717 w 2958632"/>
                    <a:gd name="connsiteY0-616" fmla="*/ 40128 h 1012715"/>
                    <a:gd name="connsiteX1-617" fmla="*/ 333462 w 2958632"/>
                    <a:gd name="connsiteY1-618" fmla="*/ 78391 h 1012715"/>
                    <a:gd name="connsiteX2-619" fmla="*/ 255971 w 2958632"/>
                    <a:gd name="connsiteY2-620" fmla="*/ 853306 h 1012715"/>
                    <a:gd name="connsiteX3-621" fmla="*/ 2676386 w 2958632"/>
                    <a:gd name="connsiteY3-622" fmla="*/ 1012715 h 1012715"/>
                    <a:gd name="connsiteX4-623" fmla="*/ 2649970 w 2958632"/>
                    <a:gd name="connsiteY4-624" fmla="*/ 854491 h 1012715"/>
                    <a:gd name="connsiteX5-625" fmla="*/ 350986 w 2958632"/>
                    <a:gd name="connsiteY5-626" fmla="*/ 729320 h 1012715"/>
                    <a:gd name="connsiteX6-627" fmla="*/ 515254 w 2958632"/>
                    <a:gd name="connsiteY6-628" fmla="*/ 174694 h 1012715"/>
                    <a:gd name="connsiteX7-629" fmla="*/ 2564975 w 2958632"/>
                    <a:gd name="connsiteY7-630" fmla="*/ 199776 h 1012715"/>
                    <a:gd name="connsiteX8-631" fmla="*/ 2580717 w 2958632"/>
                    <a:gd name="connsiteY8-632" fmla="*/ 40128 h 1012715"/>
                    <a:gd name="connsiteX0-633" fmla="*/ 2578194 w 2934745"/>
                    <a:gd name="connsiteY0-634" fmla="*/ 40128 h 994924"/>
                    <a:gd name="connsiteX1-635" fmla="*/ 330939 w 2934745"/>
                    <a:gd name="connsiteY1-636" fmla="*/ 78391 h 994924"/>
                    <a:gd name="connsiteX2-637" fmla="*/ 253448 w 2934745"/>
                    <a:gd name="connsiteY2-638" fmla="*/ 853306 h 994924"/>
                    <a:gd name="connsiteX3-639" fmla="*/ 2636753 w 2934745"/>
                    <a:gd name="connsiteY3-640" fmla="*/ 994796 h 994924"/>
                    <a:gd name="connsiteX4-641" fmla="*/ 2647447 w 2934745"/>
                    <a:gd name="connsiteY4-642" fmla="*/ 854491 h 994924"/>
                    <a:gd name="connsiteX5-643" fmla="*/ 348463 w 2934745"/>
                    <a:gd name="connsiteY5-644" fmla="*/ 729320 h 994924"/>
                    <a:gd name="connsiteX6-645" fmla="*/ 512731 w 2934745"/>
                    <a:gd name="connsiteY6-646" fmla="*/ 174694 h 994924"/>
                    <a:gd name="connsiteX7-647" fmla="*/ 2562452 w 2934745"/>
                    <a:gd name="connsiteY7-648" fmla="*/ 199776 h 994924"/>
                    <a:gd name="connsiteX8-649" fmla="*/ 2578194 w 2934745"/>
                    <a:gd name="connsiteY8-650" fmla="*/ 40128 h 994924"/>
                    <a:gd name="connsiteX0-651" fmla="*/ 2578194 w 2917686"/>
                    <a:gd name="connsiteY0-652" fmla="*/ 40128 h 996242"/>
                    <a:gd name="connsiteX1-653" fmla="*/ 330939 w 2917686"/>
                    <a:gd name="connsiteY1-654" fmla="*/ 78391 h 996242"/>
                    <a:gd name="connsiteX2-655" fmla="*/ 253448 w 2917686"/>
                    <a:gd name="connsiteY2-656" fmla="*/ 853306 h 996242"/>
                    <a:gd name="connsiteX3-657" fmla="*/ 2636753 w 2917686"/>
                    <a:gd name="connsiteY3-658" fmla="*/ 994796 h 996242"/>
                    <a:gd name="connsiteX4-659" fmla="*/ 2616523 w 2917686"/>
                    <a:gd name="connsiteY4-660" fmla="*/ 830598 h 996242"/>
                    <a:gd name="connsiteX5-661" fmla="*/ 348463 w 2917686"/>
                    <a:gd name="connsiteY5-662" fmla="*/ 729320 h 996242"/>
                    <a:gd name="connsiteX6-663" fmla="*/ 512731 w 2917686"/>
                    <a:gd name="connsiteY6-664" fmla="*/ 174694 h 996242"/>
                    <a:gd name="connsiteX7-665" fmla="*/ 2562452 w 2917686"/>
                    <a:gd name="connsiteY7-666" fmla="*/ 199776 h 996242"/>
                    <a:gd name="connsiteX8-667" fmla="*/ 2578194 w 2917686"/>
                    <a:gd name="connsiteY8-668" fmla="*/ 40128 h 996242"/>
                    <a:gd name="connsiteX0-669" fmla="*/ 2577774 w 2913658"/>
                    <a:gd name="connsiteY0-670" fmla="*/ 40128 h 975285"/>
                    <a:gd name="connsiteX1-671" fmla="*/ 330519 w 2913658"/>
                    <a:gd name="connsiteY1-672" fmla="*/ 78391 h 975285"/>
                    <a:gd name="connsiteX2-673" fmla="*/ 253028 w 2913658"/>
                    <a:gd name="connsiteY2-674" fmla="*/ 853306 h 975285"/>
                    <a:gd name="connsiteX3-675" fmla="*/ 2630148 w 2913658"/>
                    <a:gd name="connsiteY3-676" fmla="*/ 970903 h 975285"/>
                    <a:gd name="connsiteX4-677" fmla="*/ 2616103 w 2913658"/>
                    <a:gd name="connsiteY4-678" fmla="*/ 830598 h 975285"/>
                    <a:gd name="connsiteX5-679" fmla="*/ 348043 w 2913658"/>
                    <a:gd name="connsiteY5-680" fmla="*/ 729320 h 975285"/>
                    <a:gd name="connsiteX6-681" fmla="*/ 512311 w 2913658"/>
                    <a:gd name="connsiteY6-682" fmla="*/ 174694 h 975285"/>
                    <a:gd name="connsiteX7-683" fmla="*/ 2562032 w 2913658"/>
                    <a:gd name="connsiteY7-684" fmla="*/ 199776 h 975285"/>
                    <a:gd name="connsiteX8-685" fmla="*/ 2577774 w 2913658"/>
                    <a:gd name="connsiteY8-686" fmla="*/ 40128 h 975285"/>
                    <a:gd name="connsiteX0-687" fmla="*/ 2563016 w 2897373"/>
                    <a:gd name="connsiteY0-688" fmla="*/ 43385 h 999125"/>
                    <a:gd name="connsiteX1-689" fmla="*/ 315761 w 2897373"/>
                    <a:gd name="connsiteY1-690" fmla="*/ 81648 h 999125"/>
                    <a:gd name="connsiteX2-691" fmla="*/ 262104 w 2897373"/>
                    <a:gd name="connsiteY2-692" fmla="*/ 903772 h 999125"/>
                    <a:gd name="connsiteX3-693" fmla="*/ 2615390 w 2897373"/>
                    <a:gd name="connsiteY3-694" fmla="*/ 974160 h 999125"/>
                    <a:gd name="connsiteX4-695" fmla="*/ 2601345 w 2897373"/>
                    <a:gd name="connsiteY4-696" fmla="*/ 833855 h 999125"/>
                    <a:gd name="connsiteX5-697" fmla="*/ 333285 w 2897373"/>
                    <a:gd name="connsiteY5-698" fmla="*/ 732577 h 999125"/>
                    <a:gd name="connsiteX6-699" fmla="*/ 497553 w 2897373"/>
                    <a:gd name="connsiteY6-700" fmla="*/ 177951 h 999125"/>
                    <a:gd name="connsiteX7-701" fmla="*/ 2547274 w 2897373"/>
                    <a:gd name="connsiteY7-702" fmla="*/ 203033 h 999125"/>
                    <a:gd name="connsiteX8-703" fmla="*/ 2563016 w 2897373"/>
                    <a:gd name="connsiteY8-704" fmla="*/ 43385 h 999125"/>
                    <a:gd name="connsiteX0-705" fmla="*/ 2563016 w 2897736"/>
                    <a:gd name="connsiteY0-706" fmla="*/ 43386 h 999126"/>
                    <a:gd name="connsiteX1-707" fmla="*/ 315761 w 2897736"/>
                    <a:gd name="connsiteY1-708" fmla="*/ 81649 h 999126"/>
                    <a:gd name="connsiteX2-709" fmla="*/ 262104 w 2897736"/>
                    <a:gd name="connsiteY2-710" fmla="*/ 903773 h 999126"/>
                    <a:gd name="connsiteX3-711" fmla="*/ 2615390 w 2897736"/>
                    <a:gd name="connsiteY3-712" fmla="*/ 974161 h 999126"/>
                    <a:gd name="connsiteX4-713" fmla="*/ 2601345 w 2897736"/>
                    <a:gd name="connsiteY4-714" fmla="*/ 833856 h 999126"/>
                    <a:gd name="connsiteX5-715" fmla="*/ 327326 w 2897736"/>
                    <a:gd name="connsiteY5-716" fmla="*/ 759556 h 999126"/>
                    <a:gd name="connsiteX6-717" fmla="*/ 497553 w 2897736"/>
                    <a:gd name="connsiteY6-718" fmla="*/ 177952 h 999126"/>
                    <a:gd name="connsiteX7-719" fmla="*/ 2547274 w 2897736"/>
                    <a:gd name="connsiteY7-720" fmla="*/ 203034 h 999126"/>
                    <a:gd name="connsiteX8-721" fmla="*/ 2563016 w 2897736"/>
                    <a:gd name="connsiteY8-722" fmla="*/ 43386 h 999126"/>
                    <a:gd name="connsiteX0-723" fmla="*/ 2563016 w 2897736"/>
                    <a:gd name="connsiteY0-724" fmla="*/ 43386 h 999126"/>
                    <a:gd name="connsiteX1-725" fmla="*/ 315761 w 2897736"/>
                    <a:gd name="connsiteY1-726" fmla="*/ 81649 h 999126"/>
                    <a:gd name="connsiteX2-727" fmla="*/ 262104 w 2897736"/>
                    <a:gd name="connsiteY2-728" fmla="*/ 903773 h 999126"/>
                    <a:gd name="connsiteX3-729" fmla="*/ 2615390 w 2897736"/>
                    <a:gd name="connsiteY3-730" fmla="*/ 974161 h 999126"/>
                    <a:gd name="connsiteX4-731" fmla="*/ 2601345 w 2897736"/>
                    <a:gd name="connsiteY4-732" fmla="*/ 833856 h 999126"/>
                    <a:gd name="connsiteX5-733" fmla="*/ 327326 w 2897736"/>
                    <a:gd name="connsiteY5-734" fmla="*/ 786531 h 999126"/>
                    <a:gd name="connsiteX6-735" fmla="*/ 497553 w 2897736"/>
                    <a:gd name="connsiteY6-736" fmla="*/ 177952 h 999126"/>
                    <a:gd name="connsiteX7-737" fmla="*/ 2547274 w 2897736"/>
                    <a:gd name="connsiteY7-738" fmla="*/ 203034 h 999126"/>
                    <a:gd name="connsiteX8-739" fmla="*/ 2563016 w 2897736"/>
                    <a:gd name="connsiteY8-740" fmla="*/ 43386 h 99912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45" y="connsiteY8-146"/>
                    </a:cxn>
                  </a:cxnLst>
                  <a:rect l="l" t="t" r="r" b="b"/>
                  <a:pathLst>
                    <a:path w="2897736" h="999126">
                      <a:moveTo>
                        <a:pt x="2563016" y="43386"/>
                      </a:moveTo>
                      <a:cubicBezTo>
                        <a:pt x="2191097" y="23155"/>
                        <a:pt x="699246" y="-61749"/>
                        <a:pt x="315761" y="81649"/>
                      </a:cubicBezTo>
                      <a:cubicBezTo>
                        <a:pt x="-67724" y="225047"/>
                        <a:pt x="-121168" y="755021"/>
                        <a:pt x="262104" y="903773"/>
                      </a:cubicBezTo>
                      <a:cubicBezTo>
                        <a:pt x="645376" y="1052525"/>
                        <a:pt x="2225517" y="985814"/>
                        <a:pt x="2615390" y="974161"/>
                      </a:cubicBezTo>
                      <a:cubicBezTo>
                        <a:pt x="3005263" y="962508"/>
                        <a:pt x="2982689" y="865128"/>
                        <a:pt x="2601345" y="833856"/>
                      </a:cubicBezTo>
                      <a:cubicBezTo>
                        <a:pt x="2220001" y="802584"/>
                        <a:pt x="677958" y="895848"/>
                        <a:pt x="327326" y="786531"/>
                      </a:cubicBezTo>
                      <a:cubicBezTo>
                        <a:pt x="-23306" y="677214"/>
                        <a:pt x="99763" y="260610"/>
                        <a:pt x="497553" y="177952"/>
                      </a:cubicBezTo>
                      <a:cubicBezTo>
                        <a:pt x="895343" y="95294"/>
                        <a:pt x="2203030" y="225462"/>
                        <a:pt x="2547274" y="203034"/>
                      </a:cubicBezTo>
                      <a:cubicBezTo>
                        <a:pt x="2891518" y="180606"/>
                        <a:pt x="2934935" y="63617"/>
                        <a:pt x="2563016" y="43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4" name="Freeform 43"/>
              <p:cNvSpPr/>
              <p:nvPr/>
            </p:nvSpPr>
            <p:spPr bwMode="auto">
              <a:xfrm>
                <a:off x="5047645" y="2892970"/>
                <a:ext cx="187860" cy="346008"/>
              </a:xfrm>
              <a:custGeom>
                <a:avLst/>
                <a:gdLst>
                  <a:gd name="T0" fmla="*/ 0 w 152"/>
                  <a:gd name="T1" fmla="*/ 202 h 202"/>
                  <a:gd name="T2" fmla="*/ 76 w 152"/>
                  <a:gd name="T3" fmla="*/ 145 h 202"/>
                  <a:gd name="T4" fmla="*/ 152 w 152"/>
                  <a:gd name="T5" fmla="*/ 202 h 202"/>
                  <a:gd name="T6" fmla="*/ 152 w 152"/>
                  <a:gd name="T7" fmla="*/ 0 h 202"/>
                  <a:gd name="T8" fmla="*/ 0 w 152"/>
                  <a:gd name="T9" fmla="*/ 0 h 202"/>
                  <a:gd name="T10" fmla="*/ 0 w 152"/>
                  <a:gd name="T11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202">
                    <a:moveTo>
                      <a:pt x="0" y="202"/>
                    </a:moveTo>
                    <a:lnTo>
                      <a:pt x="76" y="145"/>
                    </a:lnTo>
                    <a:lnTo>
                      <a:pt x="152" y="202"/>
                    </a:lnTo>
                    <a:lnTo>
                      <a:pt x="152" y="0"/>
                    </a:lnTo>
                    <a:lnTo>
                      <a:pt x="0" y="0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5790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任意多边形 54"/>
              <p:cNvSpPr/>
              <p:nvPr/>
            </p:nvSpPr>
            <p:spPr>
              <a:xfrm>
                <a:off x="4925575" y="2891780"/>
                <a:ext cx="432000" cy="2381"/>
              </a:xfrm>
              <a:custGeom>
                <a:avLst/>
                <a:gdLst>
                  <a:gd name="connsiteX0" fmla="*/ 0 w 333375"/>
                  <a:gd name="connsiteY0" fmla="*/ 0 h 2381"/>
                  <a:gd name="connsiteX1" fmla="*/ 333375 w 333375"/>
                  <a:gd name="connsiteY1" fmla="*/ 2381 h 2381"/>
                  <a:gd name="connsiteX2" fmla="*/ 333375 w 333375"/>
                  <a:gd name="connsiteY2" fmla="*/ 2381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375" h="2381">
                    <a:moveTo>
                      <a:pt x="0" y="0"/>
                    </a:moveTo>
                    <a:lnTo>
                      <a:pt x="333375" y="2381"/>
                    </a:lnTo>
                    <a:lnTo>
                      <a:pt x="333375" y="2381"/>
                    </a:lnTo>
                  </a:path>
                </a:pathLst>
              </a:custGeom>
              <a:noFill/>
              <a:ln w="1905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 flipH="1">
              <a:off x="1760586" y="3214675"/>
              <a:ext cx="3066066" cy="933994"/>
              <a:chOff x="4499219" y="2444491"/>
              <a:chExt cx="2615916" cy="796868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4499219" y="2444491"/>
                <a:ext cx="2615916" cy="796868"/>
                <a:chOff x="4499219" y="2444491"/>
                <a:chExt cx="2615916" cy="796868"/>
              </a:xfrm>
            </p:grpSpPr>
            <p:sp>
              <p:nvSpPr>
                <p:cNvPr id="62" name="任意多边形 61"/>
                <p:cNvSpPr/>
                <p:nvPr/>
              </p:nvSpPr>
              <p:spPr>
                <a:xfrm>
                  <a:off x="4561170" y="2498481"/>
                  <a:ext cx="2361376" cy="724621"/>
                </a:xfrm>
                <a:custGeom>
                  <a:avLst/>
                  <a:gdLst>
                    <a:gd name="connsiteX0" fmla="*/ 2216078 w 2502274"/>
                    <a:gd name="connsiteY0" fmla="*/ 6601 h 632088"/>
                    <a:gd name="connsiteX1" fmla="*/ 2232214 w 2502274"/>
                    <a:gd name="connsiteY1" fmla="*/ 625166 h 632088"/>
                    <a:gd name="connsiteX2" fmla="*/ 2 w 2502274"/>
                    <a:gd name="connsiteY2" fmla="*/ 318573 h 632088"/>
                    <a:gd name="connsiteX3" fmla="*/ 2216078 w 2502274"/>
                    <a:gd name="connsiteY3" fmla="*/ 6601 h 632088"/>
                    <a:gd name="connsiteX0-1" fmla="*/ 2216078 w 2502274"/>
                    <a:gd name="connsiteY0-2" fmla="*/ 6601 h 632088"/>
                    <a:gd name="connsiteX1-3" fmla="*/ 2232214 w 2502274"/>
                    <a:gd name="connsiteY1-4" fmla="*/ 625166 h 632088"/>
                    <a:gd name="connsiteX2-5" fmla="*/ 2 w 2502274"/>
                    <a:gd name="connsiteY2-6" fmla="*/ 318573 h 632088"/>
                    <a:gd name="connsiteX3-7" fmla="*/ 2216078 w 2502274"/>
                    <a:gd name="connsiteY3-8" fmla="*/ 6601 h 632088"/>
                    <a:gd name="connsiteX0-9" fmla="*/ 2216078 w 2379586"/>
                    <a:gd name="connsiteY0-10" fmla="*/ 6601 h 632088"/>
                    <a:gd name="connsiteX1-11" fmla="*/ 2232214 w 2379586"/>
                    <a:gd name="connsiteY1-12" fmla="*/ 625166 h 632088"/>
                    <a:gd name="connsiteX2-13" fmla="*/ 2 w 2379586"/>
                    <a:gd name="connsiteY2-14" fmla="*/ 318573 h 632088"/>
                    <a:gd name="connsiteX3-15" fmla="*/ 2216078 w 2379586"/>
                    <a:gd name="connsiteY3-16" fmla="*/ 6601 h 632088"/>
                    <a:gd name="connsiteX0-17" fmla="*/ 2216078 w 2379586"/>
                    <a:gd name="connsiteY0-18" fmla="*/ 6601 h 632088"/>
                    <a:gd name="connsiteX1-19" fmla="*/ 2232214 w 2379586"/>
                    <a:gd name="connsiteY1-20" fmla="*/ 625166 h 632088"/>
                    <a:gd name="connsiteX2-21" fmla="*/ 2 w 2379586"/>
                    <a:gd name="connsiteY2-22" fmla="*/ 318573 h 632088"/>
                    <a:gd name="connsiteX3-23" fmla="*/ 2216078 w 2379586"/>
                    <a:gd name="connsiteY3-24" fmla="*/ 6601 h 632088"/>
                    <a:gd name="connsiteX0-25" fmla="*/ 2216078 w 2232214"/>
                    <a:gd name="connsiteY0-26" fmla="*/ 6601 h 632088"/>
                    <a:gd name="connsiteX1-27" fmla="*/ 2232214 w 2232214"/>
                    <a:gd name="connsiteY1-28" fmla="*/ 625166 h 632088"/>
                    <a:gd name="connsiteX2-29" fmla="*/ 2 w 2232214"/>
                    <a:gd name="connsiteY2-30" fmla="*/ 318573 h 632088"/>
                    <a:gd name="connsiteX3-31" fmla="*/ 2216078 w 2232214"/>
                    <a:gd name="connsiteY3-32" fmla="*/ 6601 h 632088"/>
                    <a:gd name="connsiteX0-33" fmla="*/ 2216078 w 2232214"/>
                    <a:gd name="connsiteY0-34" fmla="*/ 6601 h 625212"/>
                    <a:gd name="connsiteX1-35" fmla="*/ 2232214 w 2232214"/>
                    <a:gd name="connsiteY1-36" fmla="*/ 625166 h 625212"/>
                    <a:gd name="connsiteX2-37" fmla="*/ 2 w 2232214"/>
                    <a:gd name="connsiteY2-38" fmla="*/ 318573 h 625212"/>
                    <a:gd name="connsiteX3-39" fmla="*/ 2216078 w 2232214"/>
                    <a:gd name="connsiteY3-40" fmla="*/ 6601 h 625212"/>
                    <a:gd name="connsiteX0-41" fmla="*/ 2216148 w 2232284"/>
                    <a:gd name="connsiteY0-42" fmla="*/ 61838 h 724621"/>
                    <a:gd name="connsiteX1-43" fmla="*/ 2232284 w 2232284"/>
                    <a:gd name="connsiteY1-44" fmla="*/ 680403 h 724621"/>
                    <a:gd name="connsiteX2-45" fmla="*/ 72 w 2232284"/>
                    <a:gd name="connsiteY2-46" fmla="*/ 373810 h 724621"/>
                    <a:gd name="connsiteX3-47" fmla="*/ 2216148 w 2232284"/>
                    <a:gd name="connsiteY3-48" fmla="*/ 61838 h 7246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232284" h="724621">
                      <a:moveTo>
                        <a:pt x="2216148" y="61838"/>
                      </a:moveTo>
                      <a:cubicBezTo>
                        <a:pt x="2152498" y="328090"/>
                        <a:pt x="2090642" y="445528"/>
                        <a:pt x="2232284" y="680403"/>
                      </a:cubicBezTo>
                      <a:cubicBezTo>
                        <a:pt x="1857559" y="683988"/>
                        <a:pt x="-13375" y="891970"/>
                        <a:pt x="72" y="373810"/>
                      </a:cubicBezTo>
                      <a:cubicBezTo>
                        <a:pt x="13519" y="-144350"/>
                        <a:pt x="1844113" y="10739"/>
                        <a:pt x="2216148" y="61838"/>
                      </a:cubicBezTo>
                      <a:close/>
                    </a:path>
                  </a:pathLst>
                </a:custGeom>
                <a:solidFill>
                  <a:srgbClr val="005790"/>
                </a:solidFill>
                <a:ln w="25400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任意多边形 62"/>
                <p:cNvSpPr/>
                <p:nvPr/>
              </p:nvSpPr>
              <p:spPr>
                <a:xfrm>
                  <a:off x="4499219" y="2444491"/>
                  <a:ext cx="2615916" cy="796868"/>
                </a:xfrm>
                <a:custGeom>
                  <a:avLst/>
                  <a:gdLst>
                    <a:gd name="connsiteX0" fmla="*/ 2690408 w 3048995"/>
                    <a:gd name="connsiteY0" fmla="*/ 73489 h 884825"/>
                    <a:gd name="connsiteX1" fmla="*/ 443153 w 3048995"/>
                    <a:gd name="connsiteY1" fmla="*/ 57991 h 884825"/>
                    <a:gd name="connsiteX2" fmla="*/ 365662 w 3048995"/>
                    <a:gd name="connsiteY2" fmla="*/ 832906 h 884825"/>
                    <a:gd name="connsiteX3" fmla="*/ 2721404 w 3048995"/>
                    <a:gd name="connsiteY3" fmla="*/ 801909 h 884825"/>
                    <a:gd name="connsiteX4" fmla="*/ 412157 w 3048995"/>
                    <a:gd name="connsiteY4" fmla="*/ 708920 h 884825"/>
                    <a:gd name="connsiteX5" fmla="*/ 226177 w 3048995"/>
                    <a:gd name="connsiteY5" fmla="*/ 445448 h 884825"/>
                    <a:gd name="connsiteX6" fmla="*/ 2798896 w 3048995"/>
                    <a:gd name="connsiteY6" fmla="*/ 212974 h 884825"/>
                    <a:gd name="connsiteX7" fmla="*/ 2690408 w 3048995"/>
                    <a:gd name="connsiteY7" fmla="*/ 73489 h 884825"/>
                    <a:gd name="connsiteX0-1" fmla="*/ 2576323 w 2908445"/>
                    <a:gd name="connsiteY0-2" fmla="*/ 73489 h 884825"/>
                    <a:gd name="connsiteX1-3" fmla="*/ 329068 w 2908445"/>
                    <a:gd name="connsiteY1-4" fmla="*/ 57991 h 884825"/>
                    <a:gd name="connsiteX2-5" fmla="*/ 251577 w 2908445"/>
                    <a:gd name="connsiteY2-6" fmla="*/ 832906 h 884825"/>
                    <a:gd name="connsiteX3-7" fmla="*/ 2607319 w 2908445"/>
                    <a:gd name="connsiteY3-8" fmla="*/ 801909 h 884825"/>
                    <a:gd name="connsiteX4-9" fmla="*/ 298072 w 2908445"/>
                    <a:gd name="connsiteY4-10" fmla="*/ 708920 h 884825"/>
                    <a:gd name="connsiteX5-11" fmla="*/ 540717 w 2908445"/>
                    <a:gd name="connsiteY5-12" fmla="*/ 169223 h 884825"/>
                    <a:gd name="connsiteX6-13" fmla="*/ 2684811 w 2908445"/>
                    <a:gd name="connsiteY6-14" fmla="*/ 212974 h 884825"/>
                    <a:gd name="connsiteX7-15" fmla="*/ 2576323 w 2908445"/>
                    <a:gd name="connsiteY7-16" fmla="*/ 73489 h 884825"/>
                    <a:gd name="connsiteX0-17" fmla="*/ 2590621 w 2922743"/>
                    <a:gd name="connsiteY0-18" fmla="*/ 73489 h 910196"/>
                    <a:gd name="connsiteX1-19" fmla="*/ 343366 w 2922743"/>
                    <a:gd name="connsiteY1-20" fmla="*/ 57991 h 910196"/>
                    <a:gd name="connsiteX2-21" fmla="*/ 265875 w 2922743"/>
                    <a:gd name="connsiteY2-22" fmla="*/ 832906 h 910196"/>
                    <a:gd name="connsiteX3-23" fmla="*/ 2831167 w 2922743"/>
                    <a:gd name="connsiteY3-24" fmla="*/ 868584 h 910196"/>
                    <a:gd name="connsiteX4-25" fmla="*/ 312370 w 2922743"/>
                    <a:gd name="connsiteY4-26" fmla="*/ 708920 h 910196"/>
                    <a:gd name="connsiteX5-27" fmla="*/ 555015 w 2922743"/>
                    <a:gd name="connsiteY5-28" fmla="*/ 169223 h 910196"/>
                    <a:gd name="connsiteX6-29" fmla="*/ 2699109 w 2922743"/>
                    <a:gd name="connsiteY6-30" fmla="*/ 212974 h 910196"/>
                    <a:gd name="connsiteX7-31" fmla="*/ 2590621 w 2922743"/>
                    <a:gd name="connsiteY7-32" fmla="*/ 73489 h 910196"/>
                    <a:gd name="connsiteX0-33" fmla="*/ 2589968 w 2922090"/>
                    <a:gd name="connsiteY0-34" fmla="*/ 73489 h 868492"/>
                    <a:gd name="connsiteX1-35" fmla="*/ 342713 w 2922090"/>
                    <a:gd name="connsiteY1-36" fmla="*/ 57991 h 868492"/>
                    <a:gd name="connsiteX2-37" fmla="*/ 265222 w 2922090"/>
                    <a:gd name="connsiteY2-38" fmla="*/ 832906 h 868492"/>
                    <a:gd name="connsiteX3-39" fmla="*/ 2820989 w 2922090"/>
                    <a:gd name="connsiteY3-40" fmla="*/ 735234 h 868492"/>
                    <a:gd name="connsiteX4-41" fmla="*/ 311717 w 2922090"/>
                    <a:gd name="connsiteY4-42" fmla="*/ 708920 h 868492"/>
                    <a:gd name="connsiteX5-43" fmla="*/ 554362 w 2922090"/>
                    <a:gd name="connsiteY5-44" fmla="*/ 169223 h 868492"/>
                    <a:gd name="connsiteX6-45" fmla="*/ 2698456 w 2922090"/>
                    <a:gd name="connsiteY6-46" fmla="*/ 212974 h 868492"/>
                    <a:gd name="connsiteX7-47" fmla="*/ 2589968 w 2922090"/>
                    <a:gd name="connsiteY7-48" fmla="*/ 73489 h 868492"/>
                    <a:gd name="connsiteX0-49" fmla="*/ 2591928 w 2924050"/>
                    <a:gd name="connsiteY0-50" fmla="*/ 73489 h 937136"/>
                    <a:gd name="connsiteX1-51" fmla="*/ 344673 w 2924050"/>
                    <a:gd name="connsiteY1-52" fmla="*/ 57991 h 937136"/>
                    <a:gd name="connsiteX2-53" fmla="*/ 267182 w 2924050"/>
                    <a:gd name="connsiteY2-54" fmla="*/ 832906 h 937136"/>
                    <a:gd name="connsiteX3-55" fmla="*/ 2851524 w 2924050"/>
                    <a:gd name="connsiteY3-56" fmla="*/ 916209 h 937136"/>
                    <a:gd name="connsiteX4-57" fmla="*/ 313677 w 2924050"/>
                    <a:gd name="connsiteY4-58" fmla="*/ 708920 h 937136"/>
                    <a:gd name="connsiteX5-59" fmla="*/ 556322 w 2924050"/>
                    <a:gd name="connsiteY5-60" fmla="*/ 169223 h 937136"/>
                    <a:gd name="connsiteX6-61" fmla="*/ 2700416 w 2924050"/>
                    <a:gd name="connsiteY6-62" fmla="*/ 212974 h 937136"/>
                    <a:gd name="connsiteX7-63" fmla="*/ 2591928 w 2924050"/>
                    <a:gd name="connsiteY7-64" fmla="*/ 73489 h 937136"/>
                    <a:gd name="connsiteX0-65" fmla="*/ 2591928 w 2924050"/>
                    <a:gd name="connsiteY0-66" fmla="*/ 73489 h 987710"/>
                    <a:gd name="connsiteX1-67" fmla="*/ 344673 w 2924050"/>
                    <a:gd name="connsiteY1-68" fmla="*/ 57991 h 987710"/>
                    <a:gd name="connsiteX2-69" fmla="*/ 267182 w 2924050"/>
                    <a:gd name="connsiteY2-70" fmla="*/ 832906 h 987710"/>
                    <a:gd name="connsiteX3-71" fmla="*/ 2851524 w 2924050"/>
                    <a:gd name="connsiteY3-72" fmla="*/ 916209 h 987710"/>
                    <a:gd name="connsiteX4-73" fmla="*/ 313677 w 2924050"/>
                    <a:gd name="connsiteY4-74" fmla="*/ 708920 h 987710"/>
                    <a:gd name="connsiteX5-75" fmla="*/ 556322 w 2924050"/>
                    <a:gd name="connsiteY5-76" fmla="*/ 169223 h 987710"/>
                    <a:gd name="connsiteX6-77" fmla="*/ 2700416 w 2924050"/>
                    <a:gd name="connsiteY6-78" fmla="*/ 212974 h 987710"/>
                    <a:gd name="connsiteX7-79" fmla="*/ 2591928 w 2924050"/>
                    <a:gd name="connsiteY7-80" fmla="*/ 73489 h 987710"/>
                    <a:gd name="connsiteX0-81" fmla="*/ 2591928 w 2924050"/>
                    <a:gd name="connsiteY0-82" fmla="*/ 73489 h 963088"/>
                    <a:gd name="connsiteX1-83" fmla="*/ 344673 w 2924050"/>
                    <a:gd name="connsiteY1-84" fmla="*/ 57991 h 963088"/>
                    <a:gd name="connsiteX2-85" fmla="*/ 267182 w 2924050"/>
                    <a:gd name="connsiteY2-86" fmla="*/ 832906 h 963088"/>
                    <a:gd name="connsiteX3-87" fmla="*/ 2851524 w 2924050"/>
                    <a:gd name="connsiteY3-88" fmla="*/ 916209 h 963088"/>
                    <a:gd name="connsiteX4-89" fmla="*/ 313677 w 2924050"/>
                    <a:gd name="connsiteY4-90" fmla="*/ 708920 h 963088"/>
                    <a:gd name="connsiteX5-91" fmla="*/ 556322 w 2924050"/>
                    <a:gd name="connsiteY5-92" fmla="*/ 169223 h 963088"/>
                    <a:gd name="connsiteX6-93" fmla="*/ 2700416 w 2924050"/>
                    <a:gd name="connsiteY6-94" fmla="*/ 212974 h 963088"/>
                    <a:gd name="connsiteX7-95" fmla="*/ 2591928 w 2924050"/>
                    <a:gd name="connsiteY7-96" fmla="*/ 73489 h 963088"/>
                    <a:gd name="connsiteX0-97" fmla="*/ 2591928 w 2924050"/>
                    <a:gd name="connsiteY0-98" fmla="*/ 73489 h 974553"/>
                    <a:gd name="connsiteX1-99" fmla="*/ 344673 w 2924050"/>
                    <a:gd name="connsiteY1-100" fmla="*/ 57991 h 974553"/>
                    <a:gd name="connsiteX2-101" fmla="*/ 267182 w 2924050"/>
                    <a:gd name="connsiteY2-102" fmla="*/ 832906 h 974553"/>
                    <a:gd name="connsiteX3-103" fmla="*/ 2851524 w 2924050"/>
                    <a:gd name="connsiteY3-104" fmla="*/ 916209 h 974553"/>
                    <a:gd name="connsiteX4-105" fmla="*/ 313677 w 2924050"/>
                    <a:gd name="connsiteY4-106" fmla="*/ 708920 h 974553"/>
                    <a:gd name="connsiteX5-107" fmla="*/ 556322 w 2924050"/>
                    <a:gd name="connsiteY5-108" fmla="*/ 169223 h 974553"/>
                    <a:gd name="connsiteX6-109" fmla="*/ 2700416 w 2924050"/>
                    <a:gd name="connsiteY6-110" fmla="*/ 212974 h 974553"/>
                    <a:gd name="connsiteX7-111" fmla="*/ 2591928 w 2924050"/>
                    <a:gd name="connsiteY7-112" fmla="*/ 73489 h 974553"/>
                    <a:gd name="connsiteX0-113" fmla="*/ 2542098 w 2881222"/>
                    <a:gd name="connsiteY0-114" fmla="*/ 73489 h 987835"/>
                    <a:gd name="connsiteX1-115" fmla="*/ 294843 w 2881222"/>
                    <a:gd name="connsiteY1-116" fmla="*/ 57991 h 987835"/>
                    <a:gd name="connsiteX2-117" fmla="*/ 217352 w 2881222"/>
                    <a:gd name="connsiteY2-118" fmla="*/ 832906 h 987835"/>
                    <a:gd name="connsiteX3-119" fmla="*/ 2059269 w 2881222"/>
                    <a:gd name="connsiteY3-120" fmla="*/ 984851 h 987835"/>
                    <a:gd name="connsiteX4-121" fmla="*/ 2801694 w 2881222"/>
                    <a:gd name="connsiteY4-122" fmla="*/ 916209 h 987835"/>
                    <a:gd name="connsiteX5-123" fmla="*/ 263847 w 2881222"/>
                    <a:gd name="connsiteY5-124" fmla="*/ 708920 h 987835"/>
                    <a:gd name="connsiteX6-125" fmla="*/ 506492 w 2881222"/>
                    <a:gd name="connsiteY6-126" fmla="*/ 169223 h 987835"/>
                    <a:gd name="connsiteX7-127" fmla="*/ 2650586 w 2881222"/>
                    <a:gd name="connsiteY7-128" fmla="*/ 212974 h 987835"/>
                    <a:gd name="connsiteX8" fmla="*/ 2542098 w 2881222"/>
                    <a:gd name="connsiteY8" fmla="*/ 73489 h 987835"/>
                    <a:gd name="connsiteX0-129" fmla="*/ 2542098 w 2874220"/>
                    <a:gd name="connsiteY0-130" fmla="*/ 73489 h 986560"/>
                    <a:gd name="connsiteX1-131" fmla="*/ 294843 w 2874220"/>
                    <a:gd name="connsiteY1-132" fmla="*/ 57991 h 986560"/>
                    <a:gd name="connsiteX2-133" fmla="*/ 217352 w 2874220"/>
                    <a:gd name="connsiteY2-134" fmla="*/ 832906 h 986560"/>
                    <a:gd name="connsiteX3-135" fmla="*/ 2059269 w 2874220"/>
                    <a:gd name="connsiteY3-136" fmla="*/ 984851 h 986560"/>
                    <a:gd name="connsiteX4-137" fmla="*/ 2745711 w 2874220"/>
                    <a:gd name="connsiteY4-138" fmla="*/ 878886 h 986560"/>
                    <a:gd name="connsiteX5-139" fmla="*/ 263847 w 2874220"/>
                    <a:gd name="connsiteY5-140" fmla="*/ 708920 h 986560"/>
                    <a:gd name="connsiteX6-141" fmla="*/ 506492 w 2874220"/>
                    <a:gd name="connsiteY6-142" fmla="*/ 169223 h 986560"/>
                    <a:gd name="connsiteX7-143" fmla="*/ 2650586 w 2874220"/>
                    <a:gd name="connsiteY7-144" fmla="*/ 212974 h 986560"/>
                    <a:gd name="connsiteX8-145" fmla="*/ 2542098 w 2874220"/>
                    <a:gd name="connsiteY8-146" fmla="*/ 73489 h 986560"/>
                    <a:gd name="connsiteX0-147" fmla="*/ 2542098 w 2874220"/>
                    <a:gd name="connsiteY0-148" fmla="*/ 73489 h 986368"/>
                    <a:gd name="connsiteX1-149" fmla="*/ 294843 w 2874220"/>
                    <a:gd name="connsiteY1-150" fmla="*/ 57991 h 986368"/>
                    <a:gd name="connsiteX2-151" fmla="*/ 217352 w 2874220"/>
                    <a:gd name="connsiteY2-152" fmla="*/ 832906 h 986368"/>
                    <a:gd name="connsiteX3-153" fmla="*/ 2059269 w 2874220"/>
                    <a:gd name="connsiteY3-154" fmla="*/ 984851 h 986368"/>
                    <a:gd name="connsiteX4-155" fmla="*/ 2745711 w 2874220"/>
                    <a:gd name="connsiteY4-156" fmla="*/ 878886 h 986368"/>
                    <a:gd name="connsiteX5-157" fmla="*/ 263847 w 2874220"/>
                    <a:gd name="connsiteY5-158" fmla="*/ 708920 h 986368"/>
                    <a:gd name="connsiteX6-159" fmla="*/ 506492 w 2874220"/>
                    <a:gd name="connsiteY6-160" fmla="*/ 169223 h 986368"/>
                    <a:gd name="connsiteX7-161" fmla="*/ 2650586 w 2874220"/>
                    <a:gd name="connsiteY7-162" fmla="*/ 212974 h 986368"/>
                    <a:gd name="connsiteX8-163" fmla="*/ 2542098 w 2874220"/>
                    <a:gd name="connsiteY8-164" fmla="*/ 73489 h 986368"/>
                    <a:gd name="connsiteX0-165" fmla="*/ 2580717 w 3043940"/>
                    <a:gd name="connsiteY0-166" fmla="*/ 73489 h 993908"/>
                    <a:gd name="connsiteX1-167" fmla="*/ 333462 w 3043940"/>
                    <a:gd name="connsiteY1-168" fmla="*/ 57991 h 993908"/>
                    <a:gd name="connsiteX2-169" fmla="*/ 255971 w 3043940"/>
                    <a:gd name="connsiteY2-170" fmla="*/ 832906 h 993908"/>
                    <a:gd name="connsiteX3-171" fmla="*/ 2676386 w 3043940"/>
                    <a:gd name="connsiteY3-172" fmla="*/ 992315 h 993908"/>
                    <a:gd name="connsiteX4-173" fmla="*/ 2784330 w 3043940"/>
                    <a:gd name="connsiteY4-174" fmla="*/ 878886 h 993908"/>
                    <a:gd name="connsiteX5-175" fmla="*/ 302466 w 3043940"/>
                    <a:gd name="connsiteY5-176" fmla="*/ 708920 h 993908"/>
                    <a:gd name="connsiteX6-177" fmla="*/ 545111 w 3043940"/>
                    <a:gd name="connsiteY6-178" fmla="*/ 169223 h 993908"/>
                    <a:gd name="connsiteX7-179" fmla="*/ 2689205 w 3043940"/>
                    <a:gd name="connsiteY7-180" fmla="*/ 212974 h 993908"/>
                    <a:gd name="connsiteX8-181" fmla="*/ 2580717 w 3043940"/>
                    <a:gd name="connsiteY8-182" fmla="*/ 73489 h 993908"/>
                    <a:gd name="connsiteX0-183" fmla="*/ 2580717 w 2956802"/>
                    <a:gd name="connsiteY0-184" fmla="*/ 73489 h 993233"/>
                    <a:gd name="connsiteX1-185" fmla="*/ 333462 w 2956802"/>
                    <a:gd name="connsiteY1-186" fmla="*/ 57991 h 993233"/>
                    <a:gd name="connsiteX2-187" fmla="*/ 255971 w 2956802"/>
                    <a:gd name="connsiteY2-188" fmla="*/ 832906 h 993233"/>
                    <a:gd name="connsiteX3-189" fmla="*/ 2676386 w 2956802"/>
                    <a:gd name="connsiteY3-190" fmla="*/ 992315 h 993233"/>
                    <a:gd name="connsiteX4-191" fmla="*/ 2784330 w 2956802"/>
                    <a:gd name="connsiteY4-192" fmla="*/ 878886 h 993233"/>
                    <a:gd name="connsiteX5-193" fmla="*/ 302466 w 2956802"/>
                    <a:gd name="connsiteY5-194" fmla="*/ 708920 h 993233"/>
                    <a:gd name="connsiteX6-195" fmla="*/ 545111 w 2956802"/>
                    <a:gd name="connsiteY6-196" fmla="*/ 169223 h 993233"/>
                    <a:gd name="connsiteX7-197" fmla="*/ 2689205 w 2956802"/>
                    <a:gd name="connsiteY7-198" fmla="*/ 212974 h 993233"/>
                    <a:gd name="connsiteX8-199" fmla="*/ 2580717 w 2956802"/>
                    <a:gd name="connsiteY8-200" fmla="*/ 73489 h 993233"/>
                    <a:gd name="connsiteX0-201" fmla="*/ 2580717 w 2956802"/>
                    <a:gd name="connsiteY0-202" fmla="*/ 73489 h 996891"/>
                    <a:gd name="connsiteX1-203" fmla="*/ 333462 w 2956802"/>
                    <a:gd name="connsiteY1-204" fmla="*/ 57991 h 996891"/>
                    <a:gd name="connsiteX2-205" fmla="*/ 255971 w 2956802"/>
                    <a:gd name="connsiteY2-206" fmla="*/ 832906 h 996891"/>
                    <a:gd name="connsiteX3-207" fmla="*/ 2676386 w 2956802"/>
                    <a:gd name="connsiteY3-208" fmla="*/ 992315 h 996891"/>
                    <a:gd name="connsiteX4-209" fmla="*/ 2784330 w 2956802"/>
                    <a:gd name="connsiteY4-210" fmla="*/ 878886 h 996891"/>
                    <a:gd name="connsiteX5-211" fmla="*/ 302466 w 2956802"/>
                    <a:gd name="connsiteY5-212" fmla="*/ 708920 h 996891"/>
                    <a:gd name="connsiteX6-213" fmla="*/ 545111 w 2956802"/>
                    <a:gd name="connsiteY6-214" fmla="*/ 169223 h 996891"/>
                    <a:gd name="connsiteX7-215" fmla="*/ 2689205 w 2956802"/>
                    <a:gd name="connsiteY7-216" fmla="*/ 212974 h 996891"/>
                    <a:gd name="connsiteX8-217" fmla="*/ 2580717 w 2956802"/>
                    <a:gd name="connsiteY8-218" fmla="*/ 73489 h 996891"/>
                    <a:gd name="connsiteX0-219" fmla="*/ 2580717 w 2956802"/>
                    <a:gd name="connsiteY0-220" fmla="*/ 73489 h 993233"/>
                    <a:gd name="connsiteX1-221" fmla="*/ 333462 w 2956802"/>
                    <a:gd name="connsiteY1-222" fmla="*/ 57991 h 993233"/>
                    <a:gd name="connsiteX2-223" fmla="*/ 255971 w 2956802"/>
                    <a:gd name="connsiteY2-224" fmla="*/ 832906 h 993233"/>
                    <a:gd name="connsiteX3-225" fmla="*/ 2676386 w 2956802"/>
                    <a:gd name="connsiteY3-226" fmla="*/ 992315 h 993233"/>
                    <a:gd name="connsiteX4-227" fmla="*/ 2784330 w 2956802"/>
                    <a:gd name="connsiteY4-228" fmla="*/ 878886 h 993233"/>
                    <a:gd name="connsiteX5-229" fmla="*/ 302466 w 2956802"/>
                    <a:gd name="connsiteY5-230" fmla="*/ 708920 h 993233"/>
                    <a:gd name="connsiteX6-231" fmla="*/ 545111 w 2956802"/>
                    <a:gd name="connsiteY6-232" fmla="*/ 169223 h 993233"/>
                    <a:gd name="connsiteX7-233" fmla="*/ 2689205 w 2956802"/>
                    <a:gd name="connsiteY7-234" fmla="*/ 212974 h 993233"/>
                    <a:gd name="connsiteX8-235" fmla="*/ 2580717 w 2956802"/>
                    <a:gd name="connsiteY8-236" fmla="*/ 73489 h 993233"/>
                    <a:gd name="connsiteX0-237" fmla="*/ 2580717 w 2969667"/>
                    <a:gd name="connsiteY0-238" fmla="*/ 73489 h 992766"/>
                    <a:gd name="connsiteX1-239" fmla="*/ 333462 w 2969667"/>
                    <a:gd name="connsiteY1-240" fmla="*/ 57991 h 992766"/>
                    <a:gd name="connsiteX2-241" fmla="*/ 255971 w 2969667"/>
                    <a:gd name="connsiteY2-242" fmla="*/ 832906 h 992766"/>
                    <a:gd name="connsiteX3-243" fmla="*/ 2676386 w 2969667"/>
                    <a:gd name="connsiteY3-244" fmla="*/ 992315 h 992766"/>
                    <a:gd name="connsiteX4-245" fmla="*/ 2664899 w 2969667"/>
                    <a:gd name="connsiteY4-246" fmla="*/ 875154 h 992766"/>
                    <a:gd name="connsiteX5-247" fmla="*/ 302466 w 2969667"/>
                    <a:gd name="connsiteY5-248" fmla="*/ 708920 h 992766"/>
                    <a:gd name="connsiteX6-249" fmla="*/ 545111 w 2969667"/>
                    <a:gd name="connsiteY6-250" fmla="*/ 169223 h 992766"/>
                    <a:gd name="connsiteX7-251" fmla="*/ 2689205 w 2969667"/>
                    <a:gd name="connsiteY7-252" fmla="*/ 212974 h 992766"/>
                    <a:gd name="connsiteX8-253" fmla="*/ 2580717 w 2969667"/>
                    <a:gd name="connsiteY8-254" fmla="*/ 73489 h 992766"/>
                    <a:gd name="connsiteX0-255" fmla="*/ 2580717 w 2912839"/>
                    <a:gd name="connsiteY0-256" fmla="*/ 73489 h 992617"/>
                    <a:gd name="connsiteX1-257" fmla="*/ 333462 w 2912839"/>
                    <a:gd name="connsiteY1-258" fmla="*/ 57991 h 992617"/>
                    <a:gd name="connsiteX2-259" fmla="*/ 255971 w 2912839"/>
                    <a:gd name="connsiteY2-260" fmla="*/ 832906 h 992617"/>
                    <a:gd name="connsiteX3-261" fmla="*/ 2676386 w 2912839"/>
                    <a:gd name="connsiteY3-262" fmla="*/ 992315 h 992617"/>
                    <a:gd name="connsiteX4-263" fmla="*/ 2664899 w 2912839"/>
                    <a:gd name="connsiteY4-264" fmla="*/ 875154 h 992617"/>
                    <a:gd name="connsiteX5-265" fmla="*/ 302466 w 2912839"/>
                    <a:gd name="connsiteY5-266" fmla="*/ 708920 h 992617"/>
                    <a:gd name="connsiteX6-267" fmla="*/ 545111 w 2912839"/>
                    <a:gd name="connsiteY6-268" fmla="*/ 169223 h 992617"/>
                    <a:gd name="connsiteX7-269" fmla="*/ 2689205 w 2912839"/>
                    <a:gd name="connsiteY7-270" fmla="*/ 212974 h 992617"/>
                    <a:gd name="connsiteX8-271" fmla="*/ 2580717 w 2912839"/>
                    <a:gd name="connsiteY8-272" fmla="*/ 73489 h 992617"/>
                    <a:gd name="connsiteX0-273" fmla="*/ 2580717 w 2912839"/>
                    <a:gd name="connsiteY0-274" fmla="*/ 73489 h 992627"/>
                    <a:gd name="connsiteX1-275" fmla="*/ 333462 w 2912839"/>
                    <a:gd name="connsiteY1-276" fmla="*/ 57991 h 992627"/>
                    <a:gd name="connsiteX2-277" fmla="*/ 255971 w 2912839"/>
                    <a:gd name="connsiteY2-278" fmla="*/ 832906 h 992627"/>
                    <a:gd name="connsiteX3-279" fmla="*/ 2676386 w 2912839"/>
                    <a:gd name="connsiteY3-280" fmla="*/ 992315 h 992627"/>
                    <a:gd name="connsiteX4-281" fmla="*/ 2664899 w 2912839"/>
                    <a:gd name="connsiteY4-282" fmla="*/ 875154 h 992627"/>
                    <a:gd name="connsiteX5-283" fmla="*/ 302466 w 2912839"/>
                    <a:gd name="connsiteY5-284" fmla="*/ 708920 h 992627"/>
                    <a:gd name="connsiteX6-285" fmla="*/ 545111 w 2912839"/>
                    <a:gd name="connsiteY6-286" fmla="*/ 169223 h 992627"/>
                    <a:gd name="connsiteX7-287" fmla="*/ 2689205 w 2912839"/>
                    <a:gd name="connsiteY7-288" fmla="*/ 212974 h 992627"/>
                    <a:gd name="connsiteX8-289" fmla="*/ 2580717 w 2912839"/>
                    <a:gd name="connsiteY8-290" fmla="*/ 73489 h 992627"/>
                    <a:gd name="connsiteX0-291" fmla="*/ 2580717 w 2912839"/>
                    <a:gd name="connsiteY0-292" fmla="*/ 73489 h 992472"/>
                    <a:gd name="connsiteX1-293" fmla="*/ 333462 w 2912839"/>
                    <a:gd name="connsiteY1-294" fmla="*/ 57991 h 992472"/>
                    <a:gd name="connsiteX2-295" fmla="*/ 255971 w 2912839"/>
                    <a:gd name="connsiteY2-296" fmla="*/ 832906 h 992472"/>
                    <a:gd name="connsiteX3-297" fmla="*/ 2676386 w 2912839"/>
                    <a:gd name="connsiteY3-298" fmla="*/ 992315 h 992472"/>
                    <a:gd name="connsiteX4-299" fmla="*/ 2649970 w 2912839"/>
                    <a:gd name="connsiteY4-300" fmla="*/ 863957 h 992472"/>
                    <a:gd name="connsiteX5-301" fmla="*/ 302466 w 2912839"/>
                    <a:gd name="connsiteY5-302" fmla="*/ 708920 h 992472"/>
                    <a:gd name="connsiteX6-303" fmla="*/ 545111 w 2912839"/>
                    <a:gd name="connsiteY6-304" fmla="*/ 169223 h 992472"/>
                    <a:gd name="connsiteX7-305" fmla="*/ 2689205 w 2912839"/>
                    <a:gd name="connsiteY7-306" fmla="*/ 212974 h 992472"/>
                    <a:gd name="connsiteX8-307" fmla="*/ 2580717 w 2912839"/>
                    <a:gd name="connsiteY8-308" fmla="*/ 73489 h 992472"/>
                    <a:gd name="connsiteX0-309" fmla="*/ 2580717 w 2912839"/>
                    <a:gd name="connsiteY0-310" fmla="*/ 73489 h 992472"/>
                    <a:gd name="connsiteX1-311" fmla="*/ 333462 w 2912839"/>
                    <a:gd name="connsiteY1-312" fmla="*/ 57991 h 992472"/>
                    <a:gd name="connsiteX2-313" fmla="*/ 255971 w 2912839"/>
                    <a:gd name="connsiteY2-314" fmla="*/ 832906 h 992472"/>
                    <a:gd name="connsiteX3-315" fmla="*/ 2676386 w 2912839"/>
                    <a:gd name="connsiteY3-316" fmla="*/ 992315 h 992472"/>
                    <a:gd name="connsiteX4-317" fmla="*/ 2649970 w 2912839"/>
                    <a:gd name="connsiteY4-318" fmla="*/ 863957 h 992472"/>
                    <a:gd name="connsiteX5-319" fmla="*/ 302466 w 2912839"/>
                    <a:gd name="connsiteY5-320" fmla="*/ 708920 h 992472"/>
                    <a:gd name="connsiteX6-321" fmla="*/ 545111 w 2912839"/>
                    <a:gd name="connsiteY6-322" fmla="*/ 169223 h 992472"/>
                    <a:gd name="connsiteX7-323" fmla="*/ 2689205 w 2912839"/>
                    <a:gd name="connsiteY7-324" fmla="*/ 212974 h 992472"/>
                    <a:gd name="connsiteX8-325" fmla="*/ 2580717 w 2912839"/>
                    <a:gd name="connsiteY8-326" fmla="*/ 73489 h 992472"/>
                    <a:gd name="connsiteX0-327" fmla="*/ 2580717 w 2912839"/>
                    <a:gd name="connsiteY0-328" fmla="*/ 73489 h 992327"/>
                    <a:gd name="connsiteX1-329" fmla="*/ 333462 w 2912839"/>
                    <a:gd name="connsiteY1-330" fmla="*/ 57991 h 992327"/>
                    <a:gd name="connsiteX2-331" fmla="*/ 255971 w 2912839"/>
                    <a:gd name="connsiteY2-332" fmla="*/ 832906 h 992327"/>
                    <a:gd name="connsiteX3-333" fmla="*/ 2676386 w 2912839"/>
                    <a:gd name="connsiteY3-334" fmla="*/ 992315 h 992327"/>
                    <a:gd name="connsiteX4-335" fmla="*/ 2649970 w 2912839"/>
                    <a:gd name="connsiteY4-336" fmla="*/ 863957 h 992327"/>
                    <a:gd name="connsiteX5-337" fmla="*/ 302466 w 2912839"/>
                    <a:gd name="connsiteY5-338" fmla="*/ 708920 h 992327"/>
                    <a:gd name="connsiteX6-339" fmla="*/ 545111 w 2912839"/>
                    <a:gd name="connsiteY6-340" fmla="*/ 169223 h 992327"/>
                    <a:gd name="connsiteX7-341" fmla="*/ 2689205 w 2912839"/>
                    <a:gd name="connsiteY7-342" fmla="*/ 212974 h 992327"/>
                    <a:gd name="connsiteX8-343" fmla="*/ 2580717 w 2912839"/>
                    <a:gd name="connsiteY8-344" fmla="*/ 73489 h 992327"/>
                    <a:gd name="connsiteX0-345" fmla="*/ 2580717 w 2874021"/>
                    <a:gd name="connsiteY0-346" fmla="*/ 74207 h 993045"/>
                    <a:gd name="connsiteX1-347" fmla="*/ 333462 w 2874021"/>
                    <a:gd name="connsiteY1-348" fmla="*/ 58709 h 993045"/>
                    <a:gd name="connsiteX2-349" fmla="*/ 255971 w 2874021"/>
                    <a:gd name="connsiteY2-350" fmla="*/ 833624 h 993045"/>
                    <a:gd name="connsiteX3-351" fmla="*/ 2676386 w 2874021"/>
                    <a:gd name="connsiteY3-352" fmla="*/ 993033 h 993045"/>
                    <a:gd name="connsiteX4-353" fmla="*/ 2649970 w 2874021"/>
                    <a:gd name="connsiteY4-354" fmla="*/ 864675 h 993045"/>
                    <a:gd name="connsiteX5-355" fmla="*/ 302466 w 2874021"/>
                    <a:gd name="connsiteY5-356" fmla="*/ 709638 h 993045"/>
                    <a:gd name="connsiteX6-357" fmla="*/ 545111 w 2874021"/>
                    <a:gd name="connsiteY6-358" fmla="*/ 169941 h 993045"/>
                    <a:gd name="connsiteX7-359" fmla="*/ 2625757 w 2874021"/>
                    <a:gd name="connsiteY7-360" fmla="*/ 232354 h 993045"/>
                    <a:gd name="connsiteX8-361" fmla="*/ 2580717 w 2874021"/>
                    <a:gd name="connsiteY8-362" fmla="*/ 74207 h 993045"/>
                    <a:gd name="connsiteX0-363" fmla="*/ 2580717 w 2856942"/>
                    <a:gd name="connsiteY0-364" fmla="*/ 73776 h 992614"/>
                    <a:gd name="connsiteX1-365" fmla="*/ 333462 w 2856942"/>
                    <a:gd name="connsiteY1-366" fmla="*/ 58278 h 992614"/>
                    <a:gd name="connsiteX2-367" fmla="*/ 255971 w 2856942"/>
                    <a:gd name="connsiteY2-368" fmla="*/ 833193 h 992614"/>
                    <a:gd name="connsiteX3-369" fmla="*/ 2676386 w 2856942"/>
                    <a:gd name="connsiteY3-370" fmla="*/ 992602 h 992614"/>
                    <a:gd name="connsiteX4-371" fmla="*/ 2649970 w 2856942"/>
                    <a:gd name="connsiteY4-372" fmla="*/ 864244 h 992614"/>
                    <a:gd name="connsiteX5-373" fmla="*/ 302466 w 2856942"/>
                    <a:gd name="connsiteY5-374" fmla="*/ 709207 h 992614"/>
                    <a:gd name="connsiteX6-375" fmla="*/ 545111 w 2856942"/>
                    <a:gd name="connsiteY6-376" fmla="*/ 169510 h 992614"/>
                    <a:gd name="connsiteX7-377" fmla="*/ 2595899 w 2856942"/>
                    <a:gd name="connsiteY7-378" fmla="*/ 220726 h 992614"/>
                    <a:gd name="connsiteX8-379" fmla="*/ 2580717 w 2856942"/>
                    <a:gd name="connsiteY8-380" fmla="*/ 73776 h 992614"/>
                    <a:gd name="connsiteX0-381" fmla="*/ 2580717 w 2856942"/>
                    <a:gd name="connsiteY0-382" fmla="*/ 73776 h 992614"/>
                    <a:gd name="connsiteX1-383" fmla="*/ 333462 w 2856942"/>
                    <a:gd name="connsiteY1-384" fmla="*/ 58278 h 992614"/>
                    <a:gd name="connsiteX2-385" fmla="*/ 255971 w 2856942"/>
                    <a:gd name="connsiteY2-386" fmla="*/ 833193 h 992614"/>
                    <a:gd name="connsiteX3-387" fmla="*/ 2676386 w 2856942"/>
                    <a:gd name="connsiteY3-388" fmla="*/ 992602 h 992614"/>
                    <a:gd name="connsiteX4-389" fmla="*/ 2649970 w 2856942"/>
                    <a:gd name="connsiteY4-390" fmla="*/ 864244 h 992614"/>
                    <a:gd name="connsiteX5-391" fmla="*/ 302466 w 2856942"/>
                    <a:gd name="connsiteY5-392" fmla="*/ 709207 h 992614"/>
                    <a:gd name="connsiteX6-393" fmla="*/ 545111 w 2856942"/>
                    <a:gd name="connsiteY6-394" fmla="*/ 169510 h 992614"/>
                    <a:gd name="connsiteX7-395" fmla="*/ 2595899 w 2856942"/>
                    <a:gd name="connsiteY7-396" fmla="*/ 220726 h 992614"/>
                    <a:gd name="connsiteX8-397" fmla="*/ 2580717 w 2856942"/>
                    <a:gd name="connsiteY8-398" fmla="*/ 73776 h 992614"/>
                    <a:gd name="connsiteX0-399" fmla="*/ 2580717 w 2833569"/>
                    <a:gd name="connsiteY0-400" fmla="*/ 73776 h 992614"/>
                    <a:gd name="connsiteX1-401" fmla="*/ 333462 w 2833569"/>
                    <a:gd name="connsiteY1-402" fmla="*/ 58278 h 992614"/>
                    <a:gd name="connsiteX2-403" fmla="*/ 255971 w 2833569"/>
                    <a:gd name="connsiteY2-404" fmla="*/ 833193 h 992614"/>
                    <a:gd name="connsiteX3-405" fmla="*/ 2676386 w 2833569"/>
                    <a:gd name="connsiteY3-406" fmla="*/ 992602 h 992614"/>
                    <a:gd name="connsiteX4-407" fmla="*/ 2649970 w 2833569"/>
                    <a:gd name="connsiteY4-408" fmla="*/ 864244 h 992614"/>
                    <a:gd name="connsiteX5-409" fmla="*/ 302466 w 2833569"/>
                    <a:gd name="connsiteY5-410" fmla="*/ 709207 h 992614"/>
                    <a:gd name="connsiteX6-411" fmla="*/ 545111 w 2833569"/>
                    <a:gd name="connsiteY6-412" fmla="*/ 169510 h 992614"/>
                    <a:gd name="connsiteX7-413" fmla="*/ 2595899 w 2833569"/>
                    <a:gd name="connsiteY7-414" fmla="*/ 220726 h 992614"/>
                    <a:gd name="connsiteX8-415" fmla="*/ 2580717 w 2833569"/>
                    <a:gd name="connsiteY8-416" fmla="*/ 73776 h 992614"/>
                    <a:gd name="connsiteX0-417" fmla="*/ 2580717 w 2833569"/>
                    <a:gd name="connsiteY0-418" fmla="*/ 73776 h 992614"/>
                    <a:gd name="connsiteX1-419" fmla="*/ 333462 w 2833569"/>
                    <a:gd name="connsiteY1-420" fmla="*/ 58278 h 992614"/>
                    <a:gd name="connsiteX2-421" fmla="*/ 255971 w 2833569"/>
                    <a:gd name="connsiteY2-422" fmla="*/ 833193 h 992614"/>
                    <a:gd name="connsiteX3-423" fmla="*/ 2676386 w 2833569"/>
                    <a:gd name="connsiteY3-424" fmla="*/ 992602 h 992614"/>
                    <a:gd name="connsiteX4-425" fmla="*/ 2649970 w 2833569"/>
                    <a:gd name="connsiteY4-426" fmla="*/ 864244 h 992614"/>
                    <a:gd name="connsiteX5-427" fmla="*/ 302466 w 2833569"/>
                    <a:gd name="connsiteY5-428" fmla="*/ 709207 h 992614"/>
                    <a:gd name="connsiteX6-429" fmla="*/ 545111 w 2833569"/>
                    <a:gd name="connsiteY6-430" fmla="*/ 169510 h 992614"/>
                    <a:gd name="connsiteX7-431" fmla="*/ 2595899 w 2833569"/>
                    <a:gd name="connsiteY7-432" fmla="*/ 220726 h 992614"/>
                    <a:gd name="connsiteX8-433" fmla="*/ 2580717 w 2833569"/>
                    <a:gd name="connsiteY8-434" fmla="*/ 73776 h 992614"/>
                    <a:gd name="connsiteX0-435" fmla="*/ 2580717 w 2833569"/>
                    <a:gd name="connsiteY0-436" fmla="*/ 73776 h 992614"/>
                    <a:gd name="connsiteX1-437" fmla="*/ 333462 w 2833569"/>
                    <a:gd name="connsiteY1-438" fmla="*/ 58278 h 992614"/>
                    <a:gd name="connsiteX2-439" fmla="*/ 255971 w 2833569"/>
                    <a:gd name="connsiteY2-440" fmla="*/ 833193 h 992614"/>
                    <a:gd name="connsiteX3-441" fmla="*/ 2676386 w 2833569"/>
                    <a:gd name="connsiteY3-442" fmla="*/ 992602 h 992614"/>
                    <a:gd name="connsiteX4-443" fmla="*/ 2649970 w 2833569"/>
                    <a:gd name="connsiteY4-444" fmla="*/ 864244 h 992614"/>
                    <a:gd name="connsiteX5-445" fmla="*/ 302466 w 2833569"/>
                    <a:gd name="connsiteY5-446" fmla="*/ 709207 h 992614"/>
                    <a:gd name="connsiteX6-447" fmla="*/ 545111 w 2833569"/>
                    <a:gd name="connsiteY6-448" fmla="*/ 169510 h 992614"/>
                    <a:gd name="connsiteX7-449" fmla="*/ 2595899 w 2833569"/>
                    <a:gd name="connsiteY7-450" fmla="*/ 220726 h 992614"/>
                    <a:gd name="connsiteX8-451" fmla="*/ 2580717 w 2833569"/>
                    <a:gd name="connsiteY8-452" fmla="*/ 73776 h 992614"/>
                    <a:gd name="connsiteX0-453" fmla="*/ 2580717 w 2833569"/>
                    <a:gd name="connsiteY0-454" fmla="*/ 73349 h 992187"/>
                    <a:gd name="connsiteX1-455" fmla="*/ 333462 w 2833569"/>
                    <a:gd name="connsiteY1-456" fmla="*/ 57851 h 992187"/>
                    <a:gd name="connsiteX2-457" fmla="*/ 255971 w 2833569"/>
                    <a:gd name="connsiteY2-458" fmla="*/ 832766 h 992187"/>
                    <a:gd name="connsiteX3-459" fmla="*/ 2676386 w 2833569"/>
                    <a:gd name="connsiteY3-460" fmla="*/ 992175 h 992187"/>
                    <a:gd name="connsiteX4-461" fmla="*/ 2649970 w 2833569"/>
                    <a:gd name="connsiteY4-462" fmla="*/ 863817 h 992187"/>
                    <a:gd name="connsiteX5-463" fmla="*/ 302466 w 2833569"/>
                    <a:gd name="connsiteY5-464" fmla="*/ 708780 h 992187"/>
                    <a:gd name="connsiteX6-465" fmla="*/ 545111 w 2833569"/>
                    <a:gd name="connsiteY6-466" fmla="*/ 169083 h 992187"/>
                    <a:gd name="connsiteX7-467" fmla="*/ 2595899 w 2833569"/>
                    <a:gd name="connsiteY7-468" fmla="*/ 209103 h 992187"/>
                    <a:gd name="connsiteX8-469" fmla="*/ 2580717 w 2833569"/>
                    <a:gd name="connsiteY8-470" fmla="*/ 73349 h 992187"/>
                    <a:gd name="connsiteX0-471" fmla="*/ 2580717 w 2861604"/>
                    <a:gd name="connsiteY0-472" fmla="*/ 73349 h 992187"/>
                    <a:gd name="connsiteX1-473" fmla="*/ 333462 w 2861604"/>
                    <a:gd name="connsiteY1-474" fmla="*/ 57851 h 992187"/>
                    <a:gd name="connsiteX2-475" fmla="*/ 255971 w 2861604"/>
                    <a:gd name="connsiteY2-476" fmla="*/ 832766 h 992187"/>
                    <a:gd name="connsiteX3-477" fmla="*/ 2676386 w 2861604"/>
                    <a:gd name="connsiteY3-478" fmla="*/ 992175 h 992187"/>
                    <a:gd name="connsiteX4-479" fmla="*/ 2649970 w 2861604"/>
                    <a:gd name="connsiteY4-480" fmla="*/ 863817 h 992187"/>
                    <a:gd name="connsiteX5-481" fmla="*/ 302466 w 2861604"/>
                    <a:gd name="connsiteY5-482" fmla="*/ 708780 h 992187"/>
                    <a:gd name="connsiteX6-483" fmla="*/ 470467 w 2861604"/>
                    <a:gd name="connsiteY6-484" fmla="*/ 157886 h 992187"/>
                    <a:gd name="connsiteX7-485" fmla="*/ 2595899 w 2861604"/>
                    <a:gd name="connsiteY7-486" fmla="*/ 209103 h 992187"/>
                    <a:gd name="connsiteX8-487" fmla="*/ 2580717 w 2861604"/>
                    <a:gd name="connsiteY8-488" fmla="*/ 73349 h 992187"/>
                    <a:gd name="connsiteX0-489" fmla="*/ 2580717 w 2856710"/>
                    <a:gd name="connsiteY0-490" fmla="*/ 73349 h 992187"/>
                    <a:gd name="connsiteX1-491" fmla="*/ 333462 w 2856710"/>
                    <a:gd name="connsiteY1-492" fmla="*/ 57851 h 992187"/>
                    <a:gd name="connsiteX2-493" fmla="*/ 255971 w 2856710"/>
                    <a:gd name="connsiteY2-494" fmla="*/ 832766 h 992187"/>
                    <a:gd name="connsiteX3-495" fmla="*/ 2676386 w 2856710"/>
                    <a:gd name="connsiteY3-496" fmla="*/ 992175 h 992187"/>
                    <a:gd name="connsiteX4-497" fmla="*/ 2649970 w 2856710"/>
                    <a:gd name="connsiteY4-498" fmla="*/ 863817 h 992187"/>
                    <a:gd name="connsiteX5-499" fmla="*/ 302466 w 2856710"/>
                    <a:gd name="connsiteY5-500" fmla="*/ 708780 h 992187"/>
                    <a:gd name="connsiteX6-501" fmla="*/ 548844 w 2856710"/>
                    <a:gd name="connsiteY6-502" fmla="*/ 154154 h 992187"/>
                    <a:gd name="connsiteX7-503" fmla="*/ 2595899 w 2856710"/>
                    <a:gd name="connsiteY7-504" fmla="*/ 209103 h 992187"/>
                    <a:gd name="connsiteX8-505" fmla="*/ 2580717 w 2856710"/>
                    <a:gd name="connsiteY8-506" fmla="*/ 73349 h 992187"/>
                    <a:gd name="connsiteX0-507" fmla="*/ 2580717 w 2915121"/>
                    <a:gd name="connsiteY0-508" fmla="*/ 73349 h 992193"/>
                    <a:gd name="connsiteX1-509" fmla="*/ 333462 w 2915121"/>
                    <a:gd name="connsiteY1-510" fmla="*/ 57851 h 992193"/>
                    <a:gd name="connsiteX2-511" fmla="*/ 255971 w 2915121"/>
                    <a:gd name="connsiteY2-512" fmla="*/ 832766 h 992193"/>
                    <a:gd name="connsiteX3-513" fmla="*/ 2676386 w 2915121"/>
                    <a:gd name="connsiteY3-514" fmla="*/ 992175 h 992193"/>
                    <a:gd name="connsiteX4-515" fmla="*/ 2649970 w 2915121"/>
                    <a:gd name="connsiteY4-516" fmla="*/ 863817 h 992193"/>
                    <a:gd name="connsiteX5-517" fmla="*/ 350986 w 2915121"/>
                    <a:gd name="connsiteY5-518" fmla="*/ 708780 h 992193"/>
                    <a:gd name="connsiteX6-519" fmla="*/ 548844 w 2915121"/>
                    <a:gd name="connsiteY6-520" fmla="*/ 154154 h 992193"/>
                    <a:gd name="connsiteX7-521" fmla="*/ 2595899 w 2915121"/>
                    <a:gd name="connsiteY7-522" fmla="*/ 209103 h 992193"/>
                    <a:gd name="connsiteX8-523" fmla="*/ 2580717 w 2915121"/>
                    <a:gd name="connsiteY8-524" fmla="*/ 73349 h 992193"/>
                    <a:gd name="connsiteX0-525" fmla="*/ 2580717 w 2915121"/>
                    <a:gd name="connsiteY0-526" fmla="*/ 73349 h 992193"/>
                    <a:gd name="connsiteX1-527" fmla="*/ 333462 w 2915121"/>
                    <a:gd name="connsiteY1-528" fmla="*/ 57851 h 992193"/>
                    <a:gd name="connsiteX2-529" fmla="*/ 255971 w 2915121"/>
                    <a:gd name="connsiteY2-530" fmla="*/ 832766 h 992193"/>
                    <a:gd name="connsiteX3-531" fmla="*/ 2676386 w 2915121"/>
                    <a:gd name="connsiteY3-532" fmla="*/ 992175 h 992193"/>
                    <a:gd name="connsiteX4-533" fmla="*/ 2649970 w 2915121"/>
                    <a:gd name="connsiteY4-534" fmla="*/ 863817 h 992193"/>
                    <a:gd name="connsiteX5-535" fmla="*/ 350986 w 2915121"/>
                    <a:gd name="connsiteY5-536" fmla="*/ 708780 h 992193"/>
                    <a:gd name="connsiteX6-537" fmla="*/ 515254 w 2915121"/>
                    <a:gd name="connsiteY6-538" fmla="*/ 154154 h 992193"/>
                    <a:gd name="connsiteX7-539" fmla="*/ 2595899 w 2915121"/>
                    <a:gd name="connsiteY7-540" fmla="*/ 209103 h 992193"/>
                    <a:gd name="connsiteX8-541" fmla="*/ 2580717 w 2915121"/>
                    <a:gd name="connsiteY8-542" fmla="*/ 73349 h 992193"/>
                    <a:gd name="connsiteX0-543" fmla="*/ 2574189 w 2914778"/>
                    <a:gd name="connsiteY0-544" fmla="*/ 51363 h 1006047"/>
                    <a:gd name="connsiteX1-545" fmla="*/ 333119 w 2914778"/>
                    <a:gd name="connsiteY1-546" fmla="*/ 71705 h 1006047"/>
                    <a:gd name="connsiteX2-547" fmla="*/ 255628 w 2914778"/>
                    <a:gd name="connsiteY2-548" fmla="*/ 846620 h 1006047"/>
                    <a:gd name="connsiteX3-549" fmla="*/ 2676043 w 2914778"/>
                    <a:gd name="connsiteY3-550" fmla="*/ 1006029 h 1006047"/>
                    <a:gd name="connsiteX4-551" fmla="*/ 2649627 w 2914778"/>
                    <a:gd name="connsiteY4-552" fmla="*/ 877671 h 1006047"/>
                    <a:gd name="connsiteX5-553" fmla="*/ 350643 w 2914778"/>
                    <a:gd name="connsiteY5-554" fmla="*/ 722634 h 1006047"/>
                    <a:gd name="connsiteX6-555" fmla="*/ 514911 w 2914778"/>
                    <a:gd name="connsiteY6-556" fmla="*/ 168008 h 1006047"/>
                    <a:gd name="connsiteX7-557" fmla="*/ 2595556 w 2914778"/>
                    <a:gd name="connsiteY7-558" fmla="*/ 222957 h 1006047"/>
                    <a:gd name="connsiteX8-559" fmla="*/ 2574189 w 2914778"/>
                    <a:gd name="connsiteY8-560" fmla="*/ 51363 h 1006047"/>
                    <a:gd name="connsiteX0-561" fmla="*/ 2574189 w 2914778"/>
                    <a:gd name="connsiteY0-562" fmla="*/ 50194 h 1004878"/>
                    <a:gd name="connsiteX1-563" fmla="*/ 333119 w 2914778"/>
                    <a:gd name="connsiteY1-564" fmla="*/ 70536 h 1004878"/>
                    <a:gd name="connsiteX2-565" fmla="*/ 255628 w 2914778"/>
                    <a:gd name="connsiteY2-566" fmla="*/ 845451 h 1004878"/>
                    <a:gd name="connsiteX3-567" fmla="*/ 2676043 w 2914778"/>
                    <a:gd name="connsiteY3-568" fmla="*/ 1004860 h 1004878"/>
                    <a:gd name="connsiteX4-569" fmla="*/ 2649627 w 2914778"/>
                    <a:gd name="connsiteY4-570" fmla="*/ 876502 h 1004878"/>
                    <a:gd name="connsiteX5-571" fmla="*/ 350643 w 2914778"/>
                    <a:gd name="connsiteY5-572" fmla="*/ 721465 h 1004878"/>
                    <a:gd name="connsiteX6-573" fmla="*/ 514911 w 2914778"/>
                    <a:gd name="connsiteY6-574" fmla="*/ 166839 h 1004878"/>
                    <a:gd name="connsiteX7-575" fmla="*/ 2595557 w 2914778"/>
                    <a:gd name="connsiteY7-576" fmla="*/ 197895 h 1004878"/>
                    <a:gd name="connsiteX8-577" fmla="*/ 2574189 w 2914778"/>
                    <a:gd name="connsiteY8-578" fmla="*/ 50194 h 1004878"/>
                    <a:gd name="connsiteX0-579" fmla="*/ 2580717 w 2915121"/>
                    <a:gd name="connsiteY0-580" fmla="*/ 40455 h 1013060"/>
                    <a:gd name="connsiteX1-581" fmla="*/ 333462 w 2915121"/>
                    <a:gd name="connsiteY1-582" fmla="*/ 78718 h 1013060"/>
                    <a:gd name="connsiteX2-583" fmla="*/ 255971 w 2915121"/>
                    <a:gd name="connsiteY2-584" fmla="*/ 853633 h 1013060"/>
                    <a:gd name="connsiteX3-585" fmla="*/ 2676386 w 2915121"/>
                    <a:gd name="connsiteY3-586" fmla="*/ 1013042 h 1013060"/>
                    <a:gd name="connsiteX4-587" fmla="*/ 2649970 w 2915121"/>
                    <a:gd name="connsiteY4-588" fmla="*/ 884684 h 1013060"/>
                    <a:gd name="connsiteX5-589" fmla="*/ 350986 w 2915121"/>
                    <a:gd name="connsiteY5-590" fmla="*/ 729647 h 1013060"/>
                    <a:gd name="connsiteX6-591" fmla="*/ 515254 w 2915121"/>
                    <a:gd name="connsiteY6-592" fmla="*/ 175021 h 1013060"/>
                    <a:gd name="connsiteX7-593" fmla="*/ 2595900 w 2915121"/>
                    <a:gd name="connsiteY7-594" fmla="*/ 206077 h 1013060"/>
                    <a:gd name="connsiteX8-595" fmla="*/ 2580717 w 2915121"/>
                    <a:gd name="connsiteY8-596" fmla="*/ 40455 h 1013060"/>
                    <a:gd name="connsiteX0-597" fmla="*/ 2580717 w 2915121"/>
                    <a:gd name="connsiteY0-598" fmla="*/ 40129 h 1012734"/>
                    <a:gd name="connsiteX1-599" fmla="*/ 333462 w 2915121"/>
                    <a:gd name="connsiteY1-600" fmla="*/ 78392 h 1012734"/>
                    <a:gd name="connsiteX2-601" fmla="*/ 255971 w 2915121"/>
                    <a:gd name="connsiteY2-602" fmla="*/ 853307 h 1012734"/>
                    <a:gd name="connsiteX3-603" fmla="*/ 2676386 w 2915121"/>
                    <a:gd name="connsiteY3-604" fmla="*/ 1012716 h 1012734"/>
                    <a:gd name="connsiteX4-605" fmla="*/ 2649970 w 2915121"/>
                    <a:gd name="connsiteY4-606" fmla="*/ 884358 h 1012734"/>
                    <a:gd name="connsiteX5-607" fmla="*/ 350986 w 2915121"/>
                    <a:gd name="connsiteY5-608" fmla="*/ 729321 h 1012734"/>
                    <a:gd name="connsiteX6-609" fmla="*/ 515254 w 2915121"/>
                    <a:gd name="connsiteY6-610" fmla="*/ 174695 h 1012734"/>
                    <a:gd name="connsiteX7-611" fmla="*/ 2564975 w 2915121"/>
                    <a:gd name="connsiteY7-612" fmla="*/ 199777 h 1012734"/>
                    <a:gd name="connsiteX8-613" fmla="*/ 2580717 w 2915121"/>
                    <a:gd name="connsiteY8-614" fmla="*/ 40129 h 1012734"/>
                    <a:gd name="connsiteX0-615" fmla="*/ 2580717 w 2958632"/>
                    <a:gd name="connsiteY0-616" fmla="*/ 40128 h 1012715"/>
                    <a:gd name="connsiteX1-617" fmla="*/ 333462 w 2958632"/>
                    <a:gd name="connsiteY1-618" fmla="*/ 78391 h 1012715"/>
                    <a:gd name="connsiteX2-619" fmla="*/ 255971 w 2958632"/>
                    <a:gd name="connsiteY2-620" fmla="*/ 853306 h 1012715"/>
                    <a:gd name="connsiteX3-621" fmla="*/ 2676386 w 2958632"/>
                    <a:gd name="connsiteY3-622" fmla="*/ 1012715 h 1012715"/>
                    <a:gd name="connsiteX4-623" fmla="*/ 2649970 w 2958632"/>
                    <a:gd name="connsiteY4-624" fmla="*/ 854491 h 1012715"/>
                    <a:gd name="connsiteX5-625" fmla="*/ 350986 w 2958632"/>
                    <a:gd name="connsiteY5-626" fmla="*/ 729320 h 1012715"/>
                    <a:gd name="connsiteX6-627" fmla="*/ 515254 w 2958632"/>
                    <a:gd name="connsiteY6-628" fmla="*/ 174694 h 1012715"/>
                    <a:gd name="connsiteX7-629" fmla="*/ 2564975 w 2958632"/>
                    <a:gd name="connsiteY7-630" fmla="*/ 199776 h 1012715"/>
                    <a:gd name="connsiteX8-631" fmla="*/ 2580717 w 2958632"/>
                    <a:gd name="connsiteY8-632" fmla="*/ 40128 h 1012715"/>
                    <a:gd name="connsiteX0-633" fmla="*/ 2578194 w 2934745"/>
                    <a:gd name="connsiteY0-634" fmla="*/ 40128 h 994924"/>
                    <a:gd name="connsiteX1-635" fmla="*/ 330939 w 2934745"/>
                    <a:gd name="connsiteY1-636" fmla="*/ 78391 h 994924"/>
                    <a:gd name="connsiteX2-637" fmla="*/ 253448 w 2934745"/>
                    <a:gd name="connsiteY2-638" fmla="*/ 853306 h 994924"/>
                    <a:gd name="connsiteX3-639" fmla="*/ 2636753 w 2934745"/>
                    <a:gd name="connsiteY3-640" fmla="*/ 994796 h 994924"/>
                    <a:gd name="connsiteX4-641" fmla="*/ 2647447 w 2934745"/>
                    <a:gd name="connsiteY4-642" fmla="*/ 854491 h 994924"/>
                    <a:gd name="connsiteX5-643" fmla="*/ 348463 w 2934745"/>
                    <a:gd name="connsiteY5-644" fmla="*/ 729320 h 994924"/>
                    <a:gd name="connsiteX6-645" fmla="*/ 512731 w 2934745"/>
                    <a:gd name="connsiteY6-646" fmla="*/ 174694 h 994924"/>
                    <a:gd name="connsiteX7-647" fmla="*/ 2562452 w 2934745"/>
                    <a:gd name="connsiteY7-648" fmla="*/ 199776 h 994924"/>
                    <a:gd name="connsiteX8-649" fmla="*/ 2578194 w 2934745"/>
                    <a:gd name="connsiteY8-650" fmla="*/ 40128 h 994924"/>
                    <a:gd name="connsiteX0-651" fmla="*/ 2578194 w 2917686"/>
                    <a:gd name="connsiteY0-652" fmla="*/ 40128 h 996242"/>
                    <a:gd name="connsiteX1-653" fmla="*/ 330939 w 2917686"/>
                    <a:gd name="connsiteY1-654" fmla="*/ 78391 h 996242"/>
                    <a:gd name="connsiteX2-655" fmla="*/ 253448 w 2917686"/>
                    <a:gd name="connsiteY2-656" fmla="*/ 853306 h 996242"/>
                    <a:gd name="connsiteX3-657" fmla="*/ 2636753 w 2917686"/>
                    <a:gd name="connsiteY3-658" fmla="*/ 994796 h 996242"/>
                    <a:gd name="connsiteX4-659" fmla="*/ 2616523 w 2917686"/>
                    <a:gd name="connsiteY4-660" fmla="*/ 830598 h 996242"/>
                    <a:gd name="connsiteX5-661" fmla="*/ 348463 w 2917686"/>
                    <a:gd name="connsiteY5-662" fmla="*/ 729320 h 996242"/>
                    <a:gd name="connsiteX6-663" fmla="*/ 512731 w 2917686"/>
                    <a:gd name="connsiteY6-664" fmla="*/ 174694 h 996242"/>
                    <a:gd name="connsiteX7-665" fmla="*/ 2562452 w 2917686"/>
                    <a:gd name="connsiteY7-666" fmla="*/ 199776 h 996242"/>
                    <a:gd name="connsiteX8-667" fmla="*/ 2578194 w 2917686"/>
                    <a:gd name="connsiteY8-668" fmla="*/ 40128 h 996242"/>
                    <a:gd name="connsiteX0-669" fmla="*/ 2577774 w 2913658"/>
                    <a:gd name="connsiteY0-670" fmla="*/ 40128 h 975285"/>
                    <a:gd name="connsiteX1-671" fmla="*/ 330519 w 2913658"/>
                    <a:gd name="connsiteY1-672" fmla="*/ 78391 h 975285"/>
                    <a:gd name="connsiteX2-673" fmla="*/ 253028 w 2913658"/>
                    <a:gd name="connsiteY2-674" fmla="*/ 853306 h 975285"/>
                    <a:gd name="connsiteX3-675" fmla="*/ 2630148 w 2913658"/>
                    <a:gd name="connsiteY3-676" fmla="*/ 970903 h 975285"/>
                    <a:gd name="connsiteX4-677" fmla="*/ 2616103 w 2913658"/>
                    <a:gd name="connsiteY4-678" fmla="*/ 830598 h 975285"/>
                    <a:gd name="connsiteX5-679" fmla="*/ 348043 w 2913658"/>
                    <a:gd name="connsiteY5-680" fmla="*/ 729320 h 975285"/>
                    <a:gd name="connsiteX6-681" fmla="*/ 512311 w 2913658"/>
                    <a:gd name="connsiteY6-682" fmla="*/ 174694 h 975285"/>
                    <a:gd name="connsiteX7-683" fmla="*/ 2562032 w 2913658"/>
                    <a:gd name="connsiteY7-684" fmla="*/ 199776 h 975285"/>
                    <a:gd name="connsiteX8-685" fmla="*/ 2577774 w 2913658"/>
                    <a:gd name="connsiteY8-686" fmla="*/ 40128 h 975285"/>
                    <a:gd name="connsiteX0-687" fmla="*/ 2563016 w 2897373"/>
                    <a:gd name="connsiteY0-688" fmla="*/ 43385 h 999125"/>
                    <a:gd name="connsiteX1-689" fmla="*/ 315761 w 2897373"/>
                    <a:gd name="connsiteY1-690" fmla="*/ 81648 h 999125"/>
                    <a:gd name="connsiteX2-691" fmla="*/ 262104 w 2897373"/>
                    <a:gd name="connsiteY2-692" fmla="*/ 903772 h 999125"/>
                    <a:gd name="connsiteX3-693" fmla="*/ 2615390 w 2897373"/>
                    <a:gd name="connsiteY3-694" fmla="*/ 974160 h 999125"/>
                    <a:gd name="connsiteX4-695" fmla="*/ 2601345 w 2897373"/>
                    <a:gd name="connsiteY4-696" fmla="*/ 833855 h 999125"/>
                    <a:gd name="connsiteX5-697" fmla="*/ 333285 w 2897373"/>
                    <a:gd name="connsiteY5-698" fmla="*/ 732577 h 999125"/>
                    <a:gd name="connsiteX6-699" fmla="*/ 497553 w 2897373"/>
                    <a:gd name="connsiteY6-700" fmla="*/ 177951 h 999125"/>
                    <a:gd name="connsiteX7-701" fmla="*/ 2547274 w 2897373"/>
                    <a:gd name="connsiteY7-702" fmla="*/ 203033 h 999125"/>
                    <a:gd name="connsiteX8-703" fmla="*/ 2563016 w 2897373"/>
                    <a:gd name="connsiteY8-704" fmla="*/ 43385 h 999125"/>
                    <a:gd name="connsiteX0-705" fmla="*/ 2563016 w 2897736"/>
                    <a:gd name="connsiteY0-706" fmla="*/ 43386 h 999126"/>
                    <a:gd name="connsiteX1-707" fmla="*/ 315761 w 2897736"/>
                    <a:gd name="connsiteY1-708" fmla="*/ 81649 h 999126"/>
                    <a:gd name="connsiteX2-709" fmla="*/ 262104 w 2897736"/>
                    <a:gd name="connsiteY2-710" fmla="*/ 903773 h 999126"/>
                    <a:gd name="connsiteX3-711" fmla="*/ 2615390 w 2897736"/>
                    <a:gd name="connsiteY3-712" fmla="*/ 974161 h 999126"/>
                    <a:gd name="connsiteX4-713" fmla="*/ 2601345 w 2897736"/>
                    <a:gd name="connsiteY4-714" fmla="*/ 833856 h 999126"/>
                    <a:gd name="connsiteX5-715" fmla="*/ 327326 w 2897736"/>
                    <a:gd name="connsiteY5-716" fmla="*/ 759556 h 999126"/>
                    <a:gd name="connsiteX6-717" fmla="*/ 497553 w 2897736"/>
                    <a:gd name="connsiteY6-718" fmla="*/ 177952 h 999126"/>
                    <a:gd name="connsiteX7-719" fmla="*/ 2547274 w 2897736"/>
                    <a:gd name="connsiteY7-720" fmla="*/ 203034 h 999126"/>
                    <a:gd name="connsiteX8-721" fmla="*/ 2563016 w 2897736"/>
                    <a:gd name="connsiteY8-722" fmla="*/ 43386 h 999126"/>
                    <a:gd name="connsiteX0-723" fmla="*/ 2563016 w 2897736"/>
                    <a:gd name="connsiteY0-724" fmla="*/ 43386 h 999126"/>
                    <a:gd name="connsiteX1-725" fmla="*/ 315761 w 2897736"/>
                    <a:gd name="connsiteY1-726" fmla="*/ 81649 h 999126"/>
                    <a:gd name="connsiteX2-727" fmla="*/ 262104 w 2897736"/>
                    <a:gd name="connsiteY2-728" fmla="*/ 903773 h 999126"/>
                    <a:gd name="connsiteX3-729" fmla="*/ 2615390 w 2897736"/>
                    <a:gd name="connsiteY3-730" fmla="*/ 974161 h 999126"/>
                    <a:gd name="connsiteX4-731" fmla="*/ 2601345 w 2897736"/>
                    <a:gd name="connsiteY4-732" fmla="*/ 833856 h 999126"/>
                    <a:gd name="connsiteX5-733" fmla="*/ 327326 w 2897736"/>
                    <a:gd name="connsiteY5-734" fmla="*/ 786531 h 999126"/>
                    <a:gd name="connsiteX6-735" fmla="*/ 497553 w 2897736"/>
                    <a:gd name="connsiteY6-736" fmla="*/ 177952 h 999126"/>
                    <a:gd name="connsiteX7-737" fmla="*/ 2547274 w 2897736"/>
                    <a:gd name="connsiteY7-738" fmla="*/ 203034 h 999126"/>
                    <a:gd name="connsiteX8-739" fmla="*/ 2563016 w 2897736"/>
                    <a:gd name="connsiteY8-740" fmla="*/ 43386 h 99912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45" y="connsiteY8-146"/>
                    </a:cxn>
                  </a:cxnLst>
                  <a:rect l="l" t="t" r="r" b="b"/>
                  <a:pathLst>
                    <a:path w="2897736" h="999126">
                      <a:moveTo>
                        <a:pt x="2563016" y="43386"/>
                      </a:moveTo>
                      <a:cubicBezTo>
                        <a:pt x="2191097" y="23155"/>
                        <a:pt x="699246" y="-61749"/>
                        <a:pt x="315761" y="81649"/>
                      </a:cubicBezTo>
                      <a:cubicBezTo>
                        <a:pt x="-67724" y="225047"/>
                        <a:pt x="-121168" y="755021"/>
                        <a:pt x="262104" y="903773"/>
                      </a:cubicBezTo>
                      <a:cubicBezTo>
                        <a:pt x="645376" y="1052525"/>
                        <a:pt x="2225517" y="985814"/>
                        <a:pt x="2615390" y="974161"/>
                      </a:cubicBezTo>
                      <a:cubicBezTo>
                        <a:pt x="3005263" y="962508"/>
                        <a:pt x="2982689" y="865128"/>
                        <a:pt x="2601345" y="833856"/>
                      </a:cubicBezTo>
                      <a:cubicBezTo>
                        <a:pt x="2220001" y="802584"/>
                        <a:pt x="677958" y="895848"/>
                        <a:pt x="327326" y="786531"/>
                      </a:cubicBezTo>
                      <a:cubicBezTo>
                        <a:pt x="-23306" y="677214"/>
                        <a:pt x="99763" y="260610"/>
                        <a:pt x="497553" y="177952"/>
                      </a:cubicBezTo>
                      <a:cubicBezTo>
                        <a:pt x="895343" y="95294"/>
                        <a:pt x="2203030" y="225462"/>
                        <a:pt x="2547274" y="203034"/>
                      </a:cubicBezTo>
                      <a:cubicBezTo>
                        <a:pt x="2891518" y="180606"/>
                        <a:pt x="2934935" y="63617"/>
                        <a:pt x="2563016" y="4338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0" name="Freeform 43"/>
              <p:cNvSpPr/>
              <p:nvPr/>
            </p:nvSpPr>
            <p:spPr bwMode="auto">
              <a:xfrm>
                <a:off x="5047645" y="2892970"/>
                <a:ext cx="187860" cy="346008"/>
              </a:xfrm>
              <a:custGeom>
                <a:avLst/>
                <a:gdLst>
                  <a:gd name="T0" fmla="*/ 0 w 152"/>
                  <a:gd name="T1" fmla="*/ 202 h 202"/>
                  <a:gd name="T2" fmla="*/ 76 w 152"/>
                  <a:gd name="T3" fmla="*/ 145 h 202"/>
                  <a:gd name="T4" fmla="*/ 152 w 152"/>
                  <a:gd name="T5" fmla="*/ 202 h 202"/>
                  <a:gd name="T6" fmla="*/ 152 w 152"/>
                  <a:gd name="T7" fmla="*/ 0 h 202"/>
                  <a:gd name="T8" fmla="*/ 0 w 152"/>
                  <a:gd name="T9" fmla="*/ 0 h 202"/>
                  <a:gd name="T10" fmla="*/ 0 w 152"/>
                  <a:gd name="T11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202">
                    <a:moveTo>
                      <a:pt x="0" y="202"/>
                    </a:moveTo>
                    <a:lnTo>
                      <a:pt x="76" y="145"/>
                    </a:lnTo>
                    <a:lnTo>
                      <a:pt x="152" y="202"/>
                    </a:lnTo>
                    <a:lnTo>
                      <a:pt x="152" y="0"/>
                    </a:lnTo>
                    <a:lnTo>
                      <a:pt x="0" y="0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5790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任意多边形 60"/>
              <p:cNvSpPr/>
              <p:nvPr/>
            </p:nvSpPr>
            <p:spPr>
              <a:xfrm>
                <a:off x="4925575" y="2891780"/>
                <a:ext cx="432000" cy="2381"/>
              </a:xfrm>
              <a:custGeom>
                <a:avLst/>
                <a:gdLst>
                  <a:gd name="connsiteX0" fmla="*/ 0 w 333375"/>
                  <a:gd name="connsiteY0" fmla="*/ 0 h 2381"/>
                  <a:gd name="connsiteX1" fmla="*/ 333375 w 333375"/>
                  <a:gd name="connsiteY1" fmla="*/ 2381 h 2381"/>
                  <a:gd name="connsiteX2" fmla="*/ 333375 w 333375"/>
                  <a:gd name="connsiteY2" fmla="*/ 2381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375" h="2381">
                    <a:moveTo>
                      <a:pt x="0" y="0"/>
                    </a:moveTo>
                    <a:lnTo>
                      <a:pt x="333375" y="2381"/>
                    </a:lnTo>
                    <a:lnTo>
                      <a:pt x="333375" y="2381"/>
                    </a:lnTo>
                  </a:path>
                </a:pathLst>
              </a:custGeom>
              <a:noFill/>
              <a:ln w="1905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1482245" y="4161385"/>
              <a:ext cx="3742809" cy="1159499"/>
              <a:chOff x="4505956" y="2445876"/>
              <a:chExt cx="2566458" cy="795073"/>
            </a:xfrm>
          </p:grpSpPr>
          <p:grpSp>
            <p:nvGrpSpPr>
              <p:cNvPr id="65" name="组合 64"/>
              <p:cNvGrpSpPr/>
              <p:nvPr/>
            </p:nvGrpSpPr>
            <p:grpSpPr>
              <a:xfrm>
                <a:off x="4505956" y="2445876"/>
                <a:ext cx="2566458" cy="795073"/>
                <a:chOff x="4505956" y="2445876"/>
                <a:chExt cx="2566458" cy="795073"/>
              </a:xfrm>
            </p:grpSpPr>
            <p:sp>
              <p:nvSpPr>
                <p:cNvPr id="68" name="任意多边形 67"/>
                <p:cNvSpPr/>
                <p:nvPr/>
              </p:nvSpPr>
              <p:spPr>
                <a:xfrm>
                  <a:off x="4561170" y="2498481"/>
                  <a:ext cx="2361376" cy="724621"/>
                </a:xfrm>
                <a:custGeom>
                  <a:avLst/>
                  <a:gdLst>
                    <a:gd name="connsiteX0" fmla="*/ 2216078 w 2502274"/>
                    <a:gd name="connsiteY0" fmla="*/ 6601 h 632088"/>
                    <a:gd name="connsiteX1" fmla="*/ 2232214 w 2502274"/>
                    <a:gd name="connsiteY1" fmla="*/ 625166 h 632088"/>
                    <a:gd name="connsiteX2" fmla="*/ 2 w 2502274"/>
                    <a:gd name="connsiteY2" fmla="*/ 318573 h 632088"/>
                    <a:gd name="connsiteX3" fmla="*/ 2216078 w 2502274"/>
                    <a:gd name="connsiteY3" fmla="*/ 6601 h 632088"/>
                    <a:gd name="connsiteX0-1" fmla="*/ 2216078 w 2502274"/>
                    <a:gd name="connsiteY0-2" fmla="*/ 6601 h 632088"/>
                    <a:gd name="connsiteX1-3" fmla="*/ 2232214 w 2502274"/>
                    <a:gd name="connsiteY1-4" fmla="*/ 625166 h 632088"/>
                    <a:gd name="connsiteX2-5" fmla="*/ 2 w 2502274"/>
                    <a:gd name="connsiteY2-6" fmla="*/ 318573 h 632088"/>
                    <a:gd name="connsiteX3-7" fmla="*/ 2216078 w 2502274"/>
                    <a:gd name="connsiteY3-8" fmla="*/ 6601 h 632088"/>
                    <a:gd name="connsiteX0-9" fmla="*/ 2216078 w 2379586"/>
                    <a:gd name="connsiteY0-10" fmla="*/ 6601 h 632088"/>
                    <a:gd name="connsiteX1-11" fmla="*/ 2232214 w 2379586"/>
                    <a:gd name="connsiteY1-12" fmla="*/ 625166 h 632088"/>
                    <a:gd name="connsiteX2-13" fmla="*/ 2 w 2379586"/>
                    <a:gd name="connsiteY2-14" fmla="*/ 318573 h 632088"/>
                    <a:gd name="connsiteX3-15" fmla="*/ 2216078 w 2379586"/>
                    <a:gd name="connsiteY3-16" fmla="*/ 6601 h 632088"/>
                    <a:gd name="connsiteX0-17" fmla="*/ 2216078 w 2379586"/>
                    <a:gd name="connsiteY0-18" fmla="*/ 6601 h 632088"/>
                    <a:gd name="connsiteX1-19" fmla="*/ 2232214 w 2379586"/>
                    <a:gd name="connsiteY1-20" fmla="*/ 625166 h 632088"/>
                    <a:gd name="connsiteX2-21" fmla="*/ 2 w 2379586"/>
                    <a:gd name="connsiteY2-22" fmla="*/ 318573 h 632088"/>
                    <a:gd name="connsiteX3-23" fmla="*/ 2216078 w 2379586"/>
                    <a:gd name="connsiteY3-24" fmla="*/ 6601 h 632088"/>
                    <a:gd name="connsiteX0-25" fmla="*/ 2216078 w 2232214"/>
                    <a:gd name="connsiteY0-26" fmla="*/ 6601 h 632088"/>
                    <a:gd name="connsiteX1-27" fmla="*/ 2232214 w 2232214"/>
                    <a:gd name="connsiteY1-28" fmla="*/ 625166 h 632088"/>
                    <a:gd name="connsiteX2-29" fmla="*/ 2 w 2232214"/>
                    <a:gd name="connsiteY2-30" fmla="*/ 318573 h 632088"/>
                    <a:gd name="connsiteX3-31" fmla="*/ 2216078 w 2232214"/>
                    <a:gd name="connsiteY3-32" fmla="*/ 6601 h 632088"/>
                    <a:gd name="connsiteX0-33" fmla="*/ 2216078 w 2232214"/>
                    <a:gd name="connsiteY0-34" fmla="*/ 6601 h 625212"/>
                    <a:gd name="connsiteX1-35" fmla="*/ 2232214 w 2232214"/>
                    <a:gd name="connsiteY1-36" fmla="*/ 625166 h 625212"/>
                    <a:gd name="connsiteX2-37" fmla="*/ 2 w 2232214"/>
                    <a:gd name="connsiteY2-38" fmla="*/ 318573 h 625212"/>
                    <a:gd name="connsiteX3-39" fmla="*/ 2216078 w 2232214"/>
                    <a:gd name="connsiteY3-40" fmla="*/ 6601 h 625212"/>
                    <a:gd name="connsiteX0-41" fmla="*/ 2216148 w 2232284"/>
                    <a:gd name="connsiteY0-42" fmla="*/ 61838 h 724621"/>
                    <a:gd name="connsiteX1-43" fmla="*/ 2232284 w 2232284"/>
                    <a:gd name="connsiteY1-44" fmla="*/ 680403 h 724621"/>
                    <a:gd name="connsiteX2-45" fmla="*/ 72 w 2232284"/>
                    <a:gd name="connsiteY2-46" fmla="*/ 373810 h 724621"/>
                    <a:gd name="connsiteX3-47" fmla="*/ 2216148 w 2232284"/>
                    <a:gd name="connsiteY3-48" fmla="*/ 61838 h 72462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232284" h="724621">
                      <a:moveTo>
                        <a:pt x="2216148" y="61838"/>
                      </a:moveTo>
                      <a:cubicBezTo>
                        <a:pt x="2152498" y="328090"/>
                        <a:pt x="2090642" y="445528"/>
                        <a:pt x="2232284" y="680403"/>
                      </a:cubicBezTo>
                      <a:cubicBezTo>
                        <a:pt x="1857559" y="683988"/>
                        <a:pt x="-13375" y="891970"/>
                        <a:pt x="72" y="373810"/>
                      </a:cubicBezTo>
                      <a:cubicBezTo>
                        <a:pt x="13519" y="-144350"/>
                        <a:pt x="1844113" y="10739"/>
                        <a:pt x="2216148" y="61838"/>
                      </a:cubicBezTo>
                      <a:close/>
                    </a:path>
                  </a:pathLst>
                </a:custGeom>
                <a:solidFill>
                  <a:srgbClr val="005790"/>
                </a:solidFill>
                <a:ln w="25400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任意多边形 68"/>
                <p:cNvSpPr/>
                <p:nvPr/>
              </p:nvSpPr>
              <p:spPr>
                <a:xfrm>
                  <a:off x="4505956" y="2445876"/>
                  <a:ext cx="2566458" cy="795073"/>
                </a:xfrm>
                <a:custGeom>
                  <a:avLst/>
                  <a:gdLst>
                    <a:gd name="connsiteX0" fmla="*/ 2690408 w 3048995"/>
                    <a:gd name="connsiteY0" fmla="*/ 73489 h 884825"/>
                    <a:gd name="connsiteX1" fmla="*/ 443153 w 3048995"/>
                    <a:gd name="connsiteY1" fmla="*/ 57991 h 884825"/>
                    <a:gd name="connsiteX2" fmla="*/ 365662 w 3048995"/>
                    <a:gd name="connsiteY2" fmla="*/ 832906 h 884825"/>
                    <a:gd name="connsiteX3" fmla="*/ 2721404 w 3048995"/>
                    <a:gd name="connsiteY3" fmla="*/ 801909 h 884825"/>
                    <a:gd name="connsiteX4" fmla="*/ 412157 w 3048995"/>
                    <a:gd name="connsiteY4" fmla="*/ 708920 h 884825"/>
                    <a:gd name="connsiteX5" fmla="*/ 226177 w 3048995"/>
                    <a:gd name="connsiteY5" fmla="*/ 445448 h 884825"/>
                    <a:gd name="connsiteX6" fmla="*/ 2798896 w 3048995"/>
                    <a:gd name="connsiteY6" fmla="*/ 212974 h 884825"/>
                    <a:gd name="connsiteX7" fmla="*/ 2690408 w 3048995"/>
                    <a:gd name="connsiteY7" fmla="*/ 73489 h 884825"/>
                    <a:gd name="connsiteX0-1" fmla="*/ 2576323 w 2908445"/>
                    <a:gd name="connsiteY0-2" fmla="*/ 73489 h 884825"/>
                    <a:gd name="connsiteX1-3" fmla="*/ 329068 w 2908445"/>
                    <a:gd name="connsiteY1-4" fmla="*/ 57991 h 884825"/>
                    <a:gd name="connsiteX2-5" fmla="*/ 251577 w 2908445"/>
                    <a:gd name="connsiteY2-6" fmla="*/ 832906 h 884825"/>
                    <a:gd name="connsiteX3-7" fmla="*/ 2607319 w 2908445"/>
                    <a:gd name="connsiteY3-8" fmla="*/ 801909 h 884825"/>
                    <a:gd name="connsiteX4-9" fmla="*/ 298072 w 2908445"/>
                    <a:gd name="connsiteY4-10" fmla="*/ 708920 h 884825"/>
                    <a:gd name="connsiteX5-11" fmla="*/ 540717 w 2908445"/>
                    <a:gd name="connsiteY5-12" fmla="*/ 169223 h 884825"/>
                    <a:gd name="connsiteX6-13" fmla="*/ 2684811 w 2908445"/>
                    <a:gd name="connsiteY6-14" fmla="*/ 212974 h 884825"/>
                    <a:gd name="connsiteX7-15" fmla="*/ 2576323 w 2908445"/>
                    <a:gd name="connsiteY7-16" fmla="*/ 73489 h 884825"/>
                    <a:gd name="connsiteX0-17" fmla="*/ 2590621 w 2922743"/>
                    <a:gd name="connsiteY0-18" fmla="*/ 73489 h 910196"/>
                    <a:gd name="connsiteX1-19" fmla="*/ 343366 w 2922743"/>
                    <a:gd name="connsiteY1-20" fmla="*/ 57991 h 910196"/>
                    <a:gd name="connsiteX2-21" fmla="*/ 265875 w 2922743"/>
                    <a:gd name="connsiteY2-22" fmla="*/ 832906 h 910196"/>
                    <a:gd name="connsiteX3-23" fmla="*/ 2831167 w 2922743"/>
                    <a:gd name="connsiteY3-24" fmla="*/ 868584 h 910196"/>
                    <a:gd name="connsiteX4-25" fmla="*/ 312370 w 2922743"/>
                    <a:gd name="connsiteY4-26" fmla="*/ 708920 h 910196"/>
                    <a:gd name="connsiteX5-27" fmla="*/ 555015 w 2922743"/>
                    <a:gd name="connsiteY5-28" fmla="*/ 169223 h 910196"/>
                    <a:gd name="connsiteX6-29" fmla="*/ 2699109 w 2922743"/>
                    <a:gd name="connsiteY6-30" fmla="*/ 212974 h 910196"/>
                    <a:gd name="connsiteX7-31" fmla="*/ 2590621 w 2922743"/>
                    <a:gd name="connsiteY7-32" fmla="*/ 73489 h 910196"/>
                    <a:gd name="connsiteX0-33" fmla="*/ 2589968 w 2922090"/>
                    <a:gd name="connsiteY0-34" fmla="*/ 73489 h 868492"/>
                    <a:gd name="connsiteX1-35" fmla="*/ 342713 w 2922090"/>
                    <a:gd name="connsiteY1-36" fmla="*/ 57991 h 868492"/>
                    <a:gd name="connsiteX2-37" fmla="*/ 265222 w 2922090"/>
                    <a:gd name="connsiteY2-38" fmla="*/ 832906 h 868492"/>
                    <a:gd name="connsiteX3-39" fmla="*/ 2820989 w 2922090"/>
                    <a:gd name="connsiteY3-40" fmla="*/ 735234 h 868492"/>
                    <a:gd name="connsiteX4-41" fmla="*/ 311717 w 2922090"/>
                    <a:gd name="connsiteY4-42" fmla="*/ 708920 h 868492"/>
                    <a:gd name="connsiteX5-43" fmla="*/ 554362 w 2922090"/>
                    <a:gd name="connsiteY5-44" fmla="*/ 169223 h 868492"/>
                    <a:gd name="connsiteX6-45" fmla="*/ 2698456 w 2922090"/>
                    <a:gd name="connsiteY6-46" fmla="*/ 212974 h 868492"/>
                    <a:gd name="connsiteX7-47" fmla="*/ 2589968 w 2922090"/>
                    <a:gd name="connsiteY7-48" fmla="*/ 73489 h 868492"/>
                    <a:gd name="connsiteX0-49" fmla="*/ 2591928 w 2924050"/>
                    <a:gd name="connsiteY0-50" fmla="*/ 73489 h 937136"/>
                    <a:gd name="connsiteX1-51" fmla="*/ 344673 w 2924050"/>
                    <a:gd name="connsiteY1-52" fmla="*/ 57991 h 937136"/>
                    <a:gd name="connsiteX2-53" fmla="*/ 267182 w 2924050"/>
                    <a:gd name="connsiteY2-54" fmla="*/ 832906 h 937136"/>
                    <a:gd name="connsiteX3-55" fmla="*/ 2851524 w 2924050"/>
                    <a:gd name="connsiteY3-56" fmla="*/ 916209 h 937136"/>
                    <a:gd name="connsiteX4-57" fmla="*/ 313677 w 2924050"/>
                    <a:gd name="connsiteY4-58" fmla="*/ 708920 h 937136"/>
                    <a:gd name="connsiteX5-59" fmla="*/ 556322 w 2924050"/>
                    <a:gd name="connsiteY5-60" fmla="*/ 169223 h 937136"/>
                    <a:gd name="connsiteX6-61" fmla="*/ 2700416 w 2924050"/>
                    <a:gd name="connsiteY6-62" fmla="*/ 212974 h 937136"/>
                    <a:gd name="connsiteX7-63" fmla="*/ 2591928 w 2924050"/>
                    <a:gd name="connsiteY7-64" fmla="*/ 73489 h 937136"/>
                    <a:gd name="connsiteX0-65" fmla="*/ 2591928 w 2924050"/>
                    <a:gd name="connsiteY0-66" fmla="*/ 73489 h 987710"/>
                    <a:gd name="connsiteX1-67" fmla="*/ 344673 w 2924050"/>
                    <a:gd name="connsiteY1-68" fmla="*/ 57991 h 987710"/>
                    <a:gd name="connsiteX2-69" fmla="*/ 267182 w 2924050"/>
                    <a:gd name="connsiteY2-70" fmla="*/ 832906 h 987710"/>
                    <a:gd name="connsiteX3-71" fmla="*/ 2851524 w 2924050"/>
                    <a:gd name="connsiteY3-72" fmla="*/ 916209 h 987710"/>
                    <a:gd name="connsiteX4-73" fmla="*/ 313677 w 2924050"/>
                    <a:gd name="connsiteY4-74" fmla="*/ 708920 h 987710"/>
                    <a:gd name="connsiteX5-75" fmla="*/ 556322 w 2924050"/>
                    <a:gd name="connsiteY5-76" fmla="*/ 169223 h 987710"/>
                    <a:gd name="connsiteX6-77" fmla="*/ 2700416 w 2924050"/>
                    <a:gd name="connsiteY6-78" fmla="*/ 212974 h 987710"/>
                    <a:gd name="connsiteX7-79" fmla="*/ 2591928 w 2924050"/>
                    <a:gd name="connsiteY7-80" fmla="*/ 73489 h 987710"/>
                    <a:gd name="connsiteX0-81" fmla="*/ 2591928 w 2924050"/>
                    <a:gd name="connsiteY0-82" fmla="*/ 73489 h 963088"/>
                    <a:gd name="connsiteX1-83" fmla="*/ 344673 w 2924050"/>
                    <a:gd name="connsiteY1-84" fmla="*/ 57991 h 963088"/>
                    <a:gd name="connsiteX2-85" fmla="*/ 267182 w 2924050"/>
                    <a:gd name="connsiteY2-86" fmla="*/ 832906 h 963088"/>
                    <a:gd name="connsiteX3-87" fmla="*/ 2851524 w 2924050"/>
                    <a:gd name="connsiteY3-88" fmla="*/ 916209 h 963088"/>
                    <a:gd name="connsiteX4-89" fmla="*/ 313677 w 2924050"/>
                    <a:gd name="connsiteY4-90" fmla="*/ 708920 h 963088"/>
                    <a:gd name="connsiteX5-91" fmla="*/ 556322 w 2924050"/>
                    <a:gd name="connsiteY5-92" fmla="*/ 169223 h 963088"/>
                    <a:gd name="connsiteX6-93" fmla="*/ 2700416 w 2924050"/>
                    <a:gd name="connsiteY6-94" fmla="*/ 212974 h 963088"/>
                    <a:gd name="connsiteX7-95" fmla="*/ 2591928 w 2924050"/>
                    <a:gd name="connsiteY7-96" fmla="*/ 73489 h 963088"/>
                    <a:gd name="connsiteX0-97" fmla="*/ 2591928 w 2924050"/>
                    <a:gd name="connsiteY0-98" fmla="*/ 73489 h 974553"/>
                    <a:gd name="connsiteX1-99" fmla="*/ 344673 w 2924050"/>
                    <a:gd name="connsiteY1-100" fmla="*/ 57991 h 974553"/>
                    <a:gd name="connsiteX2-101" fmla="*/ 267182 w 2924050"/>
                    <a:gd name="connsiteY2-102" fmla="*/ 832906 h 974553"/>
                    <a:gd name="connsiteX3-103" fmla="*/ 2851524 w 2924050"/>
                    <a:gd name="connsiteY3-104" fmla="*/ 916209 h 974553"/>
                    <a:gd name="connsiteX4-105" fmla="*/ 313677 w 2924050"/>
                    <a:gd name="connsiteY4-106" fmla="*/ 708920 h 974553"/>
                    <a:gd name="connsiteX5-107" fmla="*/ 556322 w 2924050"/>
                    <a:gd name="connsiteY5-108" fmla="*/ 169223 h 974553"/>
                    <a:gd name="connsiteX6-109" fmla="*/ 2700416 w 2924050"/>
                    <a:gd name="connsiteY6-110" fmla="*/ 212974 h 974553"/>
                    <a:gd name="connsiteX7-111" fmla="*/ 2591928 w 2924050"/>
                    <a:gd name="connsiteY7-112" fmla="*/ 73489 h 974553"/>
                    <a:gd name="connsiteX0-113" fmla="*/ 2542098 w 2881222"/>
                    <a:gd name="connsiteY0-114" fmla="*/ 73489 h 987835"/>
                    <a:gd name="connsiteX1-115" fmla="*/ 294843 w 2881222"/>
                    <a:gd name="connsiteY1-116" fmla="*/ 57991 h 987835"/>
                    <a:gd name="connsiteX2-117" fmla="*/ 217352 w 2881222"/>
                    <a:gd name="connsiteY2-118" fmla="*/ 832906 h 987835"/>
                    <a:gd name="connsiteX3-119" fmla="*/ 2059269 w 2881222"/>
                    <a:gd name="connsiteY3-120" fmla="*/ 984851 h 987835"/>
                    <a:gd name="connsiteX4-121" fmla="*/ 2801694 w 2881222"/>
                    <a:gd name="connsiteY4-122" fmla="*/ 916209 h 987835"/>
                    <a:gd name="connsiteX5-123" fmla="*/ 263847 w 2881222"/>
                    <a:gd name="connsiteY5-124" fmla="*/ 708920 h 987835"/>
                    <a:gd name="connsiteX6-125" fmla="*/ 506492 w 2881222"/>
                    <a:gd name="connsiteY6-126" fmla="*/ 169223 h 987835"/>
                    <a:gd name="connsiteX7-127" fmla="*/ 2650586 w 2881222"/>
                    <a:gd name="connsiteY7-128" fmla="*/ 212974 h 987835"/>
                    <a:gd name="connsiteX8" fmla="*/ 2542098 w 2881222"/>
                    <a:gd name="connsiteY8" fmla="*/ 73489 h 987835"/>
                    <a:gd name="connsiteX0-129" fmla="*/ 2542098 w 2874220"/>
                    <a:gd name="connsiteY0-130" fmla="*/ 73489 h 986560"/>
                    <a:gd name="connsiteX1-131" fmla="*/ 294843 w 2874220"/>
                    <a:gd name="connsiteY1-132" fmla="*/ 57991 h 986560"/>
                    <a:gd name="connsiteX2-133" fmla="*/ 217352 w 2874220"/>
                    <a:gd name="connsiteY2-134" fmla="*/ 832906 h 986560"/>
                    <a:gd name="connsiteX3-135" fmla="*/ 2059269 w 2874220"/>
                    <a:gd name="connsiteY3-136" fmla="*/ 984851 h 986560"/>
                    <a:gd name="connsiteX4-137" fmla="*/ 2745711 w 2874220"/>
                    <a:gd name="connsiteY4-138" fmla="*/ 878886 h 986560"/>
                    <a:gd name="connsiteX5-139" fmla="*/ 263847 w 2874220"/>
                    <a:gd name="connsiteY5-140" fmla="*/ 708920 h 986560"/>
                    <a:gd name="connsiteX6-141" fmla="*/ 506492 w 2874220"/>
                    <a:gd name="connsiteY6-142" fmla="*/ 169223 h 986560"/>
                    <a:gd name="connsiteX7-143" fmla="*/ 2650586 w 2874220"/>
                    <a:gd name="connsiteY7-144" fmla="*/ 212974 h 986560"/>
                    <a:gd name="connsiteX8-145" fmla="*/ 2542098 w 2874220"/>
                    <a:gd name="connsiteY8-146" fmla="*/ 73489 h 986560"/>
                    <a:gd name="connsiteX0-147" fmla="*/ 2542098 w 2874220"/>
                    <a:gd name="connsiteY0-148" fmla="*/ 73489 h 986368"/>
                    <a:gd name="connsiteX1-149" fmla="*/ 294843 w 2874220"/>
                    <a:gd name="connsiteY1-150" fmla="*/ 57991 h 986368"/>
                    <a:gd name="connsiteX2-151" fmla="*/ 217352 w 2874220"/>
                    <a:gd name="connsiteY2-152" fmla="*/ 832906 h 986368"/>
                    <a:gd name="connsiteX3-153" fmla="*/ 2059269 w 2874220"/>
                    <a:gd name="connsiteY3-154" fmla="*/ 984851 h 986368"/>
                    <a:gd name="connsiteX4-155" fmla="*/ 2745711 w 2874220"/>
                    <a:gd name="connsiteY4-156" fmla="*/ 878886 h 986368"/>
                    <a:gd name="connsiteX5-157" fmla="*/ 263847 w 2874220"/>
                    <a:gd name="connsiteY5-158" fmla="*/ 708920 h 986368"/>
                    <a:gd name="connsiteX6-159" fmla="*/ 506492 w 2874220"/>
                    <a:gd name="connsiteY6-160" fmla="*/ 169223 h 986368"/>
                    <a:gd name="connsiteX7-161" fmla="*/ 2650586 w 2874220"/>
                    <a:gd name="connsiteY7-162" fmla="*/ 212974 h 986368"/>
                    <a:gd name="connsiteX8-163" fmla="*/ 2542098 w 2874220"/>
                    <a:gd name="connsiteY8-164" fmla="*/ 73489 h 986368"/>
                    <a:gd name="connsiteX0-165" fmla="*/ 2580717 w 3043940"/>
                    <a:gd name="connsiteY0-166" fmla="*/ 73489 h 993908"/>
                    <a:gd name="connsiteX1-167" fmla="*/ 333462 w 3043940"/>
                    <a:gd name="connsiteY1-168" fmla="*/ 57991 h 993908"/>
                    <a:gd name="connsiteX2-169" fmla="*/ 255971 w 3043940"/>
                    <a:gd name="connsiteY2-170" fmla="*/ 832906 h 993908"/>
                    <a:gd name="connsiteX3-171" fmla="*/ 2676386 w 3043940"/>
                    <a:gd name="connsiteY3-172" fmla="*/ 992315 h 993908"/>
                    <a:gd name="connsiteX4-173" fmla="*/ 2784330 w 3043940"/>
                    <a:gd name="connsiteY4-174" fmla="*/ 878886 h 993908"/>
                    <a:gd name="connsiteX5-175" fmla="*/ 302466 w 3043940"/>
                    <a:gd name="connsiteY5-176" fmla="*/ 708920 h 993908"/>
                    <a:gd name="connsiteX6-177" fmla="*/ 545111 w 3043940"/>
                    <a:gd name="connsiteY6-178" fmla="*/ 169223 h 993908"/>
                    <a:gd name="connsiteX7-179" fmla="*/ 2689205 w 3043940"/>
                    <a:gd name="connsiteY7-180" fmla="*/ 212974 h 993908"/>
                    <a:gd name="connsiteX8-181" fmla="*/ 2580717 w 3043940"/>
                    <a:gd name="connsiteY8-182" fmla="*/ 73489 h 993908"/>
                    <a:gd name="connsiteX0-183" fmla="*/ 2580717 w 2956802"/>
                    <a:gd name="connsiteY0-184" fmla="*/ 73489 h 993233"/>
                    <a:gd name="connsiteX1-185" fmla="*/ 333462 w 2956802"/>
                    <a:gd name="connsiteY1-186" fmla="*/ 57991 h 993233"/>
                    <a:gd name="connsiteX2-187" fmla="*/ 255971 w 2956802"/>
                    <a:gd name="connsiteY2-188" fmla="*/ 832906 h 993233"/>
                    <a:gd name="connsiteX3-189" fmla="*/ 2676386 w 2956802"/>
                    <a:gd name="connsiteY3-190" fmla="*/ 992315 h 993233"/>
                    <a:gd name="connsiteX4-191" fmla="*/ 2784330 w 2956802"/>
                    <a:gd name="connsiteY4-192" fmla="*/ 878886 h 993233"/>
                    <a:gd name="connsiteX5-193" fmla="*/ 302466 w 2956802"/>
                    <a:gd name="connsiteY5-194" fmla="*/ 708920 h 993233"/>
                    <a:gd name="connsiteX6-195" fmla="*/ 545111 w 2956802"/>
                    <a:gd name="connsiteY6-196" fmla="*/ 169223 h 993233"/>
                    <a:gd name="connsiteX7-197" fmla="*/ 2689205 w 2956802"/>
                    <a:gd name="connsiteY7-198" fmla="*/ 212974 h 993233"/>
                    <a:gd name="connsiteX8-199" fmla="*/ 2580717 w 2956802"/>
                    <a:gd name="connsiteY8-200" fmla="*/ 73489 h 993233"/>
                    <a:gd name="connsiteX0-201" fmla="*/ 2580717 w 2956802"/>
                    <a:gd name="connsiteY0-202" fmla="*/ 73489 h 996891"/>
                    <a:gd name="connsiteX1-203" fmla="*/ 333462 w 2956802"/>
                    <a:gd name="connsiteY1-204" fmla="*/ 57991 h 996891"/>
                    <a:gd name="connsiteX2-205" fmla="*/ 255971 w 2956802"/>
                    <a:gd name="connsiteY2-206" fmla="*/ 832906 h 996891"/>
                    <a:gd name="connsiteX3-207" fmla="*/ 2676386 w 2956802"/>
                    <a:gd name="connsiteY3-208" fmla="*/ 992315 h 996891"/>
                    <a:gd name="connsiteX4-209" fmla="*/ 2784330 w 2956802"/>
                    <a:gd name="connsiteY4-210" fmla="*/ 878886 h 996891"/>
                    <a:gd name="connsiteX5-211" fmla="*/ 302466 w 2956802"/>
                    <a:gd name="connsiteY5-212" fmla="*/ 708920 h 996891"/>
                    <a:gd name="connsiteX6-213" fmla="*/ 545111 w 2956802"/>
                    <a:gd name="connsiteY6-214" fmla="*/ 169223 h 996891"/>
                    <a:gd name="connsiteX7-215" fmla="*/ 2689205 w 2956802"/>
                    <a:gd name="connsiteY7-216" fmla="*/ 212974 h 996891"/>
                    <a:gd name="connsiteX8-217" fmla="*/ 2580717 w 2956802"/>
                    <a:gd name="connsiteY8-218" fmla="*/ 73489 h 996891"/>
                    <a:gd name="connsiteX0-219" fmla="*/ 2580717 w 2956802"/>
                    <a:gd name="connsiteY0-220" fmla="*/ 73489 h 993233"/>
                    <a:gd name="connsiteX1-221" fmla="*/ 333462 w 2956802"/>
                    <a:gd name="connsiteY1-222" fmla="*/ 57991 h 993233"/>
                    <a:gd name="connsiteX2-223" fmla="*/ 255971 w 2956802"/>
                    <a:gd name="connsiteY2-224" fmla="*/ 832906 h 993233"/>
                    <a:gd name="connsiteX3-225" fmla="*/ 2676386 w 2956802"/>
                    <a:gd name="connsiteY3-226" fmla="*/ 992315 h 993233"/>
                    <a:gd name="connsiteX4-227" fmla="*/ 2784330 w 2956802"/>
                    <a:gd name="connsiteY4-228" fmla="*/ 878886 h 993233"/>
                    <a:gd name="connsiteX5-229" fmla="*/ 302466 w 2956802"/>
                    <a:gd name="connsiteY5-230" fmla="*/ 708920 h 993233"/>
                    <a:gd name="connsiteX6-231" fmla="*/ 545111 w 2956802"/>
                    <a:gd name="connsiteY6-232" fmla="*/ 169223 h 993233"/>
                    <a:gd name="connsiteX7-233" fmla="*/ 2689205 w 2956802"/>
                    <a:gd name="connsiteY7-234" fmla="*/ 212974 h 993233"/>
                    <a:gd name="connsiteX8-235" fmla="*/ 2580717 w 2956802"/>
                    <a:gd name="connsiteY8-236" fmla="*/ 73489 h 993233"/>
                    <a:gd name="connsiteX0-237" fmla="*/ 2580717 w 2969667"/>
                    <a:gd name="connsiteY0-238" fmla="*/ 73489 h 992766"/>
                    <a:gd name="connsiteX1-239" fmla="*/ 333462 w 2969667"/>
                    <a:gd name="connsiteY1-240" fmla="*/ 57991 h 992766"/>
                    <a:gd name="connsiteX2-241" fmla="*/ 255971 w 2969667"/>
                    <a:gd name="connsiteY2-242" fmla="*/ 832906 h 992766"/>
                    <a:gd name="connsiteX3-243" fmla="*/ 2676386 w 2969667"/>
                    <a:gd name="connsiteY3-244" fmla="*/ 992315 h 992766"/>
                    <a:gd name="connsiteX4-245" fmla="*/ 2664899 w 2969667"/>
                    <a:gd name="connsiteY4-246" fmla="*/ 875154 h 992766"/>
                    <a:gd name="connsiteX5-247" fmla="*/ 302466 w 2969667"/>
                    <a:gd name="connsiteY5-248" fmla="*/ 708920 h 992766"/>
                    <a:gd name="connsiteX6-249" fmla="*/ 545111 w 2969667"/>
                    <a:gd name="connsiteY6-250" fmla="*/ 169223 h 992766"/>
                    <a:gd name="connsiteX7-251" fmla="*/ 2689205 w 2969667"/>
                    <a:gd name="connsiteY7-252" fmla="*/ 212974 h 992766"/>
                    <a:gd name="connsiteX8-253" fmla="*/ 2580717 w 2969667"/>
                    <a:gd name="connsiteY8-254" fmla="*/ 73489 h 992766"/>
                    <a:gd name="connsiteX0-255" fmla="*/ 2580717 w 2912839"/>
                    <a:gd name="connsiteY0-256" fmla="*/ 73489 h 992617"/>
                    <a:gd name="connsiteX1-257" fmla="*/ 333462 w 2912839"/>
                    <a:gd name="connsiteY1-258" fmla="*/ 57991 h 992617"/>
                    <a:gd name="connsiteX2-259" fmla="*/ 255971 w 2912839"/>
                    <a:gd name="connsiteY2-260" fmla="*/ 832906 h 992617"/>
                    <a:gd name="connsiteX3-261" fmla="*/ 2676386 w 2912839"/>
                    <a:gd name="connsiteY3-262" fmla="*/ 992315 h 992617"/>
                    <a:gd name="connsiteX4-263" fmla="*/ 2664899 w 2912839"/>
                    <a:gd name="connsiteY4-264" fmla="*/ 875154 h 992617"/>
                    <a:gd name="connsiteX5-265" fmla="*/ 302466 w 2912839"/>
                    <a:gd name="connsiteY5-266" fmla="*/ 708920 h 992617"/>
                    <a:gd name="connsiteX6-267" fmla="*/ 545111 w 2912839"/>
                    <a:gd name="connsiteY6-268" fmla="*/ 169223 h 992617"/>
                    <a:gd name="connsiteX7-269" fmla="*/ 2689205 w 2912839"/>
                    <a:gd name="connsiteY7-270" fmla="*/ 212974 h 992617"/>
                    <a:gd name="connsiteX8-271" fmla="*/ 2580717 w 2912839"/>
                    <a:gd name="connsiteY8-272" fmla="*/ 73489 h 992617"/>
                    <a:gd name="connsiteX0-273" fmla="*/ 2580717 w 2912839"/>
                    <a:gd name="connsiteY0-274" fmla="*/ 73489 h 992627"/>
                    <a:gd name="connsiteX1-275" fmla="*/ 333462 w 2912839"/>
                    <a:gd name="connsiteY1-276" fmla="*/ 57991 h 992627"/>
                    <a:gd name="connsiteX2-277" fmla="*/ 255971 w 2912839"/>
                    <a:gd name="connsiteY2-278" fmla="*/ 832906 h 992627"/>
                    <a:gd name="connsiteX3-279" fmla="*/ 2676386 w 2912839"/>
                    <a:gd name="connsiteY3-280" fmla="*/ 992315 h 992627"/>
                    <a:gd name="connsiteX4-281" fmla="*/ 2664899 w 2912839"/>
                    <a:gd name="connsiteY4-282" fmla="*/ 875154 h 992627"/>
                    <a:gd name="connsiteX5-283" fmla="*/ 302466 w 2912839"/>
                    <a:gd name="connsiteY5-284" fmla="*/ 708920 h 992627"/>
                    <a:gd name="connsiteX6-285" fmla="*/ 545111 w 2912839"/>
                    <a:gd name="connsiteY6-286" fmla="*/ 169223 h 992627"/>
                    <a:gd name="connsiteX7-287" fmla="*/ 2689205 w 2912839"/>
                    <a:gd name="connsiteY7-288" fmla="*/ 212974 h 992627"/>
                    <a:gd name="connsiteX8-289" fmla="*/ 2580717 w 2912839"/>
                    <a:gd name="connsiteY8-290" fmla="*/ 73489 h 992627"/>
                    <a:gd name="connsiteX0-291" fmla="*/ 2580717 w 2912839"/>
                    <a:gd name="connsiteY0-292" fmla="*/ 73489 h 992472"/>
                    <a:gd name="connsiteX1-293" fmla="*/ 333462 w 2912839"/>
                    <a:gd name="connsiteY1-294" fmla="*/ 57991 h 992472"/>
                    <a:gd name="connsiteX2-295" fmla="*/ 255971 w 2912839"/>
                    <a:gd name="connsiteY2-296" fmla="*/ 832906 h 992472"/>
                    <a:gd name="connsiteX3-297" fmla="*/ 2676386 w 2912839"/>
                    <a:gd name="connsiteY3-298" fmla="*/ 992315 h 992472"/>
                    <a:gd name="connsiteX4-299" fmla="*/ 2649970 w 2912839"/>
                    <a:gd name="connsiteY4-300" fmla="*/ 863957 h 992472"/>
                    <a:gd name="connsiteX5-301" fmla="*/ 302466 w 2912839"/>
                    <a:gd name="connsiteY5-302" fmla="*/ 708920 h 992472"/>
                    <a:gd name="connsiteX6-303" fmla="*/ 545111 w 2912839"/>
                    <a:gd name="connsiteY6-304" fmla="*/ 169223 h 992472"/>
                    <a:gd name="connsiteX7-305" fmla="*/ 2689205 w 2912839"/>
                    <a:gd name="connsiteY7-306" fmla="*/ 212974 h 992472"/>
                    <a:gd name="connsiteX8-307" fmla="*/ 2580717 w 2912839"/>
                    <a:gd name="connsiteY8-308" fmla="*/ 73489 h 992472"/>
                    <a:gd name="connsiteX0-309" fmla="*/ 2580717 w 2912839"/>
                    <a:gd name="connsiteY0-310" fmla="*/ 73489 h 992472"/>
                    <a:gd name="connsiteX1-311" fmla="*/ 333462 w 2912839"/>
                    <a:gd name="connsiteY1-312" fmla="*/ 57991 h 992472"/>
                    <a:gd name="connsiteX2-313" fmla="*/ 255971 w 2912839"/>
                    <a:gd name="connsiteY2-314" fmla="*/ 832906 h 992472"/>
                    <a:gd name="connsiteX3-315" fmla="*/ 2676386 w 2912839"/>
                    <a:gd name="connsiteY3-316" fmla="*/ 992315 h 992472"/>
                    <a:gd name="connsiteX4-317" fmla="*/ 2649970 w 2912839"/>
                    <a:gd name="connsiteY4-318" fmla="*/ 863957 h 992472"/>
                    <a:gd name="connsiteX5-319" fmla="*/ 302466 w 2912839"/>
                    <a:gd name="connsiteY5-320" fmla="*/ 708920 h 992472"/>
                    <a:gd name="connsiteX6-321" fmla="*/ 545111 w 2912839"/>
                    <a:gd name="connsiteY6-322" fmla="*/ 169223 h 992472"/>
                    <a:gd name="connsiteX7-323" fmla="*/ 2689205 w 2912839"/>
                    <a:gd name="connsiteY7-324" fmla="*/ 212974 h 992472"/>
                    <a:gd name="connsiteX8-325" fmla="*/ 2580717 w 2912839"/>
                    <a:gd name="connsiteY8-326" fmla="*/ 73489 h 992472"/>
                    <a:gd name="connsiteX0-327" fmla="*/ 2580717 w 2912839"/>
                    <a:gd name="connsiteY0-328" fmla="*/ 73489 h 992327"/>
                    <a:gd name="connsiteX1-329" fmla="*/ 333462 w 2912839"/>
                    <a:gd name="connsiteY1-330" fmla="*/ 57991 h 992327"/>
                    <a:gd name="connsiteX2-331" fmla="*/ 255971 w 2912839"/>
                    <a:gd name="connsiteY2-332" fmla="*/ 832906 h 992327"/>
                    <a:gd name="connsiteX3-333" fmla="*/ 2676386 w 2912839"/>
                    <a:gd name="connsiteY3-334" fmla="*/ 992315 h 992327"/>
                    <a:gd name="connsiteX4-335" fmla="*/ 2649970 w 2912839"/>
                    <a:gd name="connsiteY4-336" fmla="*/ 863957 h 992327"/>
                    <a:gd name="connsiteX5-337" fmla="*/ 302466 w 2912839"/>
                    <a:gd name="connsiteY5-338" fmla="*/ 708920 h 992327"/>
                    <a:gd name="connsiteX6-339" fmla="*/ 545111 w 2912839"/>
                    <a:gd name="connsiteY6-340" fmla="*/ 169223 h 992327"/>
                    <a:gd name="connsiteX7-341" fmla="*/ 2689205 w 2912839"/>
                    <a:gd name="connsiteY7-342" fmla="*/ 212974 h 992327"/>
                    <a:gd name="connsiteX8-343" fmla="*/ 2580717 w 2912839"/>
                    <a:gd name="connsiteY8-344" fmla="*/ 73489 h 992327"/>
                    <a:gd name="connsiteX0-345" fmla="*/ 2580717 w 2874021"/>
                    <a:gd name="connsiteY0-346" fmla="*/ 74207 h 993045"/>
                    <a:gd name="connsiteX1-347" fmla="*/ 333462 w 2874021"/>
                    <a:gd name="connsiteY1-348" fmla="*/ 58709 h 993045"/>
                    <a:gd name="connsiteX2-349" fmla="*/ 255971 w 2874021"/>
                    <a:gd name="connsiteY2-350" fmla="*/ 833624 h 993045"/>
                    <a:gd name="connsiteX3-351" fmla="*/ 2676386 w 2874021"/>
                    <a:gd name="connsiteY3-352" fmla="*/ 993033 h 993045"/>
                    <a:gd name="connsiteX4-353" fmla="*/ 2649970 w 2874021"/>
                    <a:gd name="connsiteY4-354" fmla="*/ 864675 h 993045"/>
                    <a:gd name="connsiteX5-355" fmla="*/ 302466 w 2874021"/>
                    <a:gd name="connsiteY5-356" fmla="*/ 709638 h 993045"/>
                    <a:gd name="connsiteX6-357" fmla="*/ 545111 w 2874021"/>
                    <a:gd name="connsiteY6-358" fmla="*/ 169941 h 993045"/>
                    <a:gd name="connsiteX7-359" fmla="*/ 2625757 w 2874021"/>
                    <a:gd name="connsiteY7-360" fmla="*/ 232354 h 993045"/>
                    <a:gd name="connsiteX8-361" fmla="*/ 2580717 w 2874021"/>
                    <a:gd name="connsiteY8-362" fmla="*/ 74207 h 993045"/>
                    <a:gd name="connsiteX0-363" fmla="*/ 2580717 w 2856942"/>
                    <a:gd name="connsiteY0-364" fmla="*/ 73776 h 992614"/>
                    <a:gd name="connsiteX1-365" fmla="*/ 333462 w 2856942"/>
                    <a:gd name="connsiteY1-366" fmla="*/ 58278 h 992614"/>
                    <a:gd name="connsiteX2-367" fmla="*/ 255971 w 2856942"/>
                    <a:gd name="connsiteY2-368" fmla="*/ 833193 h 992614"/>
                    <a:gd name="connsiteX3-369" fmla="*/ 2676386 w 2856942"/>
                    <a:gd name="connsiteY3-370" fmla="*/ 992602 h 992614"/>
                    <a:gd name="connsiteX4-371" fmla="*/ 2649970 w 2856942"/>
                    <a:gd name="connsiteY4-372" fmla="*/ 864244 h 992614"/>
                    <a:gd name="connsiteX5-373" fmla="*/ 302466 w 2856942"/>
                    <a:gd name="connsiteY5-374" fmla="*/ 709207 h 992614"/>
                    <a:gd name="connsiteX6-375" fmla="*/ 545111 w 2856942"/>
                    <a:gd name="connsiteY6-376" fmla="*/ 169510 h 992614"/>
                    <a:gd name="connsiteX7-377" fmla="*/ 2595899 w 2856942"/>
                    <a:gd name="connsiteY7-378" fmla="*/ 220726 h 992614"/>
                    <a:gd name="connsiteX8-379" fmla="*/ 2580717 w 2856942"/>
                    <a:gd name="connsiteY8-380" fmla="*/ 73776 h 992614"/>
                    <a:gd name="connsiteX0-381" fmla="*/ 2580717 w 2856942"/>
                    <a:gd name="connsiteY0-382" fmla="*/ 73776 h 992614"/>
                    <a:gd name="connsiteX1-383" fmla="*/ 333462 w 2856942"/>
                    <a:gd name="connsiteY1-384" fmla="*/ 58278 h 992614"/>
                    <a:gd name="connsiteX2-385" fmla="*/ 255971 w 2856942"/>
                    <a:gd name="connsiteY2-386" fmla="*/ 833193 h 992614"/>
                    <a:gd name="connsiteX3-387" fmla="*/ 2676386 w 2856942"/>
                    <a:gd name="connsiteY3-388" fmla="*/ 992602 h 992614"/>
                    <a:gd name="connsiteX4-389" fmla="*/ 2649970 w 2856942"/>
                    <a:gd name="connsiteY4-390" fmla="*/ 864244 h 992614"/>
                    <a:gd name="connsiteX5-391" fmla="*/ 302466 w 2856942"/>
                    <a:gd name="connsiteY5-392" fmla="*/ 709207 h 992614"/>
                    <a:gd name="connsiteX6-393" fmla="*/ 545111 w 2856942"/>
                    <a:gd name="connsiteY6-394" fmla="*/ 169510 h 992614"/>
                    <a:gd name="connsiteX7-395" fmla="*/ 2595899 w 2856942"/>
                    <a:gd name="connsiteY7-396" fmla="*/ 220726 h 992614"/>
                    <a:gd name="connsiteX8-397" fmla="*/ 2580717 w 2856942"/>
                    <a:gd name="connsiteY8-398" fmla="*/ 73776 h 992614"/>
                    <a:gd name="connsiteX0-399" fmla="*/ 2580717 w 2833569"/>
                    <a:gd name="connsiteY0-400" fmla="*/ 73776 h 992614"/>
                    <a:gd name="connsiteX1-401" fmla="*/ 333462 w 2833569"/>
                    <a:gd name="connsiteY1-402" fmla="*/ 58278 h 992614"/>
                    <a:gd name="connsiteX2-403" fmla="*/ 255971 w 2833569"/>
                    <a:gd name="connsiteY2-404" fmla="*/ 833193 h 992614"/>
                    <a:gd name="connsiteX3-405" fmla="*/ 2676386 w 2833569"/>
                    <a:gd name="connsiteY3-406" fmla="*/ 992602 h 992614"/>
                    <a:gd name="connsiteX4-407" fmla="*/ 2649970 w 2833569"/>
                    <a:gd name="connsiteY4-408" fmla="*/ 864244 h 992614"/>
                    <a:gd name="connsiteX5-409" fmla="*/ 302466 w 2833569"/>
                    <a:gd name="connsiteY5-410" fmla="*/ 709207 h 992614"/>
                    <a:gd name="connsiteX6-411" fmla="*/ 545111 w 2833569"/>
                    <a:gd name="connsiteY6-412" fmla="*/ 169510 h 992614"/>
                    <a:gd name="connsiteX7-413" fmla="*/ 2595899 w 2833569"/>
                    <a:gd name="connsiteY7-414" fmla="*/ 220726 h 992614"/>
                    <a:gd name="connsiteX8-415" fmla="*/ 2580717 w 2833569"/>
                    <a:gd name="connsiteY8-416" fmla="*/ 73776 h 992614"/>
                    <a:gd name="connsiteX0-417" fmla="*/ 2580717 w 2833569"/>
                    <a:gd name="connsiteY0-418" fmla="*/ 73776 h 992614"/>
                    <a:gd name="connsiteX1-419" fmla="*/ 333462 w 2833569"/>
                    <a:gd name="connsiteY1-420" fmla="*/ 58278 h 992614"/>
                    <a:gd name="connsiteX2-421" fmla="*/ 255971 w 2833569"/>
                    <a:gd name="connsiteY2-422" fmla="*/ 833193 h 992614"/>
                    <a:gd name="connsiteX3-423" fmla="*/ 2676386 w 2833569"/>
                    <a:gd name="connsiteY3-424" fmla="*/ 992602 h 992614"/>
                    <a:gd name="connsiteX4-425" fmla="*/ 2649970 w 2833569"/>
                    <a:gd name="connsiteY4-426" fmla="*/ 864244 h 992614"/>
                    <a:gd name="connsiteX5-427" fmla="*/ 302466 w 2833569"/>
                    <a:gd name="connsiteY5-428" fmla="*/ 709207 h 992614"/>
                    <a:gd name="connsiteX6-429" fmla="*/ 545111 w 2833569"/>
                    <a:gd name="connsiteY6-430" fmla="*/ 169510 h 992614"/>
                    <a:gd name="connsiteX7-431" fmla="*/ 2595899 w 2833569"/>
                    <a:gd name="connsiteY7-432" fmla="*/ 220726 h 992614"/>
                    <a:gd name="connsiteX8-433" fmla="*/ 2580717 w 2833569"/>
                    <a:gd name="connsiteY8-434" fmla="*/ 73776 h 992614"/>
                    <a:gd name="connsiteX0-435" fmla="*/ 2580717 w 2833569"/>
                    <a:gd name="connsiteY0-436" fmla="*/ 73776 h 992614"/>
                    <a:gd name="connsiteX1-437" fmla="*/ 333462 w 2833569"/>
                    <a:gd name="connsiteY1-438" fmla="*/ 58278 h 992614"/>
                    <a:gd name="connsiteX2-439" fmla="*/ 255971 w 2833569"/>
                    <a:gd name="connsiteY2-440" fmla="*/ 833193 h 992614"/>
                    <a:gd name="connsiteX3-441" fmla="*/ 2676386 w 2833569"/>
                    <a:gd name="connsiteY3-442" fmla="*/ 992602 h 992614"/>
                    <a:gd name="connsiteX4-443" fmla="*/ 2649970 w 2833569"/>
                    <a:gd name="connsiteY4-444" fmla="*/ 864244 h 992614"/>
                    <a:gd name="connsiteX5-445" fmla="*/ 302466 w 2833569"/>
                    <a:gd name="connsiteY5-446" fmla="*/ 709207 h 992614"/>
                    <a:gd name="connsiteX6-447" fmla="*/ 545111 w 2833569"/>
                    <a:gd name="connsiteY6-448" fmla="*/ 169510 h 992614"/>
                    <a:gd name="connsiteX7-449" fmla="*/ 2595899 w 2833569"/>
                    <a:gd name="connsiteY7-450" fmla="*/ 220726 h 992614"/>
                    <a:gd name="connsiteX8-451" fmla="*/ 2580717 w 2833569"/>
                    <a:gd name="connsiteY8-452" fmla="*/ 73776 h 992614"/>
                    <a:gd name="connsiteX0-453" fmla="*/ 2580717 w 2833569"/>
                    <a:gd name="connsiteY0-454" fmla="*/ 73349 h 992187"/>
                    <a:gd name="connsiteX1-455" fmla="*/ 333462 w 2833569"/>
                    <a:gd name="connsiteY1-456" fmla="*/ 57851 h 992187"/>
                    <a:gd name="connsiteX2-457" fmla="*/ 255971 w 2833569"/>
                    <a:gd name="connsiteY2-458" fmla="*/ 832766 h 992187"/>
                    <a:gd name="connsiteX3-459" fmla="*/ 2676386 w 2833569"/>
                    <a:gd name="connsiteY3-460" fmla="*/ 992175 h 992187"/>
                    <a:gd name="connsiteX4-461" fmla="*/ 2649970 w 2833569"/>
                    <a:gd name="connsiteY4-462" fmla="*/ 863817 h 992187"/>
                    <a:gd name="connsiteX5-463" fmla="*/ 302466 w 2833569"/>
                    <a:gd name="connsiteY5-464" fmla="*/ 708780 h 992187"/>
                    <a:gd name="connsiteX6-465" fmla="*/ 545111 w 2833569"/>
                    <a:gd name="connsiteY6-466" fmla="*/ 169083 h 992187"/>
                    <a:gd name="connsiteX7-467" fmla="*/ 2595899 w 2833569"/>
                    <a:gd name="connsiteY7-468" fmla="*/ 209103 h 992187"/>
                    <a:gd name="connsiteX8-469" fmla="*/ 2580717 w 2833569"/>
                    <a:gd name="connsiteY8-470" fmla="*/ 73349 h 992187"/>
                    <a:gd name="connsiteX0-471" fmla="*/ 2580717 w 2861604"/>
                    <a:gd name="connsiteY0-472" fmla="*/ 73349 h 992187"/>
                    <a:gd name="connsiteX1-473" fmla="*/ 333462 w 2861604"/>
                    <a:gd name="connsiteY1-474" fmla="*/ 57851 h 992187"/>
                    <a:gd name="connsiteX2-475" fmla="*/ 255971 w 2861604"/>
                    <a:gd name="connsiteY2-476" fmla="*/ 832766 h 992187"/>
                    <a:gd name="connsiteX3-477" fmla="*/ 2676386 w 2861604"/>
                    <a:gd name="connsiteY3-478" fmla="*/ 992175 h 992187"/>
                    <a:gd name="connsiteX4-479" fmla="*/ 2649970 w 2861604"/>
                    <a:gd name="connsiteY4-480" fmla="*/ 863817 h 992187"/>
                    <a:gd name="connsiteX5-481" fmla="*/ 302466 w 2861604"/>
                    <a:gd name="connsiteY5-482" fmla="*/ 708780 h 992187"/>
                    <a:gd name="connsiteX6-483" fmla="*/ 470467 w 2861604"/>
                    <a:gd name="connsiteY6-484" fmla="*/ 157886 h 992187"/>
                    <a:gd name="connsiteX7-485" fmla="*/ 2595899 w 2861604"/>
                    <a:gd name="connsiteY7-486" fmla="*/ 209103 h 992187"/>
                    <a:gd name="connsiteX8-487" fmla="*/ 2580717 w 2861604"/>
                    <a:gd name="connsiteY8-488" fmla="*/ 73349 h 992187"/>
                    <a:gd name="connsiteX0-489" fmla="*/ 2580717 w 2856710"/>
                    <a:gd name="connsiteY0-490" fmla="*/ 73349 h 992187"/>
                    <a:gd name="connsiteX1-491" fmla="*/ 333462 w 2856710"/>
                    <a:gd name="connsiteY1-492" fmla="*/ 57851 h 992187"/>
                    <a:gd name="connsiteX2-493" fmla="*/ 255971 w 2856710"/>
                    <a:gd name="connsiteY2-494" fmla="*/ 832766 h 992187"/>
                    <a:gd name="connsiteX3-495" fmla="*/ 2676386 w 2856710"/>
                    <a:gd name="connsiteY3-496" fmla="*/ 992175 h 992187"/>
                    <a:gd name="connsiteX4-497" fmla="*/ 2649970 w 2856710"/>
                    <a:gd name="connsiteY4-498" fmla="*/ 863817 h 992187"/>
                    <a:gd name="connsiteX5-499" fmla="*/ 302466 w 2856710"/>
                    <a:gd name="connsiteY5-500" fmla="*/ 708780 h 992187"/>
                    <a:gd name="connsiteX6-501" fmla="*/ 548844 w 2856710"/>
                    <a:gd name="connsiteY6-502" fmla="*/ 154154 h 992187"/>
                    <a:gd name="connsiteX7-503" fmla="*/ 2595899 w 2856710"/>
                    <a:gd name="connsiteY7-504" fmla="*/ 209103 h 992187"/>
                    <a:gd name="connsiteX8-505" fmla="*/ 2580717 w 2856710"/>
                    <a:gd name="connsiteY8-506" fmla="*/ 73349 h 992187"/>
                    <a:gd name="connsiteX0-507" fmla="*/ 2580717 w 2915121"/>
                    <a:gd name="connsiteY0-508" fmla="*/ 73349 h 992193"/>
                    <a:gd name="connsiteX1-509" fmla="*/ 333462 w 2915121"/>
                    <a:gd name="connsiteY1-510" fmla="*/ 57851 h 992193"/>
                    <a:gd name="connsiteX2-511" fmla="*/ 255971 w 2915121"/>
                    <a:gd name="connsiteY2-512" fmla="*/ 832766 h 992193"/>
                    <a:gd name="connsiteX3-513" fmla="*/ 2676386 w 2915121"/>
                    <a:gd name="connsiteY3-514" fmla="*/ 992175 h 992193"/>
                    <a:gd name="connsiteX4-515" fmla="*/ 2649970 w 2915121"/>
                    <a:gd name="connsiteY4-516" fmla="*/ 863817 h 992193"/>
                    <a:gd name="connsiteX5-517" fmla="*/ 350986 w 2915121"/>
                    <a:gd name="connsiteY5-518" fmla="*/ 708780 h 992193"/>
                    <a:gd name="connsiteX6-519" fmla="*/ 548844 w 2915121"/>
                    <a:gd name="connsiteY6-520" fmla="*/ 154154 h 992193"/>
                    <a:gd name="connsiteX7-521" fmla="*/ 2595899 w 2915121"/>
                    <a:gd name="connsiteY7-522" fmla="*/ 209103 h 992193"/>
                    <a:gd name="connsiteX8-523" fmla="*/ 2580717 w 2915121"/>
                    <a:gd name="connsiteY8-524" fmla="*/ 73349 h 992193"/>
                    <a:gd name="connsiteX0-525" fmla="*/ 2580717 w 2915121"/>
                    <a:gd name="connsiteY0-526" fmla="*/ 73349 h 992193"/>
                    <a:gd name="connsiteX1-527" fmla="*/ 333462 w 2915121"/>
                    <a:gd name="connsiteY1-528" fmla="*/ 57851 h 992193"/>
                    <a:gd name="connsiteX2-529" fmla="*/ 255971 w 2915121"/>
                    <a:gd name="connsiteY2-530" fmla="*/ 832766 h 992193"/>
                    <a:gd name="connsiteX3-531" fmla="*/ 2676386 w 2915121"/>
                    <a:gd name="connsiteY3-532" fmla="*/ 992175 h 992193"/>
                    <a:gd name="connsiteX4-533" fmla="*/ 2649970 w 2915121"/>
                    <a:gd name="connsiteY4-534" fmla="*/ 863817 h 992193"/>
                    <a:gd name="connsiteX5-535" fmla="*/ 350986 w 2915121"/>
                    <a:gd name="connsiteY5-536" fmla="*/ 708780 h 992193"/>
                    <a:gd name="connsiteX6-537" fmla="*/ 515254 w 2915121"/>
                    <a:gd name="connsiteY6-538" fmla="*/ 154154 h 992193"/>
                    <a:gd name="connsiteX7-539" fmla="*/ 2595899 w 2915121"/>
                    <a:gd name="connsiteY7-540" fmla="*/ 209103 h 992193"/>
                    <a:gd name="connsiteX8-541" fmla="*/ 2580717 w 2915121"/>
                    <a:gd name="connsiteY8-542" fmla="*/ 73349 h 992193"/>
                    <a:gd name="connsiteX0-543" fmla="*/ 2574189 w 2914778"/>
                    <a:gd name="connsiteY0-544" fmla="*/ 51363 h 1006047"/>
                    <a:gd name="connsiteX1-545" fmla="*/ 333119 w 2914778"/>
                    <a:gd name="connsiteY1-546" fmla="*/ 71705 h 1006047"/>
                    <a:gd name="connsiteX2-547" fmla="*/ 255628 w 2914778"/>
                    <a:gd name="connsiteY2-548" fmla="*/ 846620 h 1006047"/>
                    <a:gd name="connsiteX3-549" fmla="*/ 2676043 w 2914778"/>
                    <a:gd name="connsiteY3-550" fmla="*/ 1006029 h 1006047"/>
                    <a:gd name="connsiteX4-551" fmla="*/ 2649627 w 2914778"/>
                    <a:gd name="connsiteY4-552" fmla="*/ 877671 h 1006047"/>
                    <a:gd name="connsiteX5-553" fmla="*/ 350643 w 2914778"/>
                    <a:gd name="connsiteY5-554" fmla="*/ 722634 h 1006047"/>
                    <a:gd name="connsiteX6-555" fmla="*/ 514911 w 2914778"/>
                    <a:gd name="connsiteY6-556" fmla="*/ 168008 h 1006047"/>
                    <a:gd name="connsiteX7-557" fmla="*/ 2595556 w 2914778"/>
                    <a:gd name="connsiteY7-558" fmla="*/ 222957 h 1006047"/>
                    <a:gd name="connsiteX8-559" fmla="*/ 2574189 w 2914778"/>
                    <a:gd name="connsiteY8-560" fmla="*/ 51363 h 1006047"/>
                    <a:gd name="connsiteX0-561" fmla="*/ 2574189 w 2914778"/>
                    <a:gd name="connsiteY0-562" fmla="*/ 50194 h 1004878"/>
                    <a:gd name="connsiteX1-563" fmla="*/ 333119 w 2914778"/>
                    <a:gd name="connsiteY1-564" fmla="*/ 70536 h 1004878"/>
                    <a:gd name="connsiteX2-565" fmla="*/ 255628 w 2914778"/>
                    <a:gd name="connsiteY2-566" fmla="*/ 845451 h 1004878"/>
                    <a:gd name="connsiteX3-567" fmla="*/ 2676043 w 2914778"/>
                    <a:gd name="connsiteY3-568" fmla="*/ 1004860 h 1004878"/>
                    <a:gd name="connsiteX4-569" fmla="*/ 2649627 w 2914778"/>
                    <a:gd name="connsiteY4-570" fmla="*/ 876502 h 1004878"/>
                    <a:gd name="connsiteX5-571" fmla="*/ 350643 w 2914778"/>
                    <a:gd name="connsiteY5-572" fmla="*/ 721465 h 1004878"/>
                    <a:gd name="connsiteX6-573" fmla="*/ 514911 w 2914778"/>
                    <a:gd name="connsiteY6-574" fmla="*/ 166839 h 1004878"/>
                    <a:gd name="connsiteX7-575" fmla="*/ 2595557 w 2914778"/>
                    <a:gd name="connsiteY7-576" fmla="*/ 197895 h 1004878"/>
                    <a:gd name="connsiteX8-577" fmla="*/ 2574189 w 2914778"/>
                    <a:gd name="connsiteY8-578" fmla="*/ 50194 h 1004878"/>
                    <a:gd name="connsiteX0-579" fmla="*/ 2580717 w 2915121"/>
                    <a:gd name="connsiteY0-580" fmla="*/ 40455 h 1013060"/>
                    <a:gd name="connsiteX1-581" fmla="*/ 333462 w 2915121"/>
                    <a:gd name="connsiteY1-582" fmla="*/ 78718 h 1013060"/>
                    <a:gd name="connsiteX2-583" fmla="*/ 255971 w 2915121"/>
                    <a:gd name="connsiteY2-584" fmla="*/ 853633 h 1013060"/>
                    <a:gd name="connsiteX3-585" fmla="*/ 2676386 w 2915121"/>
                    <a:gd name="connsiteY3-586" fmla="*/ 1013042 h 1013060"/>
                    <a:gd name="connsiteX4-587" fmla="*/ 2649970 w 2915121"/>
                    <a:gd name="connsiteY4-588" fmla="*/ 884684 h 1013060"/>
                    <a:gd name="connsiteX5-589" fmla="*/ 350986 w 2915121"/>
                    <a:gd name="connsiteY5-590" fmla="*/ 729647 h 1013060"/>
                    <a:gd name="connsiteX6-591" fmla="*/ 515254 w 2915121"/>
                    <a:gd name="connsiteY6-592" fmla="*/ 175021 h 1013060"/>
                    <a:gd name="connsiteX7-593" fmla="*/ 2595900 w 2915121"/>
                    <a:gd name="connsiteY7-594" fmla="*/ 206077 h 1013060"/>
                    <a:gd name="connsiteX8-595" fmla="*/ 2580717 w 2915121"/>
                    <a:gd name="connsiteY8-596" fmla="*/ 40455 h 1013060"/>
                    <a:gd name="connsiteX0-597" fmla="*/ 2580717 w 2915121"/>
                    <a:gd name="connsiteY0-598" fmla="*/ 40129 h 1012734"/>
                    <a:gd name="connsiteX1-599" fmla="*/ 333462 w 2915121"/>
                    <a:gd name="connsiteY1-600" fmla="*/ 78392 h 1012734"/>
                    <a:gd name="connsiteX2-601" fmla="*/ 255971 w 2915121"/>
                    <a:gd name="connsiteY2-602" fmla="*/ 853307 h 1012734"/>
                    <a:gd name="connsiteX3-603" fmla="*/ 2676386 w 2915121"/>
                    <a:gd name="connsiteY3-604" fmla="*/ 1012716 h 1012734"/>
                    <a:gd name="connsiteX4-605" fmla="*/ 2649970 w 2915121"/>
                    <a:gd name="connsiteY4-606" fmla="*/ 884358 h 1012734"/>
                    <a:gd name="connsiteX5-607" fmla="*/ 350986 w 2915121"/>
                    <a:gd name="connsiteY5-608" fmla="*/ 729321 h 1012734"/>
                    <a:gd name="connsiteX6-609" fmla="*/ 515254 w 2915121"/>
                    <a:gd name="connsiteY6-610" fmla="*/ 174695 h 1012734"/>
                    <a:gd name="connsiteX7-611" fmla="*/ 2564975 w 2915121"/>
                    <a:gd name="connsiteY7-612" fmla="*/ 199777 h 1012734"/>
                    <a:gd name="connsiteX8-613" fmla="*/ 2580717 w 2915121"/>
                    <a:gd name="connsiteY8-614" fmla="*/ 40129 h 1012734"/>
                    <a:gd name="connsiteX0-615" fmla="*/ 2580717 w 2958632"/>
                    <a:gd name="connsiteY0-616" fmla="*/ 40128 h 1012715"/>
                    <a:gd name="connsiteX1-617" fmla="*/ 333462 w 2958632"/>
                    <a:gd name="connsiteY1-618" fmla="*/ 78391 h 1012715"/>
                    <a:gd name="connsiteX2-619" fmla="*/ 255971 w 2958632"/>
                    <a:gd name="connsiteY2-620" fmla="*/ 853306 h 1012715"/>
                    <a:gd name="connsiteX3-621" fmla="*/ 2676386 w 2958632"/>
                    <a:gd name="connsiteY3-622" fmla="*/ 1012715 h 1012715"/>
                    <a:gd name="connsiteX4-623" fmla="*/ 2649970 w 2958632"/>
                    <a:gd name="connsiteY4-624" fmla="*/ 854491 h 1012715"/>
                    <a:gd name="connsiteX5-625" fmla="*/ 350986 w 2958632"/>
                    <a:gd name="connsiteY5-626" fmla="*/ 729320 h 1012715"/>
                    <a:gd name="connsiteX6-627" fmla="*/ 515254 w 2958632"/>
                    <a:gd name="connsiteY6-628" fmla="*/ 174694 h 1012715"/>
                    <a:gd name="connsiteX7-629" fmla="*/ 2564975 w 2958632"/>
                    <a:gd name="connsiteY7-630" fmla="*/ 199776 h 1012715"/>
                    <a:gd name="connsiteX8-631" fmla="*/ 2580717 w 2958632"/>
                    <a:gd name="connsiteY8-632" fmla="*/ 40128 h 1012715"/>
                    <a:gd name="connsiteX0-633" fmla="*/ 2578194 w 2934745"/>
                    <a:gd name="connsiteY0-634" fmla="*/ 40128 h 994924"/>
                    <a:gd name="connsiteX1-635" fmla="*/ 330939 w 2934745"/>
                    <a:gd name="connsiteY1-636" fmla="*/ 78391 h 994924"/>
                    <a:gd name="connsiteX2-637" fmla="*/ 253448 w 2934745"/>
                    <a:gd name="connsiteY2-638" fmla="*/ 853306 h 994924"/>
                    <a:gd name="connsiteX3-639" fmla="*/ 2636753 w 2934745"/>
                    <a:gd name="connsiteY3-640" fmla="*/ 994796 h 994924"/>
                    <a:gd name="connsiteX4-641" fmla="*/ 2647447 w 2934745"/>
                    <a:gd name="connsiteY4-642" fmla="*/ 854491 h 994924"/>
                    <a:gd name="connsiteX5-643" fmla="*/ 348463 w 2934745"/>
                    <a:gd name="connsiteY5-644" fmla="*/ 729320 h 994924"/>
                    <a:gd name="connsiteX6-645" fmla="*/ 512731 w 2934745"/>
                    <a:gd name="connsiteY6-646" fmla="*/ 174694 h 994924"/>
                    <a:gd name="connsiteX7-647" fmla="*/ 2562452 w 2934745"/>
                    <a:gd name="connsiteY7-648" fmla="*/ 199776 h 994924"/>
                    <a:gd name="connsiteX8-649" fmla="*/ 2578194 w 2934745"/>
                    <a:gd name="connsiteY8-650" fmla="*/ 40128 h 994924"/>
                    <a:gd name="connsiteX0-651" fmla="*/ 2578194 w 2917686"/>
                    <a:gd name="connsiteY0-652" fmla="*/ 40128 h 996242"/>
                    <a:gd name="connsiteX1-653" fmla="*/ 330939 w 2917686"/>
                    <a:gd name="connsiteY1-654" fmla="*/ 78391 h 996242"/>
                    <a:gd name="connsiteX2-655" fmla="*/ 253448 w 2917686"/>
                    <a:gd name="connsiteY2-656" fmla="*/ 853306 h 996242"/>
                    <a:gd name="connsiteX3-657" fmla="*/ 2636753 w 2917686"/>
                    <a:gd name="connsiteY3-658" fmla="*/ 994796 h 996242"/>
                    <a:gd name="connsiteX4-659" fmla="*/ 2616523 w 2917686"/>
                    <a:gd name="connsiteY4-660" fmla="*/ 830598 h 996242"/>
                    <a:gd name="connsiteX5-661" fmla="*/ 348463 w 2917686"/>
                    <a:gd name="connsiteY5-662" fmla="*/ 729320 h 996242"/>
                    <a:gd name="connsiteX6-663" fmla="*/ 512731 w 2917686"/>
                    <a:gd name="connsiteY6-664" fmla="*/ 174694 h 996242"/>
                    <a:gd name="connsiteX7-665" fmla="*/ 2562452 w 2917686"/>
                    <a:gd name="connsiteY7-666" fmla="*/ 199776 h 996242"/>
                    <a:gd name="connsiteX8-667" fmla="*/ 2578194 w 2917686"/>
                    <a:gd name="connsiteY8-668" fmla="*/ 40128 h 996242"/>
                    <a:gd name="connsiteX0-669" fmla="*/ 2577774 w 2913658"/>
                    <a:gd name="connsiteY0-670" fmla="*/ 40128 h 975285"/>
                    <a:gd name="connsiteX1-671" fmla="*/ 330519 w 2913658"/>
                    <a:gd name="connsiteY1-672" fmla="*/ 78391 h 975285"/>
                    <a:gd name="connsiteX2-673" fmla="*/ 253028 w 2913658"/>
                    <a:gd name="connsiteY2-674" fmla="*/ 853306 h 975285"/>
                    <a:gd name="connsiteX3-675" fmla="*/ 2630148 w 2913658"/>
                    <a:gd name="connsiteY3-676" fmla="*/ 970903 h 975285"/>
                    <a:gd name="connsiteX4-677" fmla="*/ 2616103 w 2913658"/>
                    <a:gd name="connsiteY4-678" fmla="*/ 830598 h 975285"/>
                    <a:gd name="connsiteX5-679" fmla="*/ 348043 w 2913658"/>
                    <a:gd name="connsiteY5-680" fmla="*/ 729320 h 975285"/>
                    <a:gd name="connsiteX6-681" fmla="*/ 512311 w 2913658"/>
                    <a:gd name="connsiteY6-682" fmla="*/ 174694 h 975285"/>
                    <a:gd name="connsiteX7-683" fmla="*/ 2562032 w 2913658"/>
                    <a:gd name="connsiteY7-684" fmla="*/ 199776 h 975285"/>
                    <a:gd name="connsiteX8-685" fmla="*/ 2577774 w 2913658"/>
                    <a:gd name="connsiteY8-686" fmla="*/ 40128 h 975285"/>
                    <a:gd name="connsiteX0-687" fmla="*/ 2563016 w 2897373"/>
                    <a:gd name="connsiteY0-688" fmla="*/ 43385 h 999125"/>
                    <a:gd name="connsiteX1-689" fmla="*/ 315761 w 2897373"/>
                    <a:gd name="connsiteY1-690" fmla="*/ 81648 h 999125"/>
                    <a:gd name="connsiteX2-691" fmla="*/ 262104 w 2897373"/>
                    <a:gd name="connsiteY2-692" fmla="*/ 903772 h 999125"/>
                    <a:gd name="connsiteX3-693" fmla="*/ 2615390 w 2897373"/>
                    <a:gd name="connsiteY3-694" fmla="*/ 974160 h 999125"/>
                    <a:gd name="connsiteX4-695" fmla="*/ 2601345 w 2897373"/>
                    <a:gd name="connsiteY4-696" fmla="*/ 833855 h 999125"/>
                    <a:gd name="connsiteX5-697" fmla="*/ 333285 w 2897373"/>
                    <a:gd name="connsiteY5-698" fmla="*/ 732577 h 999125"/>
                    <a:gd name="connsiteX6-699" fmla="*/ 497553 w 2897373"/>
                    <a:gd name="connsiteY6-700" fmla="*/ 177951 h 999125"/>
                    <a:gd name="connsiteX7-701" fmla="*/ 2547274 w 2897373"/>
                    <a:gd name="connsiteY7-702" fmla="*/ 203033 h 999125"/>
                    <a:gd name="connsiteX8-703" fmla="*/ 2563016 w 2897373"/>
                    <a:gd name="connsiteY8-704" fmla="*/ 43385 h 999125"/>
                    <a:gd name="connsiteX0-705" fmla="*/ 2563016 w 2897736"/>
                    <a:gd name="connsiteY0-706" fmla="*/ 43386 h 999126"/>
                    <a:gd name="connsiteX1-707" fmla="*/ 315761 w 2897736"/>
                    <a:gd name="connsiteY1-708" fmla="*/ 81649 h 999126"/>
                    <a:gd name="connsiteX2-709" fmla="*/ 262104 w 2897736"/>
                    <a:gd name="connsiteY2-710" fmla="*/ 903773 h 999126"/>
                    <a:gd name="connsiteX3-711" fmla="*/ 2615390 w 2897736"/>
                    <a:gd name="connsiteY3-712" fmla="*/ 974161 h 999126"/>
                    <a:gd name="connsiteX4-713" fmla="*/ 2601345 w 2897736"/>
                    <a:gd name="connsiteY4-714" fmla="*/ 833856 h 999126"/>
                    <a:gd name="connsiteX5-715" fmla="*/ 327326 w 2897736"/>
                    <a:gd name="connsiteY5-716" fmla="*/ 759556 h 999126"/>
                    <a:gd name="connsiteX6-717" fmla="*/ 497553 w 2897736"/>
                    <a:gd name="connsiteY6-718" fmla="*/ 177952 h 999126"/>
                    <a:gd name="connsiteX7-719" fmla="*/ 2547274 w 2897736"/>
                    <a:gd name="connsiteY7-720" fmla="*/ 203034 h 999126"/>
                    <a:gd name="connsiteX8-721" fmla="*/ 2563016 w 2897736"/>
                    <a:gd name="connsiteY8-722" fmla="*/ 43386 h 999126"/>
                    <a:gd name="connsiteX0-723" fmla="*/ 2563016 w 2897736"/>
                    <a:gd name="connsiteY0-724" fmla="*/ 43386 h 999126"/>
                    <a:gd name="connsiteX1-725" fmla="*/ 315761 w 2897736"/>
                    <a:gd name="connsiteY1-726" fmla="*/ 81649 h 999126"/>
                    <a:gd name="connsiteX2-727" fmla="*/ 262104 w 2897736"/>
                    <a:gd name="connsiteY2-728" fmla="*/ 903773 h 999126"/>
                    <a:gd name="connsiteX3-729" fmla="*/ 2615390 w 2897736"/>
                    <a:gd name="connsiteY3-730" fmla="*/ 974161 h 999126"/>
                    <a:gd name="connsiteX4-731" fmla="*/ 2601345 w 2897736"/>
                    <a:gd name="connsiteY4-732" fmla="*/ 833856 h 999126"/>
                    <a:gd name="connsiteX5-733" fmla="*/ 327326 w 2897736"/>
                    <a:gd name="connsiteY5-734" fmla="*/ 786531 h 999126"/>
                    <a:gd name="connsiteX6-735" fmla="*/ 497553 w 2897736"/>
                    <a:gd name="connsiteY6-736" fmla="*/ 177952 h 999126"/>
                    <a:gd name="connsiteX7-737" fmla="*/ 2547274 w 2897736"/>
                    <a:gd name="connsiteY7-738" fmla="*/ 203034 h 999126"/>
                    <a:gd name="connsiteX8-739" fmla="*/ 2563016 w 2897736"/>
                    <a:gd name="connsiteY8-740" fmla="*/ 43386 h 999126"/>
                    <a:gd name="connsiteX0-741" fmla="*/ 2540058 w 2896482"/>
                    <a:gd name="connsiteY0-742" fmla="*/ 35215 h 1007333"/>
                    <a:gd name="connsiteX1-743" fmla="*/ 314507 w 2896482"/>
                    <a:gd name="connsiteY1-744" fmla="*/ 89856 h 1007333"/>
                    <a:gd name="connsiteX2-745" fmla="*/ 260850 w 2896482"/>
                    <a:gd name="connsiteY2-746" fmla="*/ 911980 h 1007333"/>
                    <a:gd name="connsiteX3-747" fmla="*/ 2614136 w 2896482"/>
                    <a:gd name="connsiteY3-748" fmla="*/ 982368 h 1007333"/>
                    <a:gd name="connsiteX4-749" fmla="*/ 2600091 w 2896482"/>
                    <a:gd name="connsiteY4-750" fmla="*/ 842063 h 1007333"/>
                    <a:gd name="connsiteX5-751" fmla="*/ 326072 w 2896482"/>
                    <a:gd name="connsiteY5-752" fmla="*/ 794738 h 1007333"/>
                    <a:gd name="connsiteX6-753" fmla="*/ 496299 w 2896482"/>
                    <a:gd name="connsiteY6-754" fmla="*/ 186159 h 1007333"/>
                    <a:gd name="connsiteX7-755" fmla="*/ 2546020 w 2896482"/>
                    <a:gd name="connsiteY7-756" fmla="*/ 211241 h 1007333"/>
                    <a:gd name="connsiteX8-757" fmla="*/ 2540058 w 2896482"/>
                    <a:gd name="connsiteY8-758" fmla="*/ 35215 h 1007333"/>
                    <a:gd name="connsiteX0-759" fmla="*/ 2425325 w 2890273"/>
                    <a:gd name="connsiteY0-760" fmla="*/ 43387 h 999127"/>
                    <a:gd name="connsiteX1-761" fmla="*/ 308298 w 2890273"/>
                    <a:gd name="connsiteY1-762" fmla="*/ 81650 h 999127"/>
                    <a:gd name="connsiteX2-763" fmla="*/ 254641 w 2890273"/>
                    <a:gd name="connsiteY2-764" fmla="*/ 903774 h 999127"/>
                    <a:gd name="connsiteX3-765" fmla="*/ 2607927 w 2890273"/>
                    <a:gd name="connsiteY3-766" fmla="*/ 974162 h 999127"/>
                    <a:gd name="connsiteX4-767" fmla="*/ 2593882 w 2890273"/>
                    <a:gd name="connsiteY4-768" fmla="*/ 833857 h 999127"/>
                    <a:gd name="connsiteX5-769" fmla="*/ 319863 w 2890273"/>
                    <a:gd name="connsiteY5-770" fmla="*/ 786532 h 999127"/>
                    <a:gd name="connsiteX6-771" fmla="*/ 490090 w 2890273"/>
                    <a:gd name="connsiteY6-772" fmla="*/ 177953 h 999127"/>
                    <a:gd name="connsiteX7-773" fmla="*/ 2539811 w 2890273"/>
                    <a:gd name="connsiteY7-774" fmla="*/ 203035 h 999127"/>
                    <a:gd name="connsiteX8-775" fmla="*/ 2425325 w 2890273"/>
                    <a:gd name="connsiteY8-776" fmla="*/ 43387 h 999127"/>
                    <a:gd name="connsiteX0-777" fmla="*/ 2425325 w 2890273"/>
                    <a:gd name="connsiteY0-778" fmla="*/ 41650 h 997390"/>
                    <a:gd name="connsiteX1-779" fmla="*/ 308298 w 2890273"/>
                    <a:gd name="connsiteY1-780" fmla="*/ 79913 h 997390"/>
                    <a:gd name="connsiteX2-781" fmla="*/ 254641 w 2890273"/>
                    <a:gd name="connsiteY2-782" fmla="*/ 902037 h 997390"/>
                    <a:gd name="connsiteX3-783" fmla="*/ 2607927 w 2890273"/>
                    <a:gd name="connsiteY3-784" fmla="*/ 972425 h 997390"/>
                    <a:gd name="connsiteX4-785" fmla="*/ 2593882 w 2890273"/>
                    <a:gd name="connsiteY4-786" fmla="*/ 832120 h 997390"/>
                    <a:gd name="connsiteX5-787" fmla="*/ 319863 w 2890273"/>
                    <a:gd name="connsiteY5-788" fmla="*/ 784795 h 997390"/>
                    <a:gd name="connsiteX6-789" fmla="*/ 490090 w 2890273"/>
                    <a:gd name="connsiteY6-790" fmla="*/ 176216 h 997390"/>
                    <a:gd name="connsiteX7-791" fmla="*/ 2590456 w 2890273"/>
                    <a:gd name="connsiteY7-792" fmla="*/ 168542 h 997390"/>
                    <a:gd name="connsiteX8-793" fmla="*/ 2425325 w 2890273"/>
                    <a:gd name="connsiteY8-794" fmla="*/ 41650 h 997390"/>
                    <a:gd name="connsiteX0-795" fmla="*/ 2425325 w 2832592"/>
                    <a:gd name="connsiteY0-796" fmla="*/ 41650 h 995337"/>
                    <a:gd name="connsiteX1-797" fmla="*/ 308298 w 2832592"/>
                    <a:gd name="connsiteY1-798" fmla="*/ 79913 h 995337"/>
                    <a:gd name="connsiteX2-799" fmla="*/ 254641 w 2832592"/>
                    <a:gd name="connsiteY2-800" fmla="*/ 902037 h 995337"/>
                    <a:gd name="connsiteX3-801" fmla="*/ 2607927 w 2832592"/>
                    <a:gd name="connsiteY3-802" fmla="*/ 972425 h 995337"/>
                    <a:gd name="connsiteX4-803" fmla="*/ 2478123 w 2832592"/>
                    <a:gd name="connsiteY4-804" fmla="*/ 864876 h 995337"/>
                    <a:gd name="connsiteX5-805" fmla="*/ 319863 w 2832592"/>
                    <a:gd name="connsiteY5-806" fmla="*/ 784795 h 995337"/>
                    <a:gd name="connsiteX6-807" fmla="*/ 490090 w 2832592"/>
                    <a:gd name="connsiteY6-808" fmla="*/ 176216 h 995337"/>
                    <a:gd name="connsiteX7-809" fmla="*/ 2590456 w 2832592"/>
                    <a:gd name="connsiteY7-810" fmla="*/ 168542 h 995337"/>
                    <a:gd name="connsiteX8-811" fmla="*/ 2425325 w 2832592"/>
                    <a:gd name="connsiteY8-812" fmla="*/ 41650 h 995337"/>
                    <a:gd name="connsiteX0-813" fmla="*/ 2425325 w 2842565"/>
                    <a:gd name="connsiteY0-814" fmla="*/ 41650 h 996874"/>
                    <a:gd name="connsiteX1-815" fmla="*/ 308298 w 2842565"/>
                    <a:gd name="connsiteY1-816" fmla="*/ 79913 h 996874"/>
                    <a:gd name="connsiteX2-817" fmla="*/ 254641 w 2842565"/>
                    <a:gd name="connsiteY2-818" fmla="*/ 902037 h 996874"/>
                    <a:gd name="connsiteX3-819" fmla="*/ 2607927 w 2842565"/>
                    <a:gd name="connsiteY3-820" fmla="*/ 972425 h 996874"/>
                    <a:gd name="connsiteX4-821" fmla="*/ 2499828 w 2842565"/>
                    <a:gd name="connsiteY4-822" fmla="*/ 840309 h 996874"/>
                    <a:gd name="connsiteX5-823" fmla="*/ 319863 w 2842565"/>
                    <a:gd name="connsiteY5-824" fmla="*/ 784795 h 996874"/>
                    <a:gd name="connsiteX6-825" fmla="*/ 490090 w 2842565"/>
                    <a:gd name="connsiteY6-826" fmla="*/ 176216 h 996874"/>
                    <a:gd name="connsiteX7-827" fmla="*/ 2590456 w 2842565"/>
                    <a:gd name="connsiteY7-828" fmla="*/ 168542 h 996874"/>
                    <a:gd name="connsiteX8-829" fmla="*/ 2425325 w 2842565"/>
                    <a:gd name="connsiteY8-830" fmla="*/ 41650 h 996874"/>
                    <a:gd name="connsiteX0-831" fmla="*/ 2425325 w 2804390"/>
                    <a:gd name="connsiteY0-832" fmla="*/ 41650 h 996874"/>
                    <a:gd name="connsiteX1-833" fmla="*/ 308298 w 2804390"/>
                    <a:gd name="connsiteY1-834" fmla="*/ 79913 h 996874"/>
                    <a:gd name="connsiteX2-835" fmla="*/ 254641 w 2804390"/>
                    <a:gd name="connsiteY2-836" fmla="*/ 902037 h 996874"/>
                    <a:gd name="connsiteX3-837" fmla="*/ 2607927 w 2804390"/>
                    <a:gd name="connsiteY3-838" fmla="*/ 972425 h 996874"/>
                    <a:gd name="connsiteX4-839" fmla="*/ 2499828 w 2804390"/>
                    <a:gd name="connsiteY4-840" fmla="*/ 840309 h 996874"/>
                    <a:gd name="connsiteX5-841" fmla="*/ 319863 w 2804390"/>
                    <a:gd name="connsiteY5-842" fmla="*/ 784795 h 996874"/>
                    <a:gd name="connsiteX6-843" fmla="*/ 490090 w 2804390"/>
                    <a:gd name="connsiteY6-844" fmla="*/ 176216 h 996874"/>
                    <a:gd name="connsiteX7-845" fmla="*/ 2590456 w 2804390"/>
                    <a:gd name="connsiteY7-846" fmla="*/ 168542 h 996874"/>
                    <a:gd name="connsiteX8-847" fmla="*/ 2425325 w 2804390"/>
                    <a:gd name="connsiteY8-848" fmla="*/ 41650 h 996874"/>
                    <a:gd name="connsiteX0-849" fmla="*/ 2470871 w 2849936"/>
                    <a:gd name="connsiteY0-850" fmla="*/ 41650 h 996874"/>
                    <a:gd name="connsiteX1-851" fmla="*/ 353844 w 2849936"/>
                    <a:gd name="connsiteY1-852" fmla="*/ 79913 h 996874"/>
                    <a:gd name="connsiteX2-853" fmla="*/ 300187 w 2849936"/>
                    <a:gd name="connsiteY2-854" fmla="*/ 902037 h 996874"/>
                    <a:gd name="connsiteX3-855" fmla="*/ 2653473 w 2849936"/>
                    <a:gd name="connsiteY3-856" fmla="*/ 972425 h 996874"/>
                    <a:gd name="connsiteX4-857" fmla="*/ 2545374 w 2849936"/>
                    <a:gd name="connsiteY4-858" fmla="*/ 840309 h 996874"/>
                    <a:gd name="connsiteX5-859" fmla="*/ 365409 w 2849936"/>
                    <a:gd name="connsiteY5-860" fmla="*/ 784795 h 996874"/>
                    <a:gd name="connsiteX6-861" fmla="*/ 535636 w 2849936"/>
                    <a:gd name="connsiteY6-862" fmla="*/ 176216 h 996874"/>
                    <a:gd name="connsiteX7-863" fmla="*/ 2636002 w 2849936"/>
                    <a:gd name="connsiteY7-864" fmla="*/ 168542 h 996874"/>
                    <a:gd name="connsiteX8-865" fmla="*/ 2470871 w 2849936"/>
                    <a:gd name="connsiteY8-866" fmla="*/ 41650 h 996874"/>
                    <a:gd name="connsiteX0-867" fmla="*/ 2425325 w 2804390"/>
                    <a:gd name="connsiteY0-868" fmla="*/ 41650 h 996874"/>
                    <a:gd name="connsiteX1-869" fmla="*/ 308298 w 2804390"/>
                    <a:gd name="connsiteY1-870" fmla="*/ 79913 h 996874"/>
                    <a:gd name="connsiteX2-871" fmla="*/ 254641 w 2804390"/>
                    <a:gd name="connsiteY2-872" fmla="*/ 902037 h 996874"/>
                    <a:gd name="connsiteX3-873" fmla="*/ 2607927 w 2804390"/>
                    <a:gd name="connsiteY3-874" fmla="*/ 972425 h 996874"/>
                    <a:gd name="connsiteX4-875" fmla="*/ 2499828 w 2804390"/>
                    <a:gd name="connsiteY4-876" fmla="*/ 840309 h 996874"/>
                    <a:gd name="connsiteX5-877" fmla="*/ 319863 w 2804390"/>
                    <a:gd name="connsiteY5-878" fmla="*/ 784795 h 996874"/>
                    <a:gd name="connsiteX6-879" fmla="*/ 490090 w 2804390"/>
                    <a:gd name="connsiteY6-880" fmla="*/ 176216 h 996874"/>
                    <a:gd name="connsiteX7-881" fmla="*/ 2590456 w 2804390"/>
                    <a:gd name="connsiteY7-882" fmla="*/ 168542 h 996874"/>
                    <a:gd name="connsiteX8-883" fmla="*/ 2425325 w 2804390"/>
                    <a:gd name="connsiteY8-884" fmla="*/ 41650 h 996874"/>
                    <a:gd name="connsiteX0-885" fmla="*/ 2425325 w 2842949"/>
                    <a:gd name="connsiteY0-886" fmla="*/ 41650 h 996874"/>
                    <a:gd name="connsiteX1-887" fmla="*/ 308298 w 2842949"/>
                    <a:gd name="connsiteY1-888" fmla="*/ 79913 h 996874"/>
                    <a:gd name="connsiteX2-889" fmla="*/ 254641 w 2842949"/>
                    <a:gd name="connsiteY2-890" fmla="*/ 902037 h 996874"/>
                    <a:gd name="connsiteX3-891" fmla="*/ 2607927 w 2842949"/>
                    <a:gd name="connsiteY3-892" fmla="*/ 972425 h 996874"/>
                    <a:gd name="connsiteX4-893" fmla="*/ 2499828 w 2842949"/>
                    <a:gd name="connsiteY4-894" fmla="*/ 840309 h 996874"/>
                    <a:gd name="connsiteX5-895" fmla="*/ 312628 w 2842949"/>
                    <a:gd name="connsiteY5-896" fmla="*/ 817552 h 996874"/>
                    <a:gd name="connsiteX6-897" fmla="*/ 490090 w 2842949"/>
                    <a:gd name="connsiteY6-898" fmla="*/ 176216 h 996874"/>
                    <a:gd name="connsiteX7-899" fmla="*/ 2590456 w 2842949"/>
                    <a:gd name="connsiteY7-900" fmla="*/ 168542 h 996874"/>
                    <a:gd name="connsiteX8-901" fmla="*/ 2425325 w 2842949"/>
                    <a:gd name="connsiteY8-902" fmla="*/ 41650 h 996874"/>
                    <a:gd name="connsiteX0-903" fmla="*/ 2425325 w 2842949"/>
                    <a:gd name="connsiteY0-904" fmla="*/ 41650 h 996874"/>
                    <a:gd name="connsiteX1-905" fmla="*/ 308298 w 2842949"/>
                    <a:gd name="connsiteY1-906" fmla="*/ 79913 h 996874"/>
                    <a:gd name="connsiteX2-907" fmla="*/ 254641 w 2842949"/>
                    <a:gd name="connsiteY2-908" fmla="*/ 902037 h 996874"/>
                    <a:gd name="connsiteX3-909" fmla="*/ 2607927 w 2842949"/>
                    <a:gd name="connsiteY3-910" fmla="*/ 972425 h 996874"/>
                    <a:gd name="connsiteX4-911" fmla="*/ 2499828 w 2842949"/>
                    <a:gd name="connsiteY4-912" fmla="*/ 840309 h 996874"/>
                    <a:gd name="connsiteX5-913" fmla="*/ 312628 w 2842949"/>
                    <a:gd name="connsiteY5-914" fmla="*/ 817552 h 996874"/>
                    <a:gd name="connsiteX6-915" fmla="*/ 490090 w 2842949"/>
                    <a:gd name="connsiteY6-916" fmla="*/ 176216 h 996874"/>
                    <a:gd name="connsiteX7-917" fmla="*/ 2590456 w 2842949"/>
                    <a:gd name="connsiteY7-918" fmla="*/ 168542 h 996874"/>
                    <a:gd name="connsiteX8-919" fmla="*/ 2425325 w 2842949"/>
                    <a:gd name="connsiteY8-920" fmla="*/ 41650 h 996874"/>
                    <a:gd name="connsiteX0-921" fmla="*/ 2425325 w 2842949"/>
                    <a:gd name="connsiteY0-922" fmla="*/ 41650 h 996874"/>
                    <a:gd name="connsiteX1-923" fmla="*/ 308298 w 2842949"/>
                    <a:gd name="connsiteY1-924" fmla="*/ 79913 h 996874"/>
                    <a:gd name="connsiteX2-925" fmla="*/ 254641 w 2842949"/>
                    <a:gd name="connsiteY2-926" fmla="*/ 902037 h 996874"/>
                    <a:gd name="connsiteX3-927" fmla="*/ 2607927 w 2842949"/>
                    <a:gd name="connsiteY3-928" fmla="*/ 972425 h 996874"/>
                    <a:gd name="connsiteX4-929" fmla="*/ 2499828 w 2842949"/>
                    <a:gd name="connsiteY4-930" fmla="*/ 840309 h 996874"/>
                    <a:gd name="connsiteX5-931" fmla="*/ 312628 w 2842949"/>
                    <a:gd name="connsiteY5-932" fmla="*/ 817552 h 996874"/>
                    <a:gd name="connsiteX6-933" fmla="*/ 490090 w 2842949"/>
                    <a:gd name="connsiteY6-934" fmla="*/ 176216 h 996874"/>
                    <a:gd name="connsiteX7-935" fmla="*/ 2590456 w 2842949"/>
                    <a:gd name="connsiteY7-936" fmla="*/ 168542 h 996874"/>
                    <a:gd name="connsiteX8-937" fmla="*/ 2425325 w 2842949"/>
                    <a:gd name="connsiteY8-938" fmla="*/ 41650 h 996874"/>
                    <a:gd name="connsiteX0-939" fmla="*/ 2425325 w 2842949"/>
                    <a:gd name="connsiteY0-940" fmla="*/ 41650 h 996874"/>
                    <a:gd name="connsiteX1-941" fmla="*/ 308298 w 2842949"/>
                    <a:gd name="connsiteY1-942" fmla="*/ 79913 h 996874"/>
                    <a:gd name="connsiteX2-943" fmla="*/ 254641 w 2842949"/>
                    <a:gd name="connsiteY2-944" fmla="*/ 902037 h 996874"/>
                    <a:gd name="connsiteX3-945" fmla="*/ 2607927 w 2842949"/>
                    <a:gd name="connsiteY3-946" fmla="*/ 972425 h 996874"/>
                    <a:gd name="connsiteX4-947" fmla="*/ 2499828 w 2842949"/>
                    <a:gd name="connsiteY4-948" fmla="*/ 840309 h 996874"/>
                    <a:gd name="connsiteX5-949" fmla="*/ 312628 w 2842949"/>
                    <a:gd name="connsiteY5-950" fmla="*/ 817552 h 996874"/>
                    <a:gd name="connsiteX6-951" fmla="*/ 490090 w 2842949"/>
                    <a:gd name="connsiteY6-952" fmla="*/ 176216 h 996874"/>
                    <a:gd name="connsiteX7-953" fmla="*/ 2590456 w 2842949"/>
                    <a:gd name="connsiteY7-954" fmla="*/ 168542 h 996874"/>
                    <a:gd name="connsiteX8-955" fmla="*/ 2425325 w 2842949"/>
                    <a:gd name="connsiteY8-956" fmla="*/ 41650 h 99687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45" y="connsiteY8-146"/>
                    </a:cxn>
                  </a:cxnLst>
                  <a:rect l="l" t="t" r="r" b="b"/>
                  <a:pathLst>
                    <a:path w="2842949" h="996874">
                      <a:moveTo>
                        <a:pt x="2425325" y="41650"/>
                      </a:moveTo>
                      <a:cubicBezTo>
                        <a:pt x="2044965" y="26879"/>
                        <a:pt x="670079" y="-63485"/>
                        <a:pt x="308298" y="79913"/>
                      </a:cubicBezTo>
                      <a:cubicBezTo>
                        <a:pt x="-53483" y="223311"/>
                        <a:pt x="-128631" y="753285"/>
                        <a:pt x="254641" y="902037"/>
                      </a:cubicBezTo>
                      <a:cubicBezTo>
                        <a:pt x="637913" y="1050789"/>
                        <a:pt x="2233729" y="982713"/>
                        <a:pt x="2607927" y="972425"/>
                      </a:cubicBezTo>
                      <a:cubicBezTo>
                        <a:pt x="2982125" y="962137"/>
                        <a:pt x="2882378" y="866121"/>
                        <a:pt x="2499828" y="840309"/>
                      </a:cubicBezTo>
                      <a:cubicBezTo>
                        <a:pt x="2117278" y="814497"/>
                        <a:pt x="484603" y="874273"/>
                        <a:pt x="312628" y="817552"/>
                      </a:cubicBezTo>
                      <a:cubicBezTo>
                        <a:pt x="140653" y="760831"/>
                        <a:pt x="111658" y="278925"/>
                        <a:pt x="490090" y="176216"/>
                      </a:cubicBezTo>
                      <a:cubicBezTo>
                        <a:pt x="887880" y="93558"/>
                        <a:pt x="2267917" y="190970"/>
                        <a:pt x="2590456" y="168542"/>
                      </a:cubicBezTo>
                      <a:cubicBezTo>
                        <a:pt x="2912995" y="146114"/>
                        <a:pt x="2805685" y="56421"/>
                        <a:pt x="2425325" y="4165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 cap="rnd">
                  <a:solidFill>
                    <a:srgbClr val="00579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6" name="Freeform 43"/>
              <p:cNvSpPr/>
              <p:nvPr/>
            </p:nvSpPr>
            <p:spPr bwMode="auto">
              <a:xfrm>
                <a:off x="5047645" y="2892970"/>
                <a:ext cx="187860" cy="346008"/>
              </a:xfrm>
              <a:custGeom>
                <a:avLst/>
                <a:gdLst>
                  <a:gd name="T0" fmla="*/ 0 w 152"/>
                  <a:gd name="T1" fmla="*/ 202 h 202"/>
                  <a:gd name="T2" fmla="*/ 76 w 152"/>
                  <a:gd name="T3" fmla="*/ 145 h 202"/>
                  <a:gd name="T4" fmla="*/ 152 w 152"/>
                  <a:gd name="T5" fmla="*/ 202 h 202"/>
                  <a:gd name="T6" fmla="*/ 152 w 152"/>
                  <a:gd name="T7" fmla="*/ 0 h 202"/>
                  <a:gd name="T8" fmla="*/ 0 w 152"/>
                  <a:gd name="T9" fmla="*/ 0 h 202"/>
                  <a:gd name="T10" fmla="*/ 0 w 152"/>
                  <a:gd name="T11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2" h="202">
                    <a:moveTo>
                      <a:pt x="0" y="202"/>
                    </a:moveTo>
                    <a:lnTo>
                      <a:pt x="76" y="145"/>
                    </a:lnTo>
                    <a:lnTo>
                      <a:pt x="152" y="202"/>
                    </a:lnTo>
                    <a:lnTo>
                      <a:pt x="152" y="0"/>
                    </a:lnTo>
                    <a:lnTo>
                      <a:pt x="0" y="0"/>
                    </a:lnTo>
                    <a:lnTo>
                      <a:pt x="0" y="2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5790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任意多边形 66"/>
              <p:cNvSpPr/>
              <p:nvPr/>
            </p:nvSpPr>
            <p:spPr>
              <a:xfrm>
                <a:off x="4925575" y="2891780"/>
                <a:ext cx="432000" cy="2381"/>
              </a:xfrm>
              <a:custGeom>
                <a:avLst/>
                <a:gdLst>
                  <a:gd name="connsiteX0" fmla="*/ 0 w 333375"/>
                  <a:gd name="connsiteY0" fmla="*/ 0 h 2381"/>
                  <a:gd name="connsiteX1" fmla="*/ 333375 w 333375"/>
                  <a:gd name="connsiteY1" fmla="*/ 2381 h 2381"/>
                  <a:gd name="connsiteX2" fmla="*/ 333375 w 333375"/>
                  <a:gd name="connsiteY2" fmla="*/ 2381 h 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375" h="2381">
                    <a:moveTo>
                      <a:pt x="0" y="0"/>
                    </a:moveTo>
                    <a:lnTo>
                      <a:pt x="333375" y="2381"/>
                    </a:lnTo>
                    <a:lnTo>
                      <a:pt x="333375" y="2381"/>
                    </a:lnTo>
                  </a:path>
                </a:pathLst>
              </a:custGeom>
              <a:noFill/>
              <a:ln w="1905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4" name="文本框 73"/>
          <p:cNvSpPr txBox="1"/>
          <p:nvPr/>
        </p:nvSpPr>
        <p:spPr>
          <a:xfrm>
            <a:off x="6664960" y="1295400"/>
            <a:ext cx="292925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游戏标签词云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游戏类型词云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游戏价格分布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价格区间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游戏发布趋势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游戏平台分布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游戏评价分布</a:t>
            </a:r>
          </a:p>
        </p:txBody>
      </p:sp>
      <p:sp>
        <p:nvSpPr>
          <p:cNvPr id="219" name="Freeform 30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6146214" y="477238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75" name="Freeform 30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6146214" y="540103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76" name="Freeform 30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6146214" y="157198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77" name="Freeform 30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6146214" y="218285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78" name="Freeform 30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6146214" y="283309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79" name="Freeform 30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6146214" y="342872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80" name="Freeform 3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6146214" y="407134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8930" y="770890"/>
            <a:ext cx="11483975" cy="55899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8930" y="228600"/>
            <a:ext cx="26492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游戏标签词云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0845" y="843915"/>
            <a:ext cx="11407140" cy="55765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19405" y="321945"/>
            <a:ext cx="23844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游戏类型词云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3225" y="1249680"/>
            <a:ext cx="11297285" cy="45605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2580" y="504190"/>
            <a:ext cx="26593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游戏价格分布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5755" y="1610995"/>
            <a:ext cx="11359515" cy="42976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8155" y="473710"/>
            <a:ext cx="17653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价格区间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6390" y="1239520"/>
            <a:ext cx="11396980" cy="50057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4975" y="400685"/>
            <a:ext cx="258826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游戏发布趋势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15845" y="789940"/>
            <a:ext cx="7240905" cy="55219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5135" y="666750"/>
            <a:ext cx="24765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游戏平台分布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52195" y="1104900"/>
            <a:ext cx="7861935" cy="51600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56065" y="1656080"/>
            <a:ext cx="1465580" cy="3931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7854" y="582930"/>
            <a:ext cx="364241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总体和近期评价分布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42"/>
          <p:cNvGrpSpPr/>
          <p:nvPr/>
        </p:nvGrpSpPr>
        <p:grpSpPr>
          <a:xfrm rot="5400000">
            <a:off x="1585252" y="580954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4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7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8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9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0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1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2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3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4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5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6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7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8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9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0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1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2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3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4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5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6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7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50" name="Freeform 59"/>
          <p:cNvSpPr>
            <a:spLocks noEditPoints="1"/>
          </p:cNvSpPr>
          <p:nvPr/>
        </p:nvSpPr>
        <p:spPr bwMode="auto">
          <a:xfrm rot="10800000" flipV="1">
            <a:off x="1851891" y="1266798"/>
            <a:ext cx="3249103" cy="60959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51" name="TextBox 29"/>
          <p:cNvSpPr txBox="1"/>
          <p:nvPr/>
        </p:nvSpPr>
        <p:spPr>
          <a:xfrm>
            <a:off x="2299335" y="640715"/>
            <a:ext cx="2623820" cy="594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4</a:t>
            </a:r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.技术亮点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565910" y="1468120"/>
            <a:ext cx="7838440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使用了</a:t>
            </a: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词云图、折线图、柱状图、饼图等多种图标进行可视化，类型丰富，表现力强。</a:t>
            </a: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使用了</a:t>
            </a:r>
            <a:r>
              <a:rPr lang="en-US" altLang="zh-CN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tab</a:t>
            </a: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组件和</a:t>
            </a:r>
            <a:r>
              <a:rPr lang="en-US" altLang="zh-CN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page</a:t>
            </a: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组件，页面操作进行可视化方便。</a:t>
            </a: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对一个方向的数据分析，使用了多种图标可视化，从多角度全方位地分析了</a:t>
            </a:r>
            <a:r>
              <a:rPr lang="en-US" altLang="zh-CN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steam</a:t>
            </a:r>
            <a:r>
              <a:rPr lang="zh-CN" altLang="en-US" sz="28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展现的游戏市场和用户游戏趋势。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42"/>
          <p:cNvGrpSpPr/>
          <p:nvPr/>
        </p:nvGrpSpPr>
        <p:grpSpPr>
          <a:xfrm rot="5400000">
            <a:off x="1585252" y="580954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4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7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8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9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0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1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2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3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4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5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6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7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8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9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0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1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2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3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4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5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6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7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50" name="Freeform 59"/>
          <p:cNvSpPr>
            <a:spLocks noEditPoints="1"/>
          </p:cNvSpPr>
          <p:nvPr/>
        </p:nvSpPr>
        <p:spPr bwMode="auto">
          <a:xfrm rot="10800000" flipV="1">
            <a:off x="1851891" y="1266798"/>
            <a:ext cx="3249103" cy="60959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51" name="TextBox 29"/>
          <p:cNvSpPr txBox="1"/>
          <p:nvPr/>
        </p:nvSpPr>
        <p:spPr>
          <a:xfrm>
            <a:off x="2299335" y="640715"/>
            <a:ext cx="2623820" cy="594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5</a:t>
            </a:r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.开发过程</a:t>
            </a:r>
          </a:p>
        </p:txBody>
      </p:sp>
      <p:sp>
        <p:nvSpPr>
          <p:cNvPr id="52" name="任意多边形 51"/>
          <p:cNvSpPr/>
          <p:nvPr/>
        </p:nvSpPr>
        <p:spPr>
          <a:xfrm>
            <a:off x="356442" y="2500823"/>
            <a:ext cx="11068362" cy="3098181"/>
          </a:xfrm>
          <a:custGeom>
            <a:avLst/>
            <a:gdLst>
              <a:gd name="connsiteX0" fmla="*/ 30480 w 11744960"/>
              <a:gd name="connsiteY0" fmla="*/ 2865120 h 3291840"/>
              <a:gd name="connsiteX1" fmla="*/ 11744960 w 11744960"/>
              <a:gd name="connsiteY1" fmla="*/ 0 h 3291840"/>
              <a:gd name="connsiteX2" fmla="*/ 0 w 11744960"/>
              <a:gd name="connsiteY2" fmla="*/ 3291840 h 3291840"/>
              <a:gd name="connsiteX3" fmla="*/ 30480 w 11744960"/>
              <a:gd name="connsiteY3" fmla="*/ 2865120 h 3291840"/>
              <a:gd name="connsiteX0-1" fmla="*/ 1481529 w 13196010"/>
              <a:gd name="connsiteY0-2" fmla="*/ 2866676 h 3516971"/>
              <a:gd name="connsiteX1-3" fmla="*/ 13196009 w 13196010"/>
              <a:gd name="connsiteY1-4" fmla="*/ 1556 h 3516971"/>
              <a:gd name="connsiteX2-5" fmla="*/ 1451049 w 13196010"/>
              <a:gd name="connsiteY2-6" fmla="*/ 3293396 h 3516971"/>
              <a:gd name="connsiteX3-7" fmla="*/ 1481529 w 13196010"/>
              <a:gd name="connsiteY3-8" fmla="*/ 2866676 h 3516971"/>
              <a:gd name="connsiteX0-9" fmla="*/ 903124 w 12617605"/>
              <a:gd name="connsiteY0-10" fmla="*/ 2866418 h 3438918"/>
              <a:gd name="connsiteX1-11" fmla="*/ 12617604 w 12617605"/>
              <a:gd name="connsiteY1-12" fmla="*/ 1298 h 3438918"/>
              <a:gd name="connsiteX2-13" fmla="*/ 872644 w 12617605"/>
              <a:gd name="connsiteY2-14" fmla="*/ 3293138 h 3438918"/>
              <a:gd name="connsiteX3-15" fmla="*/ 903124 w 12617605"/>
              <a:gd name="connsiteY3-16" fmla="*/ 2866418 h 3438918"/>
              <a:gd name="connsiteX0-17" fmla="*/ 903124 w 13248889"/>
              <a:gd name="connsiteY0-18" fmla="*/ 3059588 h 3632088"/>
              <a:gd name="connsiteX1-19" fmla="*/ 12617604 w 13248889"/>
              <a:gd name="connsiteY1-20" fmla="*/ 194468 h 3632088"/>
              <a:gd name="connsiteX2-21" fmla="*/ 872644 w 13248889"/>
              <a:gd name="connsiteY2-22" fmla="*/ 3486308 h 3632088"/>
              <a:gd name="connsiteX3-23" fmla="*/ 903124 w 13248889"/>
              <a:gd name="connsiteY3-24" fmla="*/ 3059588 h 3632088"/>
              <a:gd name="connsiteX0-25" fmla="*/ 903124 w 12617631"/>
              <a:gd name="connsiteY0-26" fmla="*/ 2866806 h 3439306"/>
              <a:gd name="connsiteX1-27" fmla="*/ 12617604 w 12617631"/>
              <a:gd name="connsiteY1-28" fmla="*/ 1686 h 3439306"/>
              <a:gd name="connsiteX2-29" fmla="*/ 872644 w 12617631"/>
              <a:gd name="connsiteY2-30" fmla="*/ 3293526 h 3439306"/>
              <a:gd name="connsiteX3-31" fmla="*/ 903124 w 12617631"/>
              <a:gd name="connsiteY3-32" fmla="*/ 2866806 h 3439306"/>
              <a:gd name="connsiteX0-33" fmla="*/ 903124 w 12617625"/>
              <a:gd name="connsiteY0-34" fmla="*/ 2866806 h 3439306"/>
              <a:gd name="connsiteX1-35" fmla="*/ 12617604 w 12617625"/>
              <a:gd name="connsiteY1-36" fmla="*/ 1686 h 3439306"/>
              <a:gd name="connsiteX2-37" fmla="*/ 872644 w 12617625"/>
              <a:gd name="connsiteY2-38" fmla="*/ 3293526 h 3439306"/>
              <a:gd name="connsiteX3-39" fmla="*/ 903124 w 12617625"/>
              <a:gd name="connsiteY3-40" fmla="*/ 2866806 h 3439306"/>
              <a:gd name="connsiteX0-41" fmla="*/ 63551 w 11778049"/>
              <a:gd name="connsiteY0-42" fmla="*/ 2866806 h 3295390"/>
              <a:gd name="connsiteX1-43" fmla="*/ 11778031 w 11778049"/>
              <a:gd name="connsiteY1-44" fmla="*/ 1686 h 3295390"/>
              <a:gd name="connsiteX2-45" fmla="*/ 33071 w 11778049"/>
              <a:gd name="connsiteY2-46" fmla="*/ 3293526 h 3295390"/>
              <a:gd name="connsiteX3-47" fmla="*/ 63551 w 11778049"/>
              <a:gd name="connsiteY3-48" fmla="*/ 2866806 h 3295390"/>
              <a:gd name="connsiteX0-49" fmla="*/ 68657 w 11783155"/>
              <a:gd name="connsiteY0-50" fmla="*/ 2866806 h 3295390"/>
              <a:gd name="connsiteX1-51" fmla="*/ 11783137 w 11783155"/>
              <a:gd name="connsiteY1-52" fmla="*/ 1686 h 3295390"/>
              <a:gd name="connsiteX2-53" fmla="*/ 38177 w 11783155"/>
              <a:gd name="connsiteY2-54" fmla="*/ 3293526 h 3295390"/>
              <a:gd name="connsiteX3-55" fmla="*/ 68657 w 11783155"/>
              <a:gd name="connsiteY3-56" fmla="*/ 2866806 h 3295390"/>
              <a:gd name="connsiteX0-57" fmla="*/ 50147 w 11764645"/>
              <a:gd name="connsiteY0-58" fmla="*/ 2866806 h 3295767"/>
              <a:gd name="connsiteX1-59" fmla="*/ 11764627 w 11764645"/>
              <a:gd name="connsiteY1-60" fmla="*/ 1686 h 3295767"/>
              <a:gd name="connsiteX2-61" fmla="*/ 19667 w 11764645"/>
              <a:gd name="connsiteY2-62" fmla="*/ 3293526 h 3295767"/>
              <a:gd name="connsiteX3-63" fmla="*/ 50147 w 11764645"/>
              <a:gd name="connsiteY3-64" fmla="*/ 2866806 h 3295767"/>
              <a:gd name="connsiteX0-65" fmla="*/ 59875 w 11774373"/>
              <a:gd name="connsiteY0-66" fmla="*/ 2866806 h 3294284"/>
              <a:gd name="connsiteX1-67" fmla="*/ 11774355 w 11774373"/>
              <a:gd name="connsiteY1-68" fmla="*/ 1686 h 3294284"/>
              <a:gd name="connsiteX2-69" fmla="*/ 29395 w 11774373"/>
              <a:gd name="connsiteY2-70" fmla="*/ 3293526 h 3294284"/>
              <a:gd name="connsiteX3-71" fmla="*/ 59875 w 11774373"/>
              <a:gd name="connsiteY3-72" fmla="*/ 2866806 h 3294284"/>
              <a:gd name="connsiteX0-73" fmla="*/ 54349 w 11768847"/>
              <a:gd name="connsiteY0-74" fmla="*/ 2866778 h 3294256"/>
              <a:gd name="connsiteX1-75" fmla="*/ 11768829 w 11768847"/>
              <a:gd name="connsiteY1-76" fmla="*/ 1658 h 3294256"/>
              <a:gd name="connsiteX2-77" fmla="*/ 23869 w 11768847"/>
              <a:gd name="connsiteY2-78" fmla="*/ 3293498 h 3294256"/>
              <a:gd name="connsiteX3-79" fmla="*/ 54349 w 11768847"/>
              <a:gd name="connsiteY3-80" fmla="*/ 2866778 h 32942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768847" h="3294256">
                <a:moveTo>
                  <a:pt x="54349" y="2866778"/>
                </a:moveTo>
                <a:cubicBezTo>
                  <a:pt x="111740" y="2854586"/>
                  <a:pt x="11751896" y="-79622"/>
                  <a:pt x="11768829" y="1658"/>
                </a:cubicBezTo>
                <a:cubicBezTo>
                  <a:pt x="11785762" y="82938"/>
                  <a:pt x="65639" y="3351319"/>
                  <a:pt x="23869" y="3293498"/>
                </a:cubicBezTo>
                <a:cubicBezTo>
                  <a:pt x="-17901" y="3235677"/>
                  <a:pt x="-3042" y="2878970"/>
                  <a:pt x="54349" y="2866778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005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53" name="椭圆 31"/>
          <p:cNvSpPr/>
          <p:nvPr/>
        </p:nvSpPr>
        <p:spPr>
          <a:xfrm rot="16516285">
            <a:off x="1929061" y="4080438"/>
            <a:ext cx="1402622" cy="1380534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solidFill>
            <a:schemeClr val="bg1"/>
          </a:solidFill>
          <a:ln w="25400" cap="rnd">
            <a:solidFill>
              <a:srgbClr val="005790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54" name="椭圆 31"/>
          <p:cNvSpPr/>
          <p:nvPr/>
        </p:nvSpPr>
        <p:spPr>
          <a:xfrm rot="16516285">
            <a:off x="4173382" y="3748453"/>
            <a:ext cx="1107240" cy="108980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solidFill>
            <a:schemeClr val="bg1"/>
          </a:solidFill>
          <a:ln w="25400" cap="rnd">
            <a:solidFill>
              <a:srgbClr val="005790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55" name="椭圆 31"/>
          <p:cNvSpPr/>
          <p:nvPr/>
        </p:nvSpPr>
        <p:spPr>
          <a:xfrm rot="16516285">
            <a:off x="8361952" y="2769798"/>
            <a:ext cx="949870" cy="934912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solidFill>
            <a:schemeClr val="bg1"/>
          </a:solidFill>
          <a:ln w="25400" cap="rnd">
            <a:solidFill>
              <a:srgbClr val="005790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56" name="椭圆 31"/>
          <p:cNvSpPr/>
          <p:nvPr/>
        </p:nvSpPr>
        <p:spPr>
          <a:xfrm rot="16516285">
            <a:off x="6244370" y="3206131"/>
            <a:ext cx="1094195" cy="107696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60725"/>
              <a:gd name="connsiteY0-334" fmla="*/ 72480 h 661405"/>
              <a:gd name="connsiteX1-335" fmla="*/ 412151 w 660725"/>
              <a:gd name="connsiteY1-336" fmla="*/ 13616 h 661405"/>
              <a:gd name="connsiteX2-337" fmla="*/ 659670 w 660725"/>
              <a:gd name="connsiteY2-338" fmla="*/ 344882 h 661405"/>
              <a:gd name="connsiteX3-339" fmla="*/ 331423 w 660725"/>
              <a:gd name="connsiteY3-340" fmla="*/ 661405 h 661405"/>
              <a:gd name="connsiteX4-341" fmla="*/ 3176 w 660725"/>
              <a:gd name="connsiteY4-342" fmla="*/ 344882 h 661405"/>
              <a:gd name="connsiteX5-343" fmla="*/ 62645 w 660725"/>
              <a:gd name="connsiteY5-344" fmla="*/ 141966 h 661405"/>
              <a:gd name="connsiteX0-345" fmla="*/ 128078 w 660413"/>
              <a:gd name="connsiteY0-346" fmla="*/ 74800 h 663725"/>
              <a:gd name="connsiteX1-347" fmla="*/ 412151 w 660413"/>
              <a:gd name="connsiteY1-348" fmla="*/ 15936 h 663725"/>
              <a:gd name="connsiteX2-349" fmla="*/ 659670 w 660413"/>
              <a:gd name="connsiteY2-350" fmla="*/ 347202 h 663725"/>
              <a:gd name="connsiteX3-351" fmla="*/ 331423 w 660413"/>
              <a:gd name="connsiteY3-352" fmla="*/ 663725 h 663725"/>
              <a:gd name="connsiteX4-353" fmla="*/ 3176 w 660413"/>
              <a:gd name="connsiteY4-354" fmla="*/ 347202 h 663725"/>
              <a:gd name="connsiteX5-355" fmla="*/ 62645 w 660413"/>
              <a:gd name="connsiteY5-356" fmla="*/ 144286 h 663725"/>
              <a:gd name="connsiteX0-357" fmla="*/ 128078 w 661046"/>
              <a:gd name="connsiteY0-358" fmla="*/ 74800 h 663725"/>
              <a:gd name="connsiteX1-359" fmla="*/ 412151 w 661046"/>
              <a:gd name="connsiteY1-360" fmla="*/ 15936 h 663725"/>
              <a:gd name="connsiteX2-361" fmla="*/ 659670 w 661046"/>
              <a:gd name="connsiteY2-362" fmla="*/ 347202 h 663725"/>
              <a:gd name="connsiteX3-363" fmla="*/ 331423 w 661046"/>
              <a:gd name="connsiteY3-364" fmla="*/ 663725 h 663725"/>
              <a:gd name="connsiteX4-365" fmla="*/ 3176 w 661046"/>
              <a:gd name="connsiteY4-366" fmla="*/ 347202 h 663725"/>
              <a:gd name="connsiteX5-367" fmla="*/ 62645 w 661046"/>
              <a:gd name="connsiteY5-368" fmla="*/ 144286 h 663725"/>
              <a:gd name="connsiteX0-369" fmla="*/ 128078 w 660377"/>
              <a:gd name="connsiteY0-370" fmla="*/ 74800 h 663725"/>
              <a:gd name="connsiteX1-371" fmla="*/ 412151 w 660377"/>
              <a:gd name="connsiteY1-372" fmla="*/ 15936 h 663725"/>
              <a:gd name="connsiteX2-373" fmla="*/ 659670 w 660377"/>
              <a:gd name="connsiteY2-374" fmla="*/ 347202 h 663725"/>
              <a:gd name="connsiteX3-375" fmla="*/ 331423 w 660377"/>
              <a:gd name="connsiteY3-376" fmla="*/ 663725 h 663725"/>
              <a:gd name="connsiteX4-377" fmla="*/ 3176 w 660377"/>
              <a:gd name="connsiteY4-378" fmla="*/ 347202 h 663725"/>
              <a:gd name="connsiteX5-379" fmla="*/ 62645 w 660377"/>
              <a:gd name="connsiteY5-380" fmla="*/ 144286 h 663725"/>
              <a:gd name="connsiteX0-381" fmla="*/ 128078 w 660377"/>
              <a:gd name="connsiteY0-382" fmla="*/ 74800 h 665975"/>
              <a:gd name="connsiteX1-383" fmla="*/ 412151 w 660377"/>
              <a:gd name="connsiteY1-384" fmla="*/ 15936 h 665975"/>
              <a:gd name="connsiteX2-385" fmla="*/ 659670 w 660377"/>
              <a:gd name="connsiteY2-386" fmla="*/ 347202 h 665975"/>
              <a:gd name="connsiteX3-387" fmla="*/ 331423 w 660377"/>
              <a:gd name="connsiteY3-388" fmla="*/ 663725 h 665975"/>
              <a:gd name="connsiteX4-389" fmla="*/ 3176 w 660377"/>
              <a:gd name="connsiteY4-390" fmla="*/ 347202 h 665975"/>
              <a:gd name="connsiteX5-391" fmla="*/ 62645 w 660377"/>
              <a:gd name="connsiteY5-392" fmla="*/ 144286 h 665975"/>
              <a:gd name="connsiteX0-393" fmla="*/ 128078 w 660377"/>
              <a:gd name="connsiteY0-394" fmla="*/ 74800 h 665975"/>
              <a:gd name="connsiteX1-395" fmla="*/ 412151 w 660377"/>
              <a:gd name="connsiteY1-396" fmla="*/ 15936 h 665975"/>
              <a:gd name="connsiteX2-397" fmla="*/ 659670 w 660377"/>
              <a:gd name="connsiteY2-398" fmla="*/ 347202 h 665975"/>
              <a:gd name="connsiteX3-399" fmla="*/ 331423 w 660377"/>
              <a:gd name="connsiteY3-400" fmla="*/ 663725 h 665975"/>
              <a:gd name="connsiteX4-401" fmla="*/ 3176 w 660377"/>
              <a:gd name="connsiteY4-402" fmla="*/ 347202 h 665975"/>
              <a:gd name="connsiteX5-403" fmla="*/ 62645 w 660377"/>
              <a:gd name="connsiteY5-404" fmla="*/ 144286 h 665975"/>
              <a:gd name="connsiteX0-405" fmla="*/ 128078 w 660377"/>
              <a:gd name="connsiteY0-406" fmla="*/ 74800 h 665975"/>
              <a:gd name="connsiteX1-407" fmla="*/ 412151 w 660377"/>
              <a:gd name="connsiteY1-408" fmla="*/ 15936 h 665975"/>
              <a:gd name="connsiteX2-409" fmla="*/ 659670 w 660377"/>
              <a:gd name="connsiteY2-410" fmla="*/ 347202 h 665975"/>
              <a:gd name="connsiteX3-411" fmla="*/ 331423 w 660377"/>
              <a:gd name="connsiteY3-412" fmla="*/ 663725 h 665975"/>
              <a:gd name="connsiteX4-413" fmla="*/ 3176 w 660377"/>
              <a:gd name="connsiteY4-414" fmla="*/ 347202 h 665975"/>
              <a:gd name="connsiteX5-415" fmla="*/ 62645 w 660377"/>
              <a:gd name="connsiteY5-416" fmla="*/ 144286 h 665975"/>
              <a:gd name="connsiteX0-417" fmla="*/ 124921 w 657220"/>
              <a:gd name="connsiteY0-418" fmla="*/ 74800 h 665975"/>
              <a:gd name="connsiteX1-419" fmla="*/ 408994 w 657220"/>
              <a:gd name="connsiteY1-420" fmla="*/ 15936 h 665975"/>
              <a:gd name="connsiteX2-421" fmla="*/ 656513 w 657220"/>
              <a:gd name="connsiteY2-422" fmla="*/ 347202 h 665975"/>
              <a:gd name="connsiteX3-423" fmla="*/ 328266 w 657220"/>
              <a:gd name="connsiteY3-424" fmla="*/ 663725 h 665975"/>
              <a:gd name="connsiteX4-425" fmla="*/ 19 w 657220"/>
              <a:gd name="connsiteY4-426" fmla="*/ 347202 h 665975"/>
              <a:gd name="connsiteX5-427" fmla="*/ 59488 w 657220"/>
              <a:gd name="connsiteY5-428" fmla="*/ 144286 h 665975"/>
              <a:gd name="connsiteX0-429" fmla="*/ 123845 w 656144"/>
              <a:gd name="connsiteY0-430" fmla="*/ 74800 h 664772"/>
              <a:gd name="connsiteX1-431" fmla="*/ 407918 w 656144"/>
              <a:gd name="connsiteY1-432" fmla="*/ 15936 h 664772"/>
              <a:gd name="connsiteX2-433" fmla="*/ 655437 w 656144"/>
              <a:gd name="connsiteY2-434" fmla="*/ 347202 h 664772"/>
              <a:gd name="connsiteX3-435" fmla="*/ 327190 w 656144"/>
              <a:gd name="connsiteY3-436" fmla="*/ 663725 h 664772"/>
              <a:gd name="connsiteX4-437" fmla="*/ 18 w 656144"/>
              <a:gd name="connsiteY4-438" fmla="*/ 398071 h 664772"/>
              <a:gd name="connsiteX5-439" fmla="*/ 58412 w 656144"/>
              <a:gd name="connsiteY5-440" fmla="*/ 144286 h 664772"/>
              <a:gd name="connsiteX0-441" fmla="*/ 130112 w 662411"/>
              <a:gd name="connsiteY0-442" fmla="*/ 74800 h 664160"/>
              <a:gd name="connsiteX1-443" fmla="*/ 414185 w 662411"/>
              <a:gd name="connsiteY1-444" fmla="*/ 15936 h 664160"/>
              <a:gd name="connsiteX2-445" fmla="*/ 661704 w 662411"/>
              <a:gd name="connsiteY2-446" fmla="*/ 347202 h 664160"/>
              <a:gd name="connsiteX3-447" fmla="*/ 333457 w 662411"/>
              <a:gd name="connsiteY3-448" fmla="*/ 663725 h 664160"/>
              <a:gd name="connsiteX4-449" fmla="*/ 6285 w 662411"/>
              <a:gd name="connsiteY4-450" fmla="*/ 398071 h 664160"/>
              <a:gd name="connsiteX5-451" fmla="*/ 64679 w 662411"/>
              <a:gd name="connsiteY5-452" fmla="*/ 144286 h 664160"/>
              <a:gd name="connsiteX0-453" fmla="*/ 129367 w 661666"/>
              <a:gd name="connsiteY0-454" fmla="*/ 74800 h 664160"/>
              <a:gd name="connsiteX1-455" fmla="*/ 413440 w 661666"/>
              <a:gd name="connsiteY1-456" fmla="*/ 15936 h 664160"/>
              <a:gd name="connsiteX2-457" fmla="*/ 660959 w 661666"/>
              <a:gd name="connsiteY2-458" fmla="*/ 347202 h 664160"/>
              <a:gd name="connsiteX3-459" fmla="*/ 332712 w 661666"/>
              <a:gd name="connsiteY3-460" fmla="*/ 663725 h 664160"/>
              <a:gd name="connsiteX4-461" fmla="*/ 5540 w 661666"/>
              <a:gd name="connsiteY4-462" fmla="*/ 398071 h 664160"/>
              <a:gd name="connsiteX5-463" fmla="*/ 63934 w 661666"/>
              <a:gd name="connsiteY5-464" fmla="*/ 144286 h 664160"/>
              <a:gd name="connsiteX0-465" fmla="*/ 129367 w 661666"/>
              <a:gd name="connsiteY0-466" fmla="*/ 80209 h 669569"/>
              <a:gd name="connsiteX1-467" fmla="*/ 413440 w 661666"/>
              <a:gd name="connsiteY1-468" fmla="*/ 21345 h 669569"/>
              <a:gd name="connsiteX2-469" fmla="*/ 660959 w 661666"/>
              <a:gd name="connsiteY2-470" fmla="*/ 352611 h 669569"/>
              <a:gd name="connsiteX3-471" fmla="*/ 332712 w 661666"/>
              <a:gd name="connsiteY3-472" fmla="*/ 669134 h 669569"/>
              <a:gd name="connsiteX4-473" fmla="*/ 5540 w 661666"/>
              <a:gd name="connsiteY4-474" fmla="*/ 403480 h 669569"/>
              <a:gd name="connsiteX5-475" fmla="*/ 63934 w 661666"/>
              <a:gd name="connsiteY5-476" fmla="*/ 149695 h 669569"/>
              <a:gd name="connsiteX0-477" fmla="*/ 129367 w 661610"/>
              <a:gd name="connsiteY0-478" fmla="*/ 73946 h 663306"/>
              <a:gd name="connsiteX1-479" fmla="*/ 413440 w 661610"/>
              <a:gd name="connsiteY1-480" fmla="*/ 15082 h 663306"/>
              <a:gd name="connsiteX2-481" fmla="*/ 660959 w 661610"/>
              <a:gd name="connsiteY2-482" fmla="*/ 346348 h 663306"/>
              <a:gd name="connsiteX3-483" fmla="*/ 332712 w 661610"/>
              <a:gd name="connsiteY3-484" fmla="*/ 662871 h 663306"/>
              <a:gd name="connsiteX4-485" fmla="*/ 5540 w 661610"/>
              <a:gd name="connsiteY4-486" fmla="*/ 397217 h 663306"/>
              <a:gd name="connsiteX5-487" fmla="*/ 63934 w 661610"/>
              <a:gd name="connsiteY5-488" fmla="*/ 143432 h 663306"/>
              <a:gd name="connsiteX0-489" fmla="*/ 129367 w 661610"/>
              <a:gd name="connsiteY0-490" fmla="*/ 73946 h 663002"/>
              <a:gd name="connsiteX1-491" fmla="*/ 413440 w 661610"/>
              <a:gd name="connsiteY1-492" fmla="*/ 15082 h 663002"/>
              <a:gd name="connsiteX2-493" fmla="*/ 660959 w 661610"/>
              <a:gd name="connsiteY2-494" fmla="*/ 346348 h 663002"/>
              <a:gd name="connsiteX3-495" fmla="*/ 332712 w 661610"/>
              <a:gd name="connsiteY3-496" fmla="*/ 662871 h 663002"/>
              <a:gd name="connsiteX4-497" fmla="*/ 5540 w 661610"/>
              <a:gd name="connsiteY4-498" fmla="*/ 397217 h 663002"/>
              <a:gd name="connsiteX5-499" fmla="*/ 63934 w 661610"/>
              <a:gd name="connsiteY5-500" fmla="*/ 143432 h 663002"/>
              <a:gd name="connsiteX0-501" fmla="*/ 128722 w 660965"/>
              <a:gd name="connsiteY0-502" fmla="*/ 73946 h 662974"/>
              <a:gd name="connsiteX1-503" fmla="*/ 412795 w 660965"/>
              <a:gd name="connsiteY1-504" fmla="*/ 15082 h 662974"/>
              <a:gd name="connsiteX2-505" fmla="*/ 660314 w 660965"/>
              <a:gd name="connsiteY2-506" fmla="*/ 346348 h 662974"/>
              <a:gd name="connsiteX3-507" fmla="*/ 332067 w 660965"/>
              <a:gd name="connsiteY3-508" fmla="*/ 662871 h 662974"/>
              <a:gd name="connsiteX4-509" fmla="*/ 4895 w 660965"/>
              <a:gd name="connsiteY4-510" fmla="*/ 397217 h 662974"/>
              <a:gd name="connsiteX5-511" fmla="*/ 63289 w 660965"/>
              <a:gd name="connsiteY5-512" fmla="*/ 143432 h 662974"/>
              <a:gd name="connsiteX0-513" fmla="*/ 134807 w 667050"/>
              <a:gd name="connsiteY0-514" fmla="*/ 73946 h 663445"/>
              <a:gd name="connsiteX1-515" fmla="*/ 418880 w 667050"/>
              <a:gd name="connsiteY1-516" fmla="*/ 15082 h 663445"/>
              <a:gd name="connsiteX2-517" fmla="*/ 666399 w 667050"/>
              <a:gd name="connsiteY2-518" fmla="*/ 346348 h 663445"/>
              <a:gd name="connsiteX3-519" fmla="*/ 338152 w 667050"/>
              <a:gd name="connsiteY3-520" fmla="*/ 662871 h 663445"/>
              <a:gd name="connsiteX4-521" fmla="*/ 4328 w 667050"/>
              <a:gd name="connsiteY4-522" fmla="*/ 409979 h 663445"/>
              <a:gd name="connsiteX5-523" fmla="*/ 69374 w 667050"/>
              <a:gd name="connsiteY5-524" fmla="*/ 143432 h 663445"/>
              <a:gd name="connsiteX0-525" fmla="*/ 134807 w 667050"/>
              <a:gd name="connsiteY0-526" fmla="*/ 73946 h 663275"/>
              <a:gd name="connsiteX1-527" fmla="*/ 418880 w 667050"/>
              <a:gd name="connsiteY1-528" fmla="*/ 15082 h 663275"/>
              <a:gd name="connsiteX2-529" fmla="*/ 666399 w 667050"/>
              <a:gd name="connsiteY2-530" fmla="*/ 346348 h 663275"/>
              <a:gd name="connsiteX3-531" fmla="*/ 338152 w 667050"/>
              <a:gd name="connsiteY3-532" fmla="*/ 662871 h 663275"/>
              <a:gd name="connsiteX4-533" fmla="*/ 4328 w 667050"/>
              <a:gd name="connsiteY4-534" fmla="*/ 409979 h 663275"/>
              <a:gd name="connsiteX5-535" fmla="*/ 69374 w 667050"/>
              <a:gd name="connsiteY5-536" fmla="*/ 143432 h 663275"/>
              <a:gd name="connsiteX0-537" fmla="*/ 134807 w 667050"/>
              <a:gd name="connsiteY0-538" fmla="*/ 71108 h 660437"/>
              <a:gd name="connsiteX1-539" fmla="*/ 418880 w 667050"/>
              <a:gd name="connsiteY1-540" fmla="*/ 12244 h 660437"/>
              <a:gd name="connsiteX2-541" fmla="*/ 666399 w 667050"/>
              <a:gd name="connsiteY2-542" fmla="*/ 343510 h 660437"/>
              <a:gd name="connsiteX3-543" fmla="*/ 338152 w 667050"/>
              <a:gd name="connsiteY3-544" fmla="*/ 660033 h 660437"/>
              <a:gd name="connsiteX4-545" fmla="*/ 4328 w 667050"/>
              <a:gd name="connsiteY4-546" fmla="*/ 407141 h 660437"/>
              <a:gd name="connsiteX5-547" fmla="*/ 69374 w 667050"/>
              <a:gd name="connsiteY5-548" fmla="*/ 140594 h 660437"/>
              <a:gd name="connsiteX0-549" fmla="*/ 134241 w 666484"/>
              <a:gd name="connsiteY0-550" fmla="*/ 71108 h 660437"/>
              <a:gd name="connsiteX1-551" fmla="*/ 418314 w 666484"/>
              <a:gd name="connsiteY1-552" fmla="*/ 12244 h 660437"/>
              <a:gd name="connsiteX2-553" fmla="*/ 665833 w 666484"/>
              <a:gd name="connsiteY2-554" fmla="*/ 343510 h 660437"/>
              <a:gd name="connsiteX3-555" fmla="*/ 337586 w 666484"/>
              <a:gd name="connsiteY3-556" fmla="*/ 660033 h 660437"/>
              <a:gd name="connsiteX4-557" fmla="*/ 3762 w 666484"/>
              <a:gd name="connsiteY4-558" fmla="*/ 407141 h 660437"/>
              <a:gd name="connsiteX5-559" fmla="*/ 68808 w 666484"/>
              <a:gd name="connsiteY5-560" fmla="*/ 140594 h 660437"/>
              <a:gd name="connsiteX0-561" fmla="*/ 145785 w 678028"/>
              <a:gd name="connsiteY0-562" fmla="*/ 71108 h 660356"/>
              <a:gd name="connsiteX1-563" fmla="*/ 429858 w 678028"/>
              <a:gd name="connsiteY1-564" fmla="*/ 12244 h 660356"/>
              <a:gd name="connsiteX2-565" fmla="*/ 677377 w 678028"/>
              <a:gd name="connsiteY2-566" fmla="*/ 343510 h 660356"/>
              <a:gd name="connsiteX3-567" fmla="*/ 349130 w 678028"/>
              <a:gd name="connsiteY3-568" fmla="*/ 660033 h 660356"/>
              <a:gd name="connsiteX4-569" fmla="*/ 15306 w 678028"/>
              <a:gd name="connsiteY4-570" fmla="*/ 407141 h 660356"/>
              <a:gd name="connsiteX5-571" fmla="*/ 73195 w 678028"/>
              <a:gd name="connsiteY5-572" fmla="*/ 129067 h 660356"/>
              <a:gd name="connsiteX0-573" fmla="*/ 138817 w 671060"/>
              <a:gd name="connsiteY0-574" fmla="*/ 71108 h 660492"/>
              <a:gd name="connsiteX1-575" fmla="*/ 422890 w 671060"/>
              <a:gd name="connsiteY1-576" fmla="*/ 12244 h 660492"/>
              <a:gd name="connsiteX2-577" fmla="*/ 670409 w 671060"/>
              <a:gd name="connsiteY2-578" fmla="*/ 343510 h 660492"/>
              <a:gd name="connsiteX3-579" fmla="*/ 342162 w 671060"/>
              <a:gd name="connsiteY3-580" fmla="*/ 660033 h 660492"/>
              <a:gd name="connsiteX4-581" fmla="*/ 8338 w 671060"/>
              <a:gd name="connsiteY4-582" fmla="*/ 407141 h 660492"/>
              <a:gd name="connsiteX5-583" fmla="*/ 66227 w 671060"/>
              <a:gd name="connsiteY5-584" fmla="*/ 129067 h 6604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91" y="connsiteY5-92"/>
              </a:cxn>
            </a:cxnLst>
            <a:rect l="l" t="t" r="r" b="b"/>
            <a:pathLst>
              <a:path w="671060" h="660492">
                <a:moveTo>
                  <a:pt x="138817" y="71108"/>
                </a:moveTo>
                <a:cubicBezTo>
                  <a:pt x="173687" y="12893"/>
                  <a:pt x="350467" y="-19045"/>
                  <a:pt x="422890" y="12244"/>
                </a:cubicBezTo>
                <a:cubicBezTo>
                  <a:pt x="495313" y="43533"/>
                  <a:pt x="683512" y="122573"/>
                  <a:pt x="670409" y="343510"/>
                </a:cubicBezTo>
                <a:cubicBezTo>
                  <a:pt x="657306" y="564447"/>
                  <a:pt x="521351" y="651231"/>
                  <a:pt x="342162" y="660033"/>
                </a:cubicBezTo>
                <a:cubicBezTo>
                  <a:pt x="162973" y="668835"/>
                  <a:pt x="37003" y="550047"/>
                  <a:pt x="8338" y="407141"/>
                </a:cubicBezTo>
                <a:cubicBezTo>
                  <a:pt x="-20327" y="264235"/>
                  <a:pt x="31351" y="168273"/>
                  <a:pt x="66227" y="129067"/>
                </a:cubicBezTo>
              </a:path>
            </a:pathLst>
          </a:custGeom>
          <a:solidFill>
            <a:schemeClr val="bg1"/>
          </a:solidFill>
          <a:ln w="25400" cap="rnd">
            <a:solidFill>
              <a:srgbClr val="005790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424732" y="3992875"/>
            <a:ext cx="565027" cy="597388"/>
            <a:chOff x="5181601" y="2120900"/>
            <a:chExt cx="665163" cy="703263"/>
          </a:xfrm>
          <a:solidFill>
            <a:srgbClr val="005790"/>
          </a:solidFill>
        </p:grpSpPr>
        <p:sp>
          <p:nvSpPr>
            <p:cNvPr id="58" name="Freeform 540"/>
            <p:cNvSpPr/>
            <p:nvPr/>
          </p:nvSpPr>
          <p:spPr bwMode="auto">
            <a:xfrm>
              <a:off x="5226051" y="2433638"/>
              <a:ext cx="6350" cy="44450"/>
            </a:xfrm>
            <a:custGeom>
              <a:avLst/>
              <a:gdLst/>
              <a:ahLst/>
              <a:cxnLst>
                <a:cxn ang="0">
                  <a:pos x="11" y="47"/>
                </a:cxn>
                <a:cxn ang="0">
                  <a:pos x="11" y="47"/>
                </a:cxn>
                <a:cxn ang="0">
                  <a:pos x="11" y="36"/>
                </a:cxn>
                <a:cxn ang="0">
                  <a:pos x="11" y="26"/>
                </a:cxn>
                <a:cxn ang="0">
                  <a:pos x="11" y="4"/>
                </a:cxn>
                <a:cxn ang="0">
                  <a:pos x="11" y="4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1" y="40"/>
                </a:cxn>
                <a:cxn ang="0">
                  <a:pos x="1" y="40"/>
                </a:cxn>
                <a:cxn ang="0">
                  <a:pos x="3" y="60"/>
                </a:cxn>
                <a:cxn ang="0">
                  <a:pos x="3" y="70"/>
                </a:cxn>
                <a:cxn ang="0">
                  <a:pos x="2" y="74"/>
                </a:cxn>
                <a:cxn ang="0">
                  <a:pos x="1" y="79"/>
                </a:cxn>
                <a:cxn ang="0">
                  <a:pos x="1" y="79"/>
                </a:cxn>
                <a:cxn ang="0">
                  <a:pos x="0" y="81"/>
                </a:cxn>
                <a:cxn ang="0">
                  <a:pos x="1" y="82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8" y="84"/>
                </a:cxn>
                <a:cxn ang="0">
                  <a:pos x="10" y="83"/>
                </a:cxn>
                <a:cxn ang="0">
                  <a:pos x="11" y="81"/>
                </a:cxn>
                <a:cxn ang="0">
                  <a:pos x="11" y="81"/>
                </a:cxn>
                <a:cxn ang="0">
                  <a:pos x="13" y="73"/>
                </a:cxn>
                <a:cxn ang="0">
                  <a:pos x="13" y="64"/>
                </a:cxn>
                <a:cxn ang="0">
                  <a:pos x="11" y="47"/>
                </a:cxn>
                <a:cxn ang="0">
                  <a:pos x="11" y="47"/>
                </a:cxn>
              </a:cxnLst>
              <a:rect l="0" t="0" r="r" b="b"/>
              <a:pathLst>
                <a:path w="13" h="84">
                  <a:moveTo>
                    <a:pt x="11" y="47"/>
                  </a:moveTo>
                  <a:lnTo>
                    <a:pt x="11" y="47"/>
                  </a:lnTo>
                  <a:lnTo>
                    <a:pt x="11" y="36"/>
                  </a:lnTo>
                  <a:lnTo>
                    <a:pt x="11" y="26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3" y="60"/>
                  </a:lnTo>
                  <a:lnTo>
                    <a:pt x="3" y="70"/>
                  </a:lnTo>
                  <a:lnTo>
                    <a:pt x="2" y="74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1" y="82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8" y="84"/>
                  </a:lnTo>
                  <a:lnTo>
                    <a:pt x="10" y="83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13" y="73"/>
                  </a:lnTo>
                  <a:lnTo>
                    <a:pt x="13" y="64"/>
                  </a:lnTo>
                  <a:lnTo>
                    <a:pt x="11" y="47"/>
                  </a:lnTo>
                  <a:lnTo>
                    <a:pt x="11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59" name="Freeform 541"/>
            <p:cNvSpPr/>
            <p:nvPr/>
          </p:nvSpPr>
          <p:spPr bwMode="auto">
            <a:xfrm>
              <a:off x="5240338" y="2468563"/>
              <a:ext cx="12700" cy="46038"/>
            </a:xfrm>
            <a:custGeom>
              <a:avLst/>
              <a:gdLst/>
              <a:ahLst/>
              <a:cxnLst>
                <a:cxn ang="0">
                  <a:pos x="23" y="76"/>
                </a:cxn>
                <a:cxn ang="0">
                  <a:pos x="23" y="76"/>
                </a:cxn>
                <a:cxn ang="0">
                  <a:pos x="19" y="73"/>
                </a:cxn>
                <a:cxn ang="0">
                  <a:pos x="15" y="70"/>
                </a:cxn>
                <a:cxn ang="0">
                  <a:pos x="13" y="66"/>
                </a:cxn>
                <a:cxn ang="0">
                  <a:pos x="11" y="62"/>
                </a:cxn>
                <a:cxn ang="0">
                  <a:pos x="10" y="58"/>
                </a:cxn>
                <a:cxn ang="0">
                  <a:pos x="10" y="54"/>
                </a:cxn>
                <a:cxn ang="0">
                  <a:pos x="10" y="43"/>
                </a:cxn>
                <a:cxn ang="0">
                  <a:pos x="11" y="34"/>
                </a:cxn>
                <a:cxn ang="0">
                  <a:pos x="13" y="24"/>
                </a:cxn>
                <a:cxn ang="0">
                  <a:pos x="15" y="13"/>
                </a:cxn>
                <a:cxn ang="0">
                  <a:pos x="16" y="5"/>
                </a:cxn>
                <a:cxn ang="0">
                  <a:pos x="16" y="5"/>
                </a:cxn>
                <a:cxn ang="0">
                  <a:pos x="16" y="3"/>
                </a:cxn>
                <a:cxn ang="0">
                  <a:pos x="15" y="1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1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  <a:cxn ang="0">
                  <a:pos x="5" y="15"/>
                </a:cxn>
                <a:cxn ang="0">
                  <a:pos x="3" y="26"/>
                </a:cxn>
                <a:cxn ang="0">
                  <a:pos x="1" y="37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3" y="69"/>
                </a:cxn>
                <a:cxn ang="0">
                  <a:pos x="5" y="73"/>
                </a:cxn>
                <a:cxn ang="0">
                  <a:pos x="9" y="77"/>
                </a:cxn>
                <a:cxn ang="0">
                  <a:pos x="13" y="81"/>
                </a:cxn>
                <a:cxn ang="0">
                  <a:pos x="18" y="85"/>
                </a:cxn>
                <a:cxn ang="0">
                  <a:pos x="18" y="85"/>
                </a:cxn>
                <a:cxn ang="0">
                  <a:pos x="20" y="86"/>
                </a:cxn>
                <a:cxn ang="0">
                  <a:pos x="22" y="86"/>
                </a:cxn>
                <a:cxn ang="0">
                  <a:pos x="23" y="85"/>
                </a:cxn>
                <a:cxn ang="0">
                  <a:pos x="24" y="82"/>
                </a:cxn>
                <a:cxn ang="0">
                  <a:pos x="25" y="81"/>
                </a:cxn>
                <a:cxn ang="0">
                  <a:pos x="25" y="79"/>
                </a:cxn>
                <a:cxn ang="0">
                  <a:pos x="24" y="77"/>
                </a:cxn>
                <a:cxn ang="0">
                  <a:pos x="23" y="76"/>
                </a:cxn>
                <a:cxn ang="0">
                  <a:pos x="23" y="76"/>
                </a:cxn>
              </a:cxnLst>
              <a:rect l="0" t="0" r="r" b="b"/>
              <a:pathLst>
                <a:path w="25" h="86">
                  <a:moveTo>
                    <a:pt x="23" y="76"/>
                  </a:moveTo>
                  <a:lnTo>
                    <a:pt x="23" y="76"/>
                  </a:lnTo>
                  <a:lnTo>
                    <a:pt x="19" y="73"/>
                  </a:lnTo>
                  <a:lnTo>
                    <a:pt x="15" y="70"/>
                  </a:lnTo>
                  <a:lnTo>
                    <a:pt x="13" y="66"/>
                  </a:lnTo>
                  <a:lnTo>
                    <a:pt x="11" y="62"/>
                  </a:lnTo>
                  <a:lnTo>
                    <a:pt x="10" y="58"/>
                  </a:lnTo>
                  <a:lnTo>
                    <a:pt x="10" y="54"/>
                  </a:lnTo>
                  <a:lnTo>
                    <a:pt x="10" y="43"/>
                  </a:lnTo>
                  <a:lnTo>
                    <a:pt x="11" y="34"/>
                  </a:lnTo>
                  <a:lnTo>
                    <a:pt x="13" y="24"/>
                  </a:lnTo>
                  <a:lnTo>
                    <a:pt x="15" y="13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3"/>
                  </a:lnTo>
                  <a:lnTo>
                    <a:pt x="15" y="1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10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15"/>
                  </a:lnTo>
                  <a:lnTo>
                    <a:pt x="3" y="26"/>
                  </a:lnTo>
                  <a:lnTo>
                    <a:pt x="1" y="37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4"/>
                  </a:lnTo>
                  <a:lnTo>
                    <a:pt x="3" y="69"/>
                  </a:lnTo>
                  <a:lnTo>
                    <a:pt x="5" y="73"/>
                  </a:lnTo>
                  <a:lnTo>
                    <a:pt x="9" y="77"/>
                  </a:lnTo>
                  <a:lnTo>
                    <a:pt x="13" y="81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6"/>
                  </a:lnTo>
                  <a:lnTo>
                    <a:pt x="22" y="86"/>
                  </a:lnTo>
                  <a:lnTo>
                    <a:pt x="23" y="85"/>
                  </a:lnTo>
                  <a:lnTo>
                    <a:pt x="24" y="82"/>
                  </a:lnTo>
                  <a:lnTo>
                    <a:pt x="25" y="81"/>
                  </a:lnTo>
                  <a:lnTo>
                    <a:pt x="25" y="79"/>
                  </a:lnTo>
                  <a:lnTo>
                    <a:pt x="24" y="77"/>
                  </a:lnTo>
                  <a:lnTo>
                    <a:pt x="23" y="76"/>
                  </a:lnTo>
                  <a:lnTo>
                    <a:pt x="23" y="7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0" name="Freeform 542"/>
            <p:cNvSpPr/>
            <p:nvPr/>
          </p:nvSpPr>
          <p:spPr bwMode="auto">
            <a:xfrm>
              <a:off x="5275263" y="2498725"/>
              <a:ext cx="6350" cy="460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1" y="82"/>
                </a:cxn>
                <a:cxn ang="0">
                  <a:pos x="2" y="84"/>
                </a:cxn>
                <a:cxn ang="0">
                  <a:pos x="3" y="84"/>
                </a:cxn>
                <a:cxn ang="0">
                  <a:pos x="6" y="85"/>
                </a:cxn>
                <a:cxn ang="0">
                  <a:pos x="8" y="84"/>
                </a:cxn>
                <a:cxn ang="0">
                  <a:pos x="9" y="84"/>
                </a:cxn>
                <a:cxn ang="0">
                  <a:pos x="10" y="82"/>
                </a:cxn>
                <a:cxn ang="0">
                  <a:pos x="11" y="80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1" h="85">
                  <a:moveTo>
                    <a:pt x="0" y="5"/>
                  </a:moveTo>
                  <a:lnTo>
                    <a:pt x="0" y="80"/>
                  </a:lnTo>
                  <a:lnTo>
                    <a:pt x="0" y="80"/>
                  </a:lnTo>
                  <a:lnTo>
                    <a:pt x="1" y="82"/>
                  </a:lnTo>
                  <a:lnTo>
                    <a:pt x="2" y="84"/>
                  </a:lnTo>
                  <a:lnTo>
                    <a:pt x="3" y="84"/>
                  </a:lnTo>
                  <a:lnTo>
                    <a:pt x="6" y="85"/>
                  </a:lnTo>
                  <a:lnTo>
                    <a:pt x="8" y="84"/>
                  </a:lnTo>
                  <a:lnTo>
                    <a:pt x="9" y="84"/>
                  </a:lnTo>
                  <a:lnTo>
                    <a:pt x="10" y="82"/>
                  </a:lnTo>
                  <a:lnTo>
                    <a:pt x="11" y="8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1" name="Freeform 543"/>
            <p:cNvSpPr/>
            <p:nvPr/>
          </p:nvSpPr>
          <p:spPr bwMode="auto">
            <a:xfrm>
              <a:off x="5294313" y="2532063"/>
              <a:ext cx="6350" cy="317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17"/>
                </a:cxn>
                <a:cxn ang="0">
                  <a:pos x="3" y="31"/>
                </a:cxn>
                <a:cxn ang="0">
                  <a:pos x="4" y="43"/>
                </a:cxn>
                <a:cxn ang="0">
                  <a:pos x="5" y="56"/>
                </a:cxn>
                <a:cxn ang="0">
                  <a:pos x="5" y="56"/>
                </a:cxn>
                <a:cxn ang="0">
                  <a:pos x="6" y="58"/>
                </a:cxn>
                <a:cxn ang="0">
                  <a:pos x="7" y="60"/>
                </a:cxn>
                <a:cxn ang="0">
                  <a:pos x="8" y="61"/>
                </a:cxn>
                <a:cxn ang="0">
                  <a:pos x="10" y="61"/>
                </a:cxn>
                <a:cxn ang="0">
                  <a:pos x="11" y="61"/>
                </a:cxn>
                <a:cxn ang="0">
                  <a:pos x="13" y="60"/>
                </a:cxn>
                <a:cxn ang="0">
                  <a:pos x="14" y="58"/>
                </a:cxn>
                <a:cxn ang="0">
                  <a:pos x="14" y="56"/>
                </a:cxn>
                <a:cxn ang="0">
                  <a:pos x="14" y="56"/>
                </a:cxn>
                <a:cxn ang="0">
                  <a:pos x="13" y="43"/>
                </a:cxn>
                <a:cxn ang="0">
                  <a:pos x="12" y="31"/>
                </a:cxn>
                <a:cxn ang="0">
                  <a:pos x="10" y="1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61">
                  <a:moveTo>
                    <a:pt x="10" y="4"/>
                  </a:moveTo>
                  <a:lnTo>
                    <a:pt x="10" y="4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7"/>
                  </a:lnTo>
                  <a:lnTo>
                    <a:pt x="3" y="31"/>
                  </a:lnTo>
                  <a:lnTo>
                    <a:pt x="4" y="4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6" y="58"/>
                  </a:lnTo>
                  <a:lnTo>
                    <a:pt x="7" y="60"/>
                  </a:lnTo>
                  <a:lnTo>
                    <a:pt x="8" y="61"/>
                  </a:lnTo>
                  <a:lnTo>
                    <a:pt x="10" y="61"/>
                  </a:lnTo>
                  <a:lnTo>
                    <a:pt x="11" y="61"/>
                  </a:lnTo>
                  <a:lnTo>
                    <a:pt x="13" y="60"/>
                  </a:lnTo>
                  <a:lnTo>
                    <a:pt x="14" y="58"/>
                  </a:lnTo>
                  <a:lnTo>
                    <a:pt x="14" y="56"/>
                  </a:lnTo>
                  <a:lnTo>
                    <a:pt x="14" y="56"/>
                  </a:lnTo>
                  <a:lnTo>
                    <a:pt x="13" y="43"/>
                  </a:lnTo>
                  <a:lnTo>
                    <a:pt x="12" y="31"/>
                  </a:lnTo>
                  <a:lnTo>
                    <a:pt x="10" y="1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2" name="Freeform 544"/>
            <p:cNvSpPr/>
            <p:nvPr/>
          </p:nvSpPr>
          <p:spPr bwMode="auto">
            <a:xfrm>
              <a:off x="5324476" y="2552700"/>
              <a:ext cx="4763" cy="3492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5"/>
                </a:cxn>
                <a:cxn ang="0">
                  <a:pos x="4" y="66"/>
                </a:cxn>
                <a:cxn ang="0">
                  <a:pos x="6" y="65"/>
                </a:cxn>
                <a:cxn ang="0">
                  <a:pos x="8" y="65"/>
                </a:cxn>
                <a:cxn ang="0">
                  <a:pos x="9" y="63"/>
                </a:cxn>
                <a:cxn ang="0">
                  <a:pos x="10" y="61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10" h="66">
                  <a:moveTo>
                    <a:pt x="0" y="4"/>
                  </a:moveTo>
                  <a:lnTo>
                    <a:pt x="0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5"/>
                  </a:lnTo>
                  <a:lnTo>
                    <a:pt x="4" y="66"/>
                  </a:lnTo>
                  <a:lnTo>
                    <a:pt x="6" y="65"/>
                  </a:lnTo>
                  <a:lnTo>
                    <a:pt x="8" y="65"/>
                  </a:lnTo>
                  <a:lnTo>
                    <a:pt x="9" y="63"/>
                  </a:lnTo>
                  <a:lnTo>
                    <a:pt x="10" y="61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3" name="Freeform 545"/>
            <p:cNvSpPr/>
            <p:nvPr/>
          </p:nvSpPr>
          <p:spPr bwMode="auto">
            <a:xfrm>
              <a:off x="5348288" y="2576513"/>
              <a:ext cx="7938" cy="42863"/>
            </a:xfrm>
            <a:custGeom>
              <a:avLst/>
              <a:gdLst/>
              <a:ahLst/>
              <a:cxnLst>
                <a:cxn ang="0">
                  <a:pos x="14" y="75"/>
                </a:cxn>
                <a:cxn ang="0">
                  <a:pos x="14" y="75"/>
                </a:cxn>
                <a:cxn ang="0">
                  <a:pos x="12" y="66"/>
                </a:cxn>
                <a:cxn ang="0">
                  <a:pos x="12" y="58"/>
                </a:cxn>
                <a:cxn ang="0">
                  <a:pos x="12" y="51"/>
                </a:cxn>
                <a:cxn ang="0">
                  <a:pos x="11" y="43"/>
                </a:cxn>
                <a:cxn ang="0">
                  <a:pos x="11" y="43"/>
                </a:cxn>
                <a:cxn ang="0">
                  <a:pos x="10" y="33"/>
                </a:cxn>
                <a:cxn ang="0">
                  <a:pos x="9" y="24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3"/>
                </a:cxn>
                <a:cxn ang="0">
                  <a:pos x="0" y="33"/>
                </a:cxn>
                <a:cxn ang="0">
                  <a:pos x="1" y="38"/>
                </a:cxn>
                <a:cxn ang="0">
                  <a:pos x="2" y="42"/>
                </a:cxn>
                <a:cxn ang="0">
                  <a:pos x="2" y="42"/>
                </a:cxn>
                <a:cxn ang="0">
                  <a:pos x="3" y="46"/>
                </a:cxn>
                <a:cxn ang="0">
                  <a:pos x="3" y="50"/>
                </a:cxn>
                <a:cxn ang="0">
                  <a:pos x="3" y="59"/>
                </a:cxn>
                <a:cxn ang="0">
                  <a:pos x="4" y="69"/>
                </a:cxn>
                <a:cxn ang="0">
                  <a:pos x="4" y="73"/>
                </a:cxn>
                <a:cxn ang="0">
                  <a:pos x="5" y="77"/>
                </a:cxn>
                <a:cxn ang="0">
                  <a:pos x="5" y="77"/>
                </a:cxn>
                <a:cxn ang="0">
                  <a:pos x="6" y="79"/>
                </a:cxn>
                <a:cxn ang="0">
                  <a:pos x="8" y="80"/>
                </a:cxn>
                <a:cxn ang="0">
                  <a:pos x="11" y="80"/>
                </a:cxn>
                <a:cxn ang="0">
                  <a:pos x="13" y="79"/>
                </a:cxn>
                <a:cxn ang="0">
                  <a:pos x="14" y="78"/>
                </a:cxn>
                <a:cxn ang="0">
                  <a:pos x="14" y="77"/>
                </a:cxn>
                <a:cxn ang="0">
                  <a:pos x="14" y="75"/>
                </a:cxn>
                <a:cxn ang="0">
                  <a:pos x="14" y="75"/>
                </a:cxn>
              </a:cxnLst>
              <a:rect l="0" t="0" r="r" b="b"/>
              <a:pathLst>
                <a:path w="14" h="80">
                  <a:moveTo>
                    <a:pt x="14" y="75"/>
                  </a:moveTo>
                  <a:lnTo>
                    <a:pt x="14" y="75"/>
                  </a:lnTo>
                  <a:lnTo>
                    <a:pt x="12" y="66"/>
                  </a:lnTo>
                  <a:lnTo>
                    <a:pt x="12" y="58"/>
                  </a:lnTo>
                  <a:lnTo>
                    <a:pt x="12" y="51"/>
                  </a:lnTo>
                  <a:lnTo>
                    <a:pt x="11" y="43"/>
                  </a:lnTo>
                  <a:lnTo>
                    <a:pt x="11" y="43"/>
                  </a:lnTo>
                  <a:lnTo>
                    <a:pt x="10" y="33"/>
                  </a:lnTo>
                  <a:lnTo>
                    <a:pt x="9" y="2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3"/>
                  </a:lnTo>
                  <a:lnTo>
                    <a:pt x="0" y="33"/>
                  </a:lnTo>
                  <a:lnTo>
                    <a:pt x="1" y="38"/>
                  </a:lnTo>
                  <a:lnTo>
                    <a:pt x="2" y="42"/>
                  </a:lnTo>
                  <a:lnTo>
                    <a:pt x="2" y="42"/>
                  </a:lnTo>
                  <a:lnTo>
                    <a:pt x="3" y="46"/>
                  </a:lnTo>
                  <a:lnTo>
                    <a:pt x="3" y="50"/>
                  </a:lnTo>
                  <a:lnTo>
                    <a:pt x="3" y="59"/>
                  </a:lnTo>
                  <a:lnTo>
                    <a:pt x="4" y="69"/>
                  </a:lnTo>
                  <a:lnTo>
                    <a:pt x="4" y="73"/>
                  </a:lnTo>
                  <a:lnTo>
                    <a:pt x="5" y="77"/>
                  </a:lnTo>
                  <a:lnTo>
                    <a:pt x="5" y="77"/>
                  </a:lnTo>
                  <a:lnTo>
                    <a:pt x="6" y="79"/>
                  </a:lnTo>
                  <a:lnTo>
                    <a:pt x="8" y="80"/>
                  </a:lnTo>
                  <a:lnTo>
                    <a:pt x="11" y="80"/>
                  </a:lnTo>
                  <a:lnTo>
                    <a:pt x="13" y="79"/>
                  </a:lnTo>
                  <a:lnTo>
                    <a:pt x="14" y="78"/>
                  </a:lnTo>
                  <a:lnTo>
                    <a:pt x="14" y="77"/>
                  </a:lnTo>
                  <a:lnTo>
                    <a:pt x="14" y="75"/>
                  </a:lnTo>
                  <a:lnTo>
                    <a:pt x="14" y="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4" name="Freeform 546"/>
            <p:cNvSpPr/>
            <p:nvPr/>
          </p:nvSpPr>
          <p:spPr bwMode="auto">
            <a:xfrm>
              <a:off x="5380038" y="2606675"/>
              <a:ext cx="11113" cy="34925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12"/>
                </a:cxn>
                <a:cxn ang="0">
                  <a:pos x="2" y="19"/>
                </a:cxn>
                <a:cxn ang="0">
                  <a:pos x="6" y="33"/>
                </a:cxn>
                <a:cxn ang="0">
                  <a:pos x="11" y="47"/>
                </a:cxn>
                <a:cxn ang="0">
                  <a:pos x="13" y="54"/>
                </a:cxn>
                <a:cxn ang="0">
                  <a:pos x="13" y="61"/>
                </a:cxn>
                <a:cxn ang="0">
                  <a:pos x="13" y="61"/>
                </a:cxn>
                <a:cxn ang="0">
                  <a:pos x="14" y="63"/>
                </a:cxn>
                <a:cxn ang="0">
                  <a:pos x="15" y="65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20" y="65"/>
                </a:cxn>
                <a:cxn ang="0">
                  <a:pos x="21" y="65"/>
                </a:cxn>
                <a:cxn ang="0">
                  <a:pos x="22" y="63"/>
                </a:cxn>
                <a:cxn ang="0">
                  <a:pos x="23" y="61"/>
                </a:cxn>
                <a:cxn ang="0">
                  <a:pos x="23" y="61"/>
                </a:cxn>
                <a:cxn ang="0">
                  <a:pos x="22" y="54"/>
                </a:cxn>
                <a:cxn ang="0">
                  <a:pos x="20" y="47"/>
                </a:cxn>
                <a:cxn ang="0">
                  <a:pos x="16" y="33"/>
                </a:cxn>
                <a:cxn ang="0">
                  <a:pos x="11" y="19"/>
                </a:cxn>
                <a:cxn ang="0">
                  <a:pos x="9" y="12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23" h="66">
                  <a:moveTo>
                    <a:pt x="9" y="4"/>
                  </a:move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2"/>
                  </a:lnTo>
                  <a:lnTo>
                    <a:pt x="2" y="19"/>
                  </a:lnTo>
                  <a:lnTo>
                    <a:pt x="6" y="33"/>
                  </a:lnTo>
                  <a:lnTo>
                    <a:pt x="11" y="47"/>
                  </a:lnTo>
                  <a:lnTo>
                    <a:pt x="13" y="54"/>
                  </a:lnTo>
                  <a:lnTo>
                    <a:pt x="13" y="61"/>
                  </a:lnTo>
                  <a:lnTo>
                    <a:pt x="13" y="61"/>
                  </a:lnTo>
                  <a:lnTo>
                    <a:pt x="14" y="63"/>
                  </a:lnTo>
                  <a:lnTo>
                    <a:pt x="15" y="65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20" y="65"/>
                  </a:lnTo>
                  <a:lnTo>
                    <a:pt x="21" y="65"/>
                  </a:lnTo>
                  <a:lnTo>
                    <a:pt x="22" y="63"/>
                  </a:lnTo>
                  <a:lnTo>
                    <a:pt x="23" y="61"/>
                  </a:lnTo>
                  <a:lnTo>
                    <a:pt x="23" y="61"/>
                  </a:lnTo>
                  <a:lnTo>
                    <a:pt x="22" y="54"/>
                  </a:lnTo>
                  <a:lnTo>
                    <a:pt x="20" y="47"/>
                  </a:lnTo>
                  <a:lnTo>
                    <a:pt x="16" y="33"/>
                  </a:lnTo>
                  <a:lnTo>
                    <a:pt x="11" y="19"/>
                  </a:lnTo>
                  <a:lnTo>
                    <a:pt x="9" y="12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5" name="Freeform 547"/>
            <p:cNvSpPr/>
            <p:nvPr/>
          </p:nvSpPr>
          <p:spPr bwMode="auto">
            <a:xfrm>
              <a:off x="5411788" y="2632075"/>
              <a:ext cx="9525" cy="44450"/>
            </a:xfrm>
            <a:custGeom>
              <a:avLst/>
              <a:gdLst/>
              <a:ahLst/>
              <a:cxnLst>
                <a:cxn ang="0">
                  <a:pos x="18" y="78"/>
                </a:cxn>
                <a:cxn ang="0">
                  <a:pos x="18" y="78"/>
                </a:cxn>
                <a:cxn ang="0">
                  <a:pos x="16" y="71"/>
                </a:cxn>
                <a:cxn ang="0">
                  <a:pos x="15" y="63"/>
                </a:cxn>
                <a:cxn ang="0">
                  <a:pos x="14" y="46"/>
                </a:cxn>
                <a:cxn ang="0">
                  <a:pos x="14" y="46"/>
                </a:cxn>
                <a:cxn ang="0">
                  <a:pos x="13" y="41"/>
                </a:cxn>
                <a:cxn ang="0">
                  <a:pos x="12" y="36"/>
                </a:cxn>
                <a:cxn ang="0">
                  <a:pos x="10" y="25"/>
                </a:cxn>
                <a:cxn ang="0">
                  <a:pos x="10" y="25"/>
                </a:cxn>
                <a:cxn ang="0">
                  <a:pos x="9" y="14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3"/>
                </a:cxn>
                <a:cxn ang="0">
                  <a:pos x="2" y="33"/>
                </a:cxn>
                <a:cxn ang="0">
                  <a:pos x="3" y="42"/>
                </a:cxn>
                <a:cxn ang="0">
                  <a:pos x="3" y="42"/>
                </a:cxn>
                <a:cxn ang="0">
                  <a:pos x="5" y="52"/>
                </a:cxn>
                <a:cxn ang="0">
                  <a:pos x="6" y="62"/>
                </a:cxn>
                <a:cxn ang="0">
                  <a:pos x="7" y="72"/>
                </a:cxn>
                <a:cxn ang="0">
                  <a:pos x="10" y="81"/>
                </a:cxn>
                <a:cxn ang="0">
                  <a:pos x="10" y="81"/>
                </a:cxn>
                <a:cxn ang="0">
                  <a:pos x="11" y="82"/>
                </a:cxn>
                <a:cxn ang="0">
                  <a:pos x="12" y="83"/>
                </a:cxn>
                <a:cxn ang="0">
                  <a:pos x="16" y="84"/>
                </a:cxn>
                <a:cxn ang="0">
                  <a:pos x="17" y="83"/>
                </a:cxn>
                <a:cxn ang="0">
                  <a:pos x="18" y="82"/>
                </a:cxn>
                <a:cxn ang="0">
                  <a:pos x="19" y="80"/>
                </a:cxn>
                <a:cxn ang="0">
                  <a:pos x="18" y="78"/>
                </a:cxn>
                <a:cxn ang="0">
                  <a:pos x="18" y="78"/>
                </a:cxn>
              </a:cxnLst>
              <a:rect l="0" t="0" r="r" b="b"/>
              <a:pathLst>
                <a:path w="19" h="84">
                  <a:moveTo>
                    <a:pt x="18" y="78"/>
                  </a:moveTo>
                  <a:lnTo>
                    <a:pt x="18" y="78"/>
                  </a:lnTo>
                  <a:lnTo>
                    <a:pt x="16" y="71"/>
                  </a:lnTo>
                  <a:lnTo>
                    <a:pt x="15" y="63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3" y="41"/>
                  </a:lnTo>
                  <a:lnTo>
                    <a:pt x="12" y="36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9" y="14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3"/>
                  </a:lnTo>
                  <a:lnTo>
                    <a:pt x="2" y="33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2"/>
                  </a:lnTo>
                  <a:lnTo>
                    <a:pt x="6" y="62"/>
                  </a:lnTo>
                  <a:lnTo>
                    <a:pt x="7" y="72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11" y="82"/>
                  </a:lnTo>
                  <a:lnTo>
                    <a:pt x="12" y="83"/>
                  </a:lnTo>
                  <a:lnTo>
                    <a:pt x="16" y="84"/>
                  </a:lnTo>
                  <a:lnTo>
                    <a:pt x="17" y="83"/>
                  </a:lnTo>
                  <a:lnTo>
                    <a:pt x="18" y="82"/>
                  </a:lnTo>
                  <a:lnTo>
                    <a:pt x="19" y="80"/>
                  </a:lnTo>
                  <a:lnTo>
                    <a:pt x="18" y="78"/>
                  </a:lnTo>
                  <a:lnTo>
                    <a:pt x="18" y="7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6" name="Freeform 548"/>
            <p:cNvSpPr/>
            <p:nvPr/>
          </p:nvSpPr>
          <p:spPr bwMode="auto">
            <a:xfrm>
              <a:off x="5434013" y="2662238"/>
              <a:ext cx="15875" cy="47625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5"/>
                </a:cxn>
                <a:cxn ang="0">
                  <a:pos x="3" y="25"/>
                </a:cxn>
                <a:cxn ang="0">
                  <a:pos x="9" y="45"/>
                </a:cxn>
                <a:cxn ang="0">
                  <a:pos x="15" y="65"/>
                </a:cxn>
                <a:cxn ang="0">
                  <a:pos x="17" y="75"/>
                </a:cxn>
                <a:cxn ang="0">
                  <a:pos x="19" y="85"/>
                </a:cxn>
                <a:cxn ang="0">
                  <a:pos x="19" y="85"/>
                </a:cxn>
                <a:cxn ang="0">
                  <a:pos x="19" y="87"/>
                </a:cxn>
                <a:cxn ang="0">
                  <a:pos x="21" y="88"/>
                </a:cxn>
                <a:cxn ang="0">
                  <a:pos x="22" y="89"/>
                </a:cxn>
                <a:cxn ang="0">
                  <a:pos x="24" y="90"/>
                </a:cxn>
                <a:cxn ang="0">
                  <a:pos x="25" y="89"/>
                </a:cxn>
                <a:cxn ang="0">
                  <a:pos x="27" y="88"/>
                </a:cxn>
                <a:cxn ang="0">
                  <a:pos x="28" y="87"/>
                </a:cxn>
                <a:cxn ang="0">
                  <a:pos x="28" y="85"/>
                </a:cxn>
                <a:cxn ang="0">
                  <a:pos x="28" y="85"/>
                </a:cxn>
                <a:cxn ang="0">
                  <a:pos x="27" y="75"/>
                </a:cxn>
                <a:cxn ang="0">
                  <a:pos x="25" y="65"/>
                </a:cxn>
                <a:cxn ang="0">
                  <a:pos x="19" y="45"/>
                </a:cxn>
                <a:cxn ang="0">
                  <a:pos x="12" y="25"/>
                </a:cxn>
                <a:cxn ang="0">
                  <a:pos x="10" y="15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28" h="90">
                  <a:moveTo>
                    <a:pt x="9" y="5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5"/>
                  </a:lnTo>
                  <a:lnTo>
                    <a:pt x="3" y="25"/>
                  </a:lnTo>
                  <a:lnTo>
                    <a:pt x="9" y="45"/>
                  </a:lnTo>
                  <a:lnTo>
                    <a:pt x="15" y="65"/>
                  </a:lnTo>
                  <a:lnTo>
                    <a:pt x="17" y="75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19" y="87"/>
                  </a:lnTo>
                  <a:lnTo>
                    <a:pt x="21" y="88"/>
                  </a:lnTo>
                  <a:lnTo>
                    <a:pt x="22" y="89"/>
                  </a:lnTo>
                  <a:lnTo>
                    <a:pt x="24" y="90"/>
                  </a:lnTo>
                  <a:lnTo>
                    <a:pt x="25" y="89"/>
                  </a:lnTo>
                  <a:lnTo>
                    <a:pt x="27" y="88"/>
                  </a:lnTo>
                  <a:lnTo>
                    <a:pt x="28" y="87"/>
                  </a:lnTo>
                  <a:lnTo>
                    <a:pt x="28" y="85"/>
                  </a:lnTo>
                  <a:lnTo>
                    <a:pt x="28" y="85"/>
                  </a:lnTo>
                  <a:lnTo>
                    <a:pt x="27" y="75"/>
                  </a:lnTo>
                  <a:lnTo>
                    <a:pt x="25" y="65"/>
                  </a:lnTo>
                  <a:lnTo>
                    <a:pt x="19" y="45"/>
                  </a:lnTo>
                  <a:lnTo>
                    <a:pt x="12" y="25"/>
                  </a:lnTo>
                  <a:lnTo>
                    <a:pt x="10" y="15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7" name="Freeform 549"/>
            <p:cNvSpPr/>
            <p:nvPr/>
          </p:nvSpPr>
          <p:spPr bwMode="auto">
            <a:xfrm>
              <a:off x="5467351" y="2697163"/>
              <a:ext cx="6350" cy="44450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3"/>
                </a:cxn>
                <a:cxn ang="0">
                  <a:pos x="3" y="42"/>
                </a:cxn>
                <a:cxn ang="0">
                  <a:pos x="4" y="61"/>
                </a:cxn>
                <a:cxn ang="0">
                  <a:pos x="5" y="80"/>
                </a:cxn>
                <a:cxn ang="0">
                  <a:pos x="5" y="80"/>
                </a:cxn>
                <a:cxn ang="0">
                  <a:pos x="5" y="82"/>
                </a:cxn>
                <a:cxn ang="0">
                  <a:pos x="6" y="83"/>
                </a:cxn>
                <a:cxn ang="0">
                  <a:pos x="8" y="84"/>
                </a:cxn>
                <a:cxn ang="0">
                  <a:pos x="9" y="84"/>
                </a:cxn>
                <a:cxn ang="0">
                  <a:pos x="11" y="84"/>
                </a:cxn>
                <a:cxn ang="0">
                  <a:pos x="13" y="83"/>
                </a:cxn>
                <a:cxn ang="0">
                  <a:pos x="14" y="82"/>
                </a:cxn>
                <a:cxn ang="0">
                  <a:pos x="14" y="80"/>
                </a:cxn>
                <a:cxn ang="0">
                  <a:pos x="14" y="80"/>
                </a:cxn>
                <a:cxn ang="0">
                  <a:pos x="13" y="61"/>
                </a:cxn>
                <a:cxn ang="0">
                  <a:pos x="12" y="42"/>
                </a:cxn>
                <a:cxn ang="0">
                  <a:pos x="10" y="23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4" h="84">
                  <a:moveTo>
                    <a:pt x="9" y="4"/>
                  </a:move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3"/>
                  </a:lnTo>
                  <a:lnTo>
                    <a:pt x="3" y="42"/>
                  </a:lnTo>
                  <a:lnTo>
                    <a:pt x="4" y="61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5" y="82"/>
                  </a:lnTo>
                  <a:lnTo>
                    <a:pt x="6" y="83"/>
                  </a:lnTo>
                  <a:lnTo>
                    <a:pt x="8" y="84"/>
                  </a:lnTo>
                  <a:lnTo>
                    <a:pt x="9" y="84"/>
                  </a:lnTo>
                  <a:lnTo>
                    <a:pt x="11" y="84"/>
                  </a:lnTo>
                  <a:lnTo>
                    <a:pt x="13" y="83"/>
                  </a:lnTo>
                  <a:lnTo>
                    <a:pt x="14" y="82"/>
                  </a:lnTo>
                  <a:lnTo>
                    <a:pt x="14" y="80"/>
                  </a:lnTo>
                  <a:lnTo>
                    <a:pt x="14" y="80"/>
                  </a:lnTo>
                  <a:lnTo>
                    <a:pt x="13" y="61"/>
                  </a:lnTo>
                  <a:lnTo>
                    <a:pt x="12" y="42"/>
                  </a:lnTo>
                  <a:lnTo>
                    <a:pt x="10" y="23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8" name="Freeform 550"/>
            <p:cNvSpPr/>
            <p:nvPr/>
          </p:nvSpPr>
          <p:spPr bwMode="auto">
            <a:xfrm>
              <a:off x="5494338" y="2727325"/>
              <a:ext cx="7938" cy="31750"/>
            </a:xfrm>
            <a:custGeom>
              <a:avLst/>
              <a:gdLst/>
              <a:ahLst/>
              <a:cxnLst>
                <a:cxn ang="0">
                  <a:pos x="14" y="55"/>
                </a:cxn>
                <a:cxn ang="0">
                  <a:pos x="14" y="55"/>
                </a:cxn>
                <a:cxn ang="0">
                  <a:pos x="11" y="49"/>
                </a:cxn>
                <a:cxn ang="0">
                  <a:pos x="10" y="43"/>
                </a:cxn>
                <a:cxn ang="0">
                  <a:pos x="9" y="37"/>
                </a:cxn>
                <a:cxn ang="0">
                  <a:pos x="9" y="3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0" y="19"/>
                </a:cxn>
                <a:cxn ang="0">
                  <a:pos x="0" y="32"/>
                </a:cxn>
                <a:cxn ang="0">
                  <a:pos x="0" y="40"/>
                </a:cxn>
                <a:cxn ang="0">
                  <a:pos x="1" y="47"/>
                </a:cxn>
                <a:cxn ang="0">
                  <a:pos x="3" y="53"/>
                </a:cxn>
                <a:cxn ang="0">
                  <a:pos x="6" y="59"/>
                </a:cxn>
                <a:cxn ang="0">
                  <a:pos x="6" y="59"/>
                </a:cxn>
                <a:cxn ang="0">
                  <a:pos x="7" y="61"/>
                </a:cxn>
                <a:cxn ang="0">
                  <a:pos x="9" y="61"/>
                </a:cxn>
                <a:cxn ang="0">
                  <a:pos x="11" y="61"/>
                </a:cxn>
                <a:cxn ang="0">
                  <a:pos x="12" y="61"/>
                </a:cxn>
                <a:cxn ang="0">
                  <a:pos x="13" y="60"/>
                </a:cxn>
                <a:cxn ang="0">
                  <a:pos x="14" y="58"/>
                </a:cxn>
                <a:cxn ang="0">
                  <a:pos x="15" y="57"/>
                </a:cxn>
                <a:cxn ang="0">
                  <a:pos x="14" y="55"/>
                </a:cxn>
                <a:cxn ang="0">
                  <a:pos x="14" y="55"/>
                </a:cxn>
              </a:cxnLst>
              <a:rect l="0" t="0" r="r" b="b"/>
              <a:pathLst>
                <a:path w="15" h="61">
                  <a:moveTo>
                    <a:pt x="14" y="55"/>
                  </a:moveTo>
                  <a:lnTo>
                    <a:pt x="14" y="55"/>
                  </a:lnTo>
                  <a:lnTo>
                    <a:pt x="11" y="49"/>
                  </a:lnTo>
                  <a:lnTo>
                    <a:pt x="10" y="43"/>
                  </a:lnTo>
                  <a:lnTo>
                    <a:pt x="9" y="37"/>
                  </a:lnTo>
                  <a:lnTo>
                    <a:pt x="9" y="3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9"/>
                  </a:lnTo>
                  <a:lnTo>
                    <a:pt x="0" y="32"/>
                  </a:lnTo>
                  <a:lnTo>
                    <a:pt x="0" y="40"/>
                  </a:lnTo>
                  <a:lnTo>
                    <a:pt x="1" y="47"/>
                  </a:lnTo>
                  <a:lnTo>
                    <a:pt x="3" y="53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7" y="61"/>
                  </a:lnTo>
                  <a:lnTo>
                    <a:pt x="9" y="61"/>
                  </a:lnTo>
                  <a:lnTo>
                    <a:pt x="11" y="61"/>
                  </a:lnTo>
                  <a:lnTo>
                    <a:pt x="12" y="61"/>
                  </a:lnTo>
                  <a:lnTo>
                    <a:pt x="13" y="60"/>
                  </a:lnTo>
                  <a:lnTo>
                    <a:pt x="14" y="58"/>
                  </a:lnTo>
                  <a:lnTo>
                    <a:pt x="15" y="57"/>
                  </a:lnTo>
                  <a:lnTo>
                    <a:pt x="14" y="55"/>
                  </a:lnTo>
                  <a:lnTo>
                    <a:pt x="14" y="5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69" name="Freeform 551"/>
            <p:cNvSpPr/>
            <p:nvPr/>
          </p:nvSpPr>
          <p:spPr bwMode="auto">
            <a:xfrm>
              <a:off x="5521326" y="2744788"/>
              <a:ext cx="11113" cy="39688"/>
            </a:xfrm>
            <a:custGeom>
              <a:avLst/>
              <a:gdLst/>
              <a:ahLst/>
              <a:cxnLst>
                <a:cxn ang="0">
                  <a:pos x="19" y="71"/>
                </a:cxn>
                <a:cxn ang="0">
                  <a:pos x="19" y="71"/>
                </a:cxn>
                <a:cxn ang="0">
                  <a:pos x="18" y="63"/>
                </a:cxn>
                <a:cxn ang="0">
                  <a:pos x="17" y="56"/>
                </a:cxn>
                <a:cxn ang="0">
                  <a:pos x="17" y="49"/>
                </a:cxn>
                <a:cxn ang="0">
                  <a:pos x="17" y="42"/>
                </a:cxn>
                <a:cxn ang="0">
                  <a:pos x="17" y="42"/>
                </a:cxn>
                <a:cxn ang="0">
                  <a:pos x="15" y="32"/>
                </a:cxn>
                <a:cxn ang="0">
                  <a:pos x="13" y="24"/>
                </a:cxn>
                <a:cxn ang="0">
                  <a:pos x="11" y="15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9" y="4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14"/>
                </a:cxn>
                <a:cxn ang="0">
                  <a:pos x="2" y="22"/>
                </a:cxn>
                <a:cxn ang="0">
                  <a:pos x="6" y="40"/>
                </a:cxn>
                <a:cxn ang="0">
                  <a:pos x="6" y="40"/>
                </a:cxn>
                <a:cxn ang="0">
                  <a:pos x="7" y="48"/>
                </a:cxn>
                <a:cxn ang="0">
                  <a:pos x="7" y="56"/>
                </a:cxn>
                <a:cxn ang="0">
                  <a:pos x="8" y="64"/>
                </a:cxn>
                <a:cxn ang="0">
                  <a:pos x="11" y="73"/>
                </a:cxn>
                <a:cxn ang="0">
                  <a:pos x="11" y="73"/>
                </a:cxn>
                <a:cxn ang="0">
                  <a:pos x="12" y="75"/>
                </a:cxn>
                <a:cxn ang="0">
                  <a:pos x="13" y="76"/>
                </a:cxn>
                <a:cxn ang="0">
                  <a:pos x="17" y="76"/>
                </a:cxn>
                <a:cxn ang="0">
                  <a:pos x="18" y="75"/>
                </a:cxn>
                <a:cxn ang="0">
                  <a:pos x="19" y="74"/>
                </a:cxn>
                <a:cxn ang="0">
                  <a:pos x="20" y="73"/>
                </a:cxn>
                <a:cxn ang="0">
                  <a:pos x="19" y="71"/>
                </a:cxn>
                <a:cxn ang="0">
                  <a:pos x="19" y="71"/>
                </a:cxn>
              </a:cxnLst>
              <a:rect l="0" t="0" r="r" b="b"/>
              <a:pathLst>
                <a:path w="20" h="76">
                  <a:moveTo>
                    <a:pt x="19" y="71"/>
                  </a:moveTo>
                  <a:lnTo>
                    <a:pt x="19" y="71"/>
                  </a:lnTo>
                  <a:lnTo>
                    <a:pt x="18" y="63"/>
                  </a:lnTo>
                  <a:lnTo>
                    <a:pt x="17" y="56"/>
                  </a:lnTo>
                  <a:lnTo>
                    <a:pt x="17" y="49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32"/>
                  </a:lnTo>
                  <a:lnTo>
                    <a:pt x="13" y="24"/>
                  </a:lnTo>
                  <a:lnTo>
                    <a:pt x="11" y="15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4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14"/>
                  </a:lnTo>
                  <a:lnTo>
                    <a:pt x="2" y="22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7" y="48"/>
                  </a:lnTo>
                  <a:lnTo>
                    <a:pt x="7" y="56"/>
                  </a:lnTo>
                  <a:lnTo>
                    <a:pt x="8" y="64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2" y="75"/>
                  </a:lnTo>
                  <a:lnTo>
                    <a:pt x="13" y="76"/>
                  </a:lnTo>
                  <a:lnTo>
                    <a:pt x="17" y="76"/>
                  </a:lnTo>
                  <a:lnTo>
                    <a:pt x="18" y="75"/>
                  </a:lnTo>
                  <a:lnTo>
                    <a:pt x="19" y="74"/>
                  </a:lnTo>
                  <a:lnTo>
                    <a:pt x="20" y="73"/>
                  </a:lnTo>
                  <a:lnTo>
                    <a:pt x="19" y="71"/>
                  </a:lnTo>
                  <a:lnTo>
                    <a:pt x="19" y="7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0" name="Freeform 552"/>
            <p:cNvSpPr/>
            <p:nvPr/>
          </p:nvSpPr>
          <p:spPr bwMode="auto">
            <a:xfrm>
              <a:off x="5551488" y="2767013"/>
              <a:ext cx="12700" cy="34925"/>
            </a:xfrm>
            <a:custGeom>
              <a:avLst/>
              <a:gdLst/>
              <a:ahLst/>
              <a:cxnLst>
                <a:cxn ang="0">
                  <a:pos x="24" y="61"/>
                </a:cxn>
                <a:cxn ang="0">
                  <a:pos x="24" y="61"/>
                </a:cxn>
                <a:cxn ang="0">
                  <a:pos x="21" y="46"/>
                </a:cxn>
                <a:cxn ang="0">
                  <a:pos x="19" y="32"/>
                </a:cxn>
                <a:cxn ang="0">
                  <a:pos x="19" y="32"/>
                </a:cxn>
                <a:cxn ang="0">
                  <a:pos x="17" y="26"/>
                </a:cxn>
                <a:cxn ang="0">
                  <a:pos x="13" y="18"/>
                </a:cxn>
                <a:cxn ang="0">
                  <a:pos x="11" y="1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1"/>
                </a:cxn>
                <a:cxn ang="0">
                  <a:pos x="3" y="16"/>
                </a:cxn>
                <a:cxn ang="0">
                  <a:pos x="6" y="23"/>
                </a:cxn>
                <a:cxn ang="0">
                  <a:pos x="8" y="29"/>
                </a:cxn>
                <a:cxn ang="0">
                  <a:pos x="8" y="29"/>
                </a:cxn>
                <a:cxn ang="0">
                  <a:pos x="11" y="45"/>
                </a:cxn>
                <a:cxn ang="0">
                  <a:pos x="12" y="55"/>
                </a:cxn>
                <a:cxn ang="0">
                  <a:pos x="14" y="63"/>
                </a:cxn>
                <a:cxn ang="0">
                  <a:pos x="14" y="63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6"/>
                </a:cxn>
                <a:cxn ang="0">
                  <a:pos x="24" y="64"/>
                </a:cxn>
                <a:cxn ang="0">
                  <a:pos x="24" y="63"/>
                </a:cxn>
                <a:cxn ang="0">
                  <a:pos x="24" y="61"/>
                </a:cxn>
                <a:cxn ang="0">
                  <a:pos x="24" y="61"/>
                </a:cxn>
              </a:cxnLst>
              <a:rect l="0" t="0" r="r" b="b"/>
              <a:pathLst>
                <a:path w="24" h="66">
                  <a:moveTo>
                    <a:pt x="24" y="61"/>
                  </a:moveTo>
                  <a:lnTo>
                    <a:pt x="24" y="61"/>
                  </a:lnTo>
                  <a:lnTo>
                    <a:pt x="21" y="46"/>
                  </a:lnTo>
                  <a:lnTo>
                    <a:pt x="19" y="32"/>
                  </a:lnTo>
                  <a:lnTo>
                    <a:pt x="19" y="32"/>
                  </a:lnTo>
                  <a:lnTo>
                    <a:pt x="17" y="26"/>
                  </a:lnTo>
                  <a:lnTo>
                    <a:pt x="13" y="18"/>
                  </a:lnTo>
                  <a:lnTo>
                    <a:pt x="11" y="1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1"/>
                  </a:lnTo>
                  <a:lnTo>
                    <a:pt x="3" y="16"/>
                  </a:lnTo>
                  <a:lnTo>
                    <a:pt x="6" y="23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11" y="45"/>
                  </a:lnTo>
                  <a:lnTo>
                    <a:pt x="12" y="55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6"/>
                  </a:lnTo>
                  <a:lnTo>
                    <a:pt x="24" y="64"/>
                  </a:lnTo>
                  <a:lnTo>
                    <a:pt x="24" y="63"/>
                  </a:lnTo>
                  <a:lnTo>
                    <a:pt x="24" y="61"/>
                  </a:lnTo>
                  <a:lnTo>
                    <a:pt x="24" y="6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1" name="Freeform 553"/>
            <p:cNvSpPr/>
            <p:nvPr/>
          </p:nvSpPr>
          <p:spPr bwMode="auto">
            <a:xfrm>
              <a:off x="5586413" y="2774950"/>
              <a:ext cx="7938" cy="31750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5" y="10"/>
                </a:cxn>
                <a:cxn ang="0">
                  <a:pos x="4" y="16"/>
                </a:cxn>
                <a:cxn ang="0">
                  <a:pos x="2" y="30"/>
                </a:cxn>
                <a:cxn ang="0">
                  <a:pos x="2" y="30"/>
                </a:cxn>
                <a:cxn ang="0">
                  <a:pos x="0" y="45"/>
                </a:cxn>
                <a:cxn ang="0">
                  <a:pos x="1" y="52"/>
                </a:cxn>
                <a:cxn ang="0">
                  <a:pos x="3" y="58"/>
                </a:cxn>
                <a:cxn ang="0">
                  <a:pos x="3" y="58"/>
                </a:cxn>
                <a:cxn ang="0">
                  <a:pos x="4" y="60"/>
                </a:cxn>
                <a:cxn ang="0">
                  <a:pos x="5" y="61"/>
                </a:cxn>
                <a:cxn ang="0">
                  <a:pos x="9" y="61"/>
                </a:cxn>
                <a:cxn ang="0">
                  <a:pos x="10" y="61"/>
                </a:cxn>
                <a:cxn ang="0">
                  <a:pos x="11" y="59"/>
                </a:cxn>
                <a:cxn ang="0">
                  <a:pos x="12" y="58"/>
                </a:cxn>
                <a:cxn ang="0">
                  <a:pos x="12" y="56"/>
                </a:cxn>
                <a:cxn ang="0">
                  <a:pos x="12" y="56"/>
                </a:cxn>
                <a:cxn ang="0">
                  <a:pos x="10" y="51"/>
                </a:cxn>
                <a:cxn ang="0">
                  <a:pos x="9" y="45"/>
                </a:cxn>
                <a:cxn ang="0">
                  <a:pos x="9" y="38"/>
                </a:cxn>
                <a:cxn ang="0">
                  <a:pos x="10" y="31"/>
                </a:cxn>
                <a:cxn ang="0">
                  <a:pos x="12" y="19"/>
                </a:cxn>
                <a:cxn ang="0">
                  <a:pos x="17" y="7"/>
                </a:cxn>
                <a:cxn ang="0">
                  <a:pos x="17" y="7"/>
                </a:cxn>
                <a:cxn ang="0">
                  <a:pos x="17" y="5"/>
                </a:cxn>
                <a:cxn ang="0">
                  <a:pos x="17" y="3"/>
                </a:cxn>
                <a:cxn ang="0">
                  <a:pos x="15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7" h="61">
                  <a:moveTo>
                    <a:pt x="8" y="2"/>
                  </a:moveTo>
                  <a:lnTo>
                    <a:pt x="8" y="2"/>
                  </a:lnTo>
                  <a:lnTo>
                    <a:pt x="5" y="10"/>
                  </a:lnTo>
                  <a:lnTo>
                    <a:pt x="4" y="16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0" y="45"/>
                  </a:lnTo>
                  <a:lnTo>
                    <a:pt x="1" y="52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4" y="60"/>
                  </a:lnTo>
                  <a:lnTo>
                    <a:pt x="5" y="61"/>
                  </a:lnTo>
                  <a:lnTo>
                    <a:pt x="9" y="61"/>
                  </a:lnTo>
                  <a:lnTo>
                    <a:pt x="10" y="61"/>
                  </a:lnTo>
                  <a:lnTo>
                    <a:pt x="11" y="59"/>
                  </a:lnTo>
                  <a:lnTo>
                    <a:pt x="12" y="58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0" y="51"/>
                  </a:lnTo>
                  <a:lnTo>
                    <a:pt x="9" y="45"/>
                  </a:lnTo>
                  <a:lnTo>
                    <a:pt x="9" y="38"/>
                  </a:lnTo>
                  <a:lnTo>
                    <a:pt x="10" y="31"/>
                  </a:lnTo>
                  <a:lnTo>
                    <a:pt x="12" y="19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7" y="3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2" name="Freeform 554"/>
            <p:cNvSpPr/>
            <p:nvPr/>
          </p:nvSpPr>
          <p:spPr bwMode="auto">
            <a:xfrm>
              <a:off x="5616576" y="2774950"/>
              <a:ext cx="6350" cy="42863"/>
            </a:xfrm>
            <a:custGeom>
              <a:avLst/>
              <a:gdLst/>
              <a:ahLst/>
              <a:cxnLst>
                <a:cxn ang="0">
                  <a:pos x="11" y="42"/>
                </a:cxn>
                <a:cxn ang="0">
                  <a:pos x="11" y="42"/>
                </a:cxn>
                <a:cxn ang="0">
                  <a:pos x="11" y="23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1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2" y="25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0" y="61"/>
                </a:cxn>
                <a:cxn ang="0">
                  <a:pos x="0" y="69"/>
                </a:cxn>
                <a:cxn ang="0">
                  <a:pos x="2" y="78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4" y="80"/>
                </a:cxn>
                <a:cxn ang="0">
                  <a:pos x="8" y="81"/>
                </a:cxn>
                <a:cxn ang="0">
                  <a:pos x="9" y="80"/>
                </a:cxn>
                <a:cxn ang="0">
                  <a:pos x="10" y="79"/>
                </a:cxn>
                <a:cxn ang="0">
                  <a:pos x="11" y="77"/>
                </a:cxn>
                <a:cxn ang="0">
                  <a:pos x="11" y="75"/>
                </a:cxn>
                <a:cxn ang="0">
                  <a:pos x="11" y="75"/>
                </a:cxn>
                <a:cxn ang="0">
                  <a:pos x="9" y="66"/>
                </a:cxn>
                <a:cxn ang="0">
                  <a:pos x="9" y="58"/>
                </a:cxn>
                <a:cxn ang="0">
                  <a:pos x="11" y="42"/>
                </a:cxn>
                <a:cxn ang="0">
                  <a:pos x="11" y="42"/>
                </a:cxn>
              </a:cxnLst>
              <a:rect l="0" t="0" r="r" b="b"/>
              <a:pathLst>
                <a:path w="11" h="81">
                  <a:moveTo>
                    <a:pt x="11" y="42"/>
                  </a:moveTo>
                  <a:lnTo>
                    <a:pt x="11" y="42"/>
                  </a:lnTo>
                  <a:lnTo>
                    <a:pt x="11" y="23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1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5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0" y="61"/>
                  </a:lnTo>
                  <a:lnTo>
                    <a:pt x="0" y="69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4" y="80"/>
                  </a:lnTo>
                  <a:lnTo>
                    <a:pt x="8" y="81"/>
                  </a:lnTo>
                  <a:lnTo>
                    <a:pt x="9" y="80"/>
                  </a:lnTo>
                  <a:lnTo>
                    <a:pt x="10" y="79"/>
                  </a:lnTo>
                  <a:lnTo>
                    <a:pt x="11" y="77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9" y="66"/>
                  </a:lnTo>
                  <a:lnTo>
                    <a:pt x="9" y="58"/>
                  </a:lnTo>
                  <a:lnTo>
                    <a:pt x="11" y="42"/>
                  </a:lnTo>
                  <a:lnTo>
                    <a:pt x="11" y="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3" name="Freeform 555"/>
            <p:cNvSpPr/>
            <p:nvPr/>
          </p:nvSpPr>
          <p:spPr bwMode="auto">
            <a:xfrm>
              <a:off x="5637213" y="2778125"/>
              <a:ext cx="4763" cy="317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7" y="61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61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5" name="Freeform 556"/>
            <p:cNvSpPr/>
            <p:nvPr/>
          </p:nvSpPr>
          <p:spPr bwMode="auto">
            <a:xfrm>
              <a:off x="5672138" y="2770188"/>
              <a:ext cx="7938" cy="31750"/>
            </a:xfrm>
            <a:custGeom>
              <a:avLst/>
              <a:gdLst/>
              <a:ahLst/>
              <a:cxnLst>
                <a:cxn ang="0">
                  <a:pos x="14" y="50"/>
                </a:cxn>
                <a:cxn ang="0">
                  <a:pos x="14" y="50"/>
                </a:cxn>
                <a:cxn ang="0">
                  <a:pos x="12" y="28"/>
                </a:cxn>
                <a:cxn ang="0">
                  <a:pos x="10" y="1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8"/>
                </a:cxn>
                <a:cxn ang="0">
                  <a:pos x="2" y="31"/>
                </a:cxn>
                <a:cxn ang="0">
                  <a:pos x="3" y="43"/>
                </a:cxn>
                <a:cxn ang="0">
                  <a:pos x="4" y="57"/>
                </a:cxn>
                <a:cxn ang="0">
                  <a:pos x="4" y="57"/>
                </a:cxn>
                <a:cxn ang="0">
                  <a:pos x="5" y="59"/>
                </a:cxn>
                <a:cxn ang="0">
                  <a:pos x="6" y="60"/>
                </a:cxn>
                <a:cxn ang="0">
                  <a:pos x="8" y="61"/>
                </a:cxn>
                <a:cxn ang="0">
                  <a:pos x="10" y="61"/>
                </a:cxn>
                <a:cxn ang="0">
                  <a:pos x="12" y="61"/>
                </a:cxn>
                <a:cxn ang="0">
                  <a:pos x="13" y="60"/>
                </a:cxn>
                <a:cxn ang="0">
                  <a:pos x="14" y="59"/>
                </a:cxn>
                <a:cxn ang="0">
                  <a:pos x="14" y="57"/>
                </a:cxn>
                <a:cxn ang="0">
                  <a:pos x="14" y="52"/>
                </a:cxn>
                <a:cxn ang="0">
                  <a:pos x="14" y="52"/>
                </a:cxn>
                <a:cxn ang="0">
                  <a:pos x="14" y="50"/>
                </a:cxn>
                <a:cxn ang="0">
                  <a:pos x="14" y="50"/>
                </a:cxn>
              </a:cxnLst>
              <a:rect l="0" t="0" r="r" b="b"/>
              <a:pathLst>
                <a:path w="14" h="61">
                  <a:moveTo>
                    <a:pt x="14" y="50"/>
                  </a:moveTo>
                  <a:lnTo>
                    <a:pt x="14" y="50"/>
                  </a:lnTo>
                  <a:lnTo>
                    <a:pt x="12" y="28"/>
                  </a:lnTo>
                  <a:lnTo>
                    <a:pt x="10" y="1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8"/>
                  </a:lnTo>
                  <a:lnTo>
                    <a:pt x="2" y="31"/>
                  </a:lnTo>
                  <a:lnTo>
                    <a:pt x="3" y="43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5" y="59"/>
                  </a:lnTo>
                  <a:lnTo>
                    <a:pt x="6" y="60"/>
                  </a:lnTo>
                  <a:lnTo>
                    <a:pt x="8" y="61"/>
                  </a:lnTo>
                  <a:lnTo>
                    <a:pt x="10" y="61"/>
                  </a:lnTo>
                  <a:lnTo>
                    <a:pt x="12" y="61"/>
                  </a:lnTo>
                  <a:lnTo>
                    <a:pt x="13" y="60"/>
                  </a:lnTo>
                  <a:lnTo>
                    <a:pt x="14" y="59"/>
                  </a:lnTo>
                  <a:lnTo>
                    <a:pt x="14" y="57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4" y="50"/>
                  </a:lnTo>
                  <a:lnTo>
                    <a:pt x="14" y="5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6" name="Freeform 557"/>
            <p:cNvSpPr/>
            <p:nvPr/>
          </p:nvSpPr>
          <p:spPr bwMode="auto">
            <a:xfrm>
              <a:off x="5702301" y="2749550"/>
              <a:ext cx="4763" cy="333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1" y="61"/>
                </a:cxn>
                <a:cxn ang="0">
                  <a:pos x="3" y="61"/>
                </a:cxn>
                <a:cxn ang="0">
                  <a:pos x="4" y="62"/>
                </a:cxn>
                <a:cxn ang="0">
                  <a:pos x="6" y="61"/>
                </a:cxn>
                <a:cxn ang="0">
                  <a:pos x="7" y="61"/>
                </a:cxn>
                <a:cxn ang="0">
                  <a:pos x="8" y="59"/>
                </a:cxn>
                <a:cxn ang="0">
                  <a:pos x="9" y="5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62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1" y="61"/>
                  </a:lnTo>
                  <a:lnTo>
                    <a:pt x="3" y="61"/>
                  </a:lnTo>
                  <a:lnTo>
                    <a:pt x="4" y="62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8" y="59"/>
                  </a:lnTo>
                  <a:lnTo>
                    <a:pt x="9" y="57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7" name="Freeform 558"/>
            <p:cNvSpPr/>
            <p:nvPr/>
          </p:nvSpPr>
          <p:spPr bwMode="auto">
            <a:xfrm>
              <a:off x="5722938" y="2735263"/>
              <a:ext cx="7938" cy="31750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17"/>
                </a:cxn>
                <a:cxn ang="0">
                  <a:pos x="3" y="30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9" y="60"/>
                </a:cxn>
                <a:cxn ang="0">
                  <a:pos x="10" y="59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0"/>
                </a:cxn>
                <a:cxn ang="0">
                  <a:pos x="14" y="17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2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61">
                  <a:moveTo>
                    <a:pt x="5" y="4"/>
                  </a:moveTo>
                  <a:lnTo>
                    <a:pt x="5" y="4"/>
                  </a:lnTo>
                  <a:lnTo>
                    <a:pt x="4" y="17"/>
                  </a:lnTo>
                  <a:lnTo>
                    <a:pt x="3" y="30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9" y="60"/>
                  </a:lnTo>
                  <a:lnTo>
                    <a:pt x="10" y="59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0"/>
                  </a:lnTo>
                  <a:lnTo>
                    <a:pt x="14" y="17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8" name="Freeform 559"/>
            <p:cNvSpPr/>
            <p:nvPr/>
          </p:nvSpPr>
          <p:spPr bwMode="auto">
            <a:xfrm>
              <a:off x="5740401" y="2724150"/>
              <a:ext cx="4763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1" y="56"/>
                </a:cxn>
                <a:cxn ang="0">
                  <a:pos x="2" y="57"/>
                </a:cxn>
                <a:cxn ang="0">
                  <a:pos x="4" y="57"/>
                </a:cxn>
                <a:cxn ang="0">
                  <a:pos x="7" y="57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10" y="5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57">
                  <a:moveTo>
                    <a:pt x="0" y="5"/>
                  </a:moveTo>
                  <a:lnTo>
                    <a:pt x="0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2" y="57"/>
                  </a:lnTo>
                  <a:lnTo>
                    <a:pt x="4" y="57"/>
                  </a:lnTo>
                  <a:lnTo>
                    <a:pt x="7" y="57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10" y="5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79" name="Freeform 560"/>
            <p:cNvSpPr/>
            <p:nvPr/>
          </p:nvSpPr>
          <p:spPr bwMode="auto">
            <a:xfrm>
              <a:off x="5762626" y="2697163"/>
              <a:ext cx="4763" cy="3016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3"/>
                </a:cxn>
                <a:cxn ang="0">
                  <a:pos x="1" y="55"/>
                </a:cxn>
                <a:cxn ang="0">
                  <a:pos x="3" y="55"/>
                </a:cxn>
                <a:cxn ang="0">
                  <a:pos x="4" y="56"/>
                </a:cxn>
                <a:cxn ang="0">
                  <a:pos x="6" y="55"/>
                </a:cxn>
                <a:cxn ang="0">
                  <a:pos x="8" y="55"/>
                </a:cxn>
                <a:cxn ang="0">
                  <a:pos x="9" y="53"/>
                </a:cxn>
                <a:cxn ang="0">
                  <a:pos x="9" y="51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56">
                  <a:moveTo>
                    <a:pt x="0" y="4"/>
                  </a:moveTo>
                  <a:lnTo>
                    <a:pt x="0" y="51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3" y="55"/>
                  </a:lnTo>
                  <a:lnTo>
                    <a:pt x="4" y="56"/>
                  </a:lnTo>
                  <a:lnTo>
                    <a:pt x="6" y="55"/>
                  </a:lnTo>
                  <a:lnTo>
                    <a:pt x="8" y="55"/>
                  </a:lnTo>
                  <a:lnTo>
                    <a:pt x="9" y="53"/>
                  </a:lnTo>
                  <a:lnTo>
                    <a:pt x="9" y="51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0" name="Freeform 561"/>
            <p:cNvSpPr/>
            <p:nvPr/>
          </p:nvSpPr>
          <p:spPr bwMode="auto">
            <a:xfrm>
              <a:off x="5778501" y="2689225"/>
              <a:ext cx="4763" cy="333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2"/>
                </a:cxn>
                <a:cxn ang="0">
                  <a:pos x="7" y="61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62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2"/>
                  </a:lnTo>
                  <a:lnTo>
                    <a:pt x="7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1" name="Freeform 562"/>
            <p:cNvSpPr/>
            <p:nvPr/>
          </p:nvSpPr>
          <p:spPr bwMode="auto">
            <a:xfrm>
              <a:off x="5795963" y="2670175"/>
              <a:ext cx="6350" cy="30163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4"/>
                </a:cxn>
                <a:cxn ang="0">
                  <a:pos x="4" y="25"/>
                </a:cxn>
                <a:cxn ang="0">
                  <a:pos x="4" y="25"/>
                </a:cxn>
                <a:cxn ang="0">
                  <a:pos x="5" y="31"/>
                </a:cxn>
                <a:cxn ang="0">
                  <a:pos x="5" y="38"/>
                </a:cxn>
                <a:cxn ang="0">
                  <a:pos x="4" y="53"/>
                </a:cxn>
                <a:cxn ang="0">
                  <a:pos x="4" y="53"/>
                </a:cxn>
                <a:cxn ang="0">
                  <a:pos x="5" y="55"/>
                </a:cxn>
                <a:cxn ang="0">
                  <a:pos x="6" y="56"/>
                </a:cxn>
                <a:cxn ang="0">
                  <a:pos x="7" y="57"/>
                </a:cxn>
                <a:cxn ang="0">
                  <a:pos x="9" y="57"/>
                </a:cxn>
                <a:cxn ang="0">
                  <a:pos x="10" y="57"/>
                </a:cxn>
                <a:cxn ang="0">
                  <a:pos x="12" y="56"/>
                </a:cxn>
                <a:cxn ang="0">
                  <a:pos x="13" y="55"/>
                </a:cxn>
                <a:cxn ang="0">
                  <a:pos x="13" y="53"/>
                </a:cxn>
                <a:cxn ang="0">
                  <a:pos x="13" y="29"/>
                </a:cxn>
                <a:cxn ang="0">
                  <a:pos x="13" y="29"/>
                </a:cxn>
                <a:cxn ang="0">
                  <a:pos x="13" y="23"/>
                </a:cxn>
                <a:cxn ang="0">
                  <a:pos x="11" y="16"/>
                </a:cxn>
                <a:cxn ang="0">
                  <a:pos x="10" y="11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13" h="57">
                  <a:moveTo>
                    <a:pt x="9" y="5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4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5" y="31"/>
                  </a:lnTo>
                  <a:lnTo>
                    <a:pt x="5" y="38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5" y="55"/>
                  </a:lnTo>
                  <a:lnTo>
                    <a:pt x="6" y="56"/>
                  </a:lnTo>
                  <a:lnTo>
                    <a:pt x="7" y="57"/>
                  </a:lnTo>
                  <a:lnTo>
                    <a:pt x="9" y="57"/>
                  </a:lnTo>
                  <a:lnTo>
                    <a:pt x="10" y="57"/>
                  </a:lnTo>
                  <a:lnTo>
                    <a:pt x="12" y="56"/>
                  </a:lnTo>
                  <a:lnTo>
                    <a:pt x="13" y="55"/>
                  </a:lnTo>
                  <a:lnTo>
                    <a:pt x="13" y="53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23"/>
                  </a:lnTo>
                  <a:lnTo>
                    <a:pt x="11" y="16"/>
                  </a:lnTo>
                  <a:lnTo>
                    <a:pt x="10" y="11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2" name="Freeform 563"/>
            <p:cNvSpPr/>
            <p:nvPr/>
          </p:nvSpPr>
          <p:spPr bwMode="auto">
            <a:xfrm>
              <a:off x="5291138" y="2278063"/>
              <a:ext cx="12700" cy="3016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6" y="2"/>
                </a:cxn>
                <a:cxn ang="0">
                  <a:pos x="12" y="8"/>
                </a:cxn>
                <a:cxn ang="0">
                  <a:pos x="9" y="13"/>
                </a:cxn>
                <a:cxn ang="0">
                  <a:pos x="5" y="19"/>
                </a:cxn>
                <a:cxn ang="0">
                  <a:pos x="3" y="26"/>
                </a:cxn>
                <a:cxn ang="0">
                  <a:pos x="1" y="40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1" y="56"/>
                </a:cxn>
                <a:cxn ang="0">
                  <a:pos x="3" y="57"/>
                </a:cxn>
                <a:cxn ang="0">
                  <a:pos x="4" y="57"/>
                </a:cxn>
                <a:cxn ang="0">
                  <a:pos x="7" y="57"/>
                </a:cxn>
                <a:cxn ang="0">
                  <a:pos x="9" y="56"/>
                </a:cxn>
                <a:cxn ang="0">
                  <a:pos x="10" y="55"/>
                </a:cxn>
                <a:cxn ang="0">
                  <a:pos x="10" y="53"/>
                </a:cxn>
                <a:cxn ang="0">
                  <a:pos x="10" y="53"/>
                </a:cxn>
                <a:cxn ang="0">
                  <a:pos x="11" y="42"/>
                </a:cxn>
                <a:cxn ang="0">
                  <a:pos x="13" y="29"/>
                </a:cxn>
                <a:cxn ang="0">
                  <a:pos x="14" y="24"/>
                </a:cxn>
                <a:cxn ang="0">
                  <a:pos x="17" y="18"/>
                </a:cxn>
                <a:cxn ang="0">
                  <a:pos x="19" y="13"/>
                </a:cxn>
                <a:cxn ang="0">
                  <a:pos x="23" y="9"/>
                </a:cxn>
                <a:cxn ang="0">
                  <a:pos x="23" y="9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3" y="3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8" y="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4" h="57">
                  <a:moveTo>
                    <a:pt x="16" y="2"/>
                  </a:moveTo>
                  <a:lnTo>
                    <a:pt x="16" y="2"/>
                  </a:lnTo>
                  <a:lnTo>
                    <a:pt x="12" y="8"/>
                  </a:lnTo>
                  <a:lnTo>
                    <a:pt x="9" y="13"/>
                  </a:lnTo>
                  <a:lnTo>
                    <a:pt x="5" y="19"/>
                  </a:lnTo>
                  <a:lnTo>
                    <a:pt x="3" y="26"/>
                  </a:lnTo>
                  <a:lnTo>
                    <a:pt x="1" y="40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3" y="57"/>
                  </a:lnTo>
                  <a:lnTo>
                    <a:pt x="4" y="57"/>
                  </a:lnTo>
                  <a:lnTo>
                    <a:pt x="7" y="57"/>
                  </a:lnTo>
                  <a:lnTo>
                    <a:pt x="9" y="56"/>
                  </a:lnTo>
                  <a:lnTo>
                    <a:pt x="10" y="55"/>
                  </a:lnTo>
                  <a:lnTo>
                    <a:pt x="10" y="53"/>
                  </a:lnTo>
                  <a:lnTo>
                    <a:pt x="10" y="53"/>
                  </a:lnTo>
                  <a:lnTo>
                    <a:pt x="11" y="42"/>
                  </a:lnTo>
                  <a:lnTo>
                    <a:pt x="13" y="29"/>
                  </a:lnTo>
                  <a:lnTo>
                    <a:pt x="14" y="24"/>
                  </a:lnTo>
                  <a:lnTo>
                    <a:pt x="17" y="18"/>
                  </a:lnTo>
                  <a:lnTo>
                    <a:pt x="19" y="13"/>
                  </a:lnTo>
                  <a:lnTo>
                    <a:pt x="23" y="9"/>
                  </a:lnTo>
                  <a:lnTo>
                    <a:pt x="23" y="9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3" name="Freeform 564"/>
            <p:cNvSpPr/>
            <p:nvPr/>
          </p:nvSpPr>
          <p:spPr bwMode="auto">
            <a:xfrm>
              <a:off x="5321301" y="2251075"/>
              <a:ext cx="7938" cy="2698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15"/>
                </a:cxn>
                <a:cxn ang="0">
                  <a:pos x="2" y="25"/>
                </a:cxn>
                <a:cxn ang="0">
                  <a:pos x="1" y="36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0" y="49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4" y="51"/>
                </a:cxn>
                <a:cxn ang="0">
                  <a:pos x="6" y="51"/>
                </a:cxn>
                <a:cxn ang="0">
                  <a:pos x="8" y="50"/>
                </a:cxn>
                <a:cxn ang="0">
                  <a:pos x="9" y="49"/>
                </a:cxn>
                <a:cxn ang="0">
                  <a:pos x="9" y="47"/>
                </a:cxn>
                <a:cxn ang="0">
                  <a:pos x="9" y="47"/>
                </a:cxn>
                <a:cxn ang="0">
                  <a:pos x="10" y="36"/>
                </a:cxn>
                <a:cxn ang="0">
                  <a:pos x="11" y="25"/>
                </a:cxn>
                <a:cxn ang="0">
                  <a:pos x="14" y="15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51">
                  <a:moveTo>
                    <a:pt x="5" y="4"/>
                  </a:moveTo>
                  <a:lnTo>
                    <a:pt x="5" y="4"/>
                  </a:lnTo>
                  <a:lnTo>
                    <a:pt x="4" y="15"/>
                  </a:lnTo>
                  <a:lnTo>
                    <a:pt x="2" y="25"/>
                  </a:lnTo>
                  <a:lnTo>
                    <a:pt x="1" y="36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4" y="51"/>
                  </a:lnTo>
                  <a:lnTo>
                    <a:pt x="6" y="51"/>
                  </a:lnTo>
                  <a:lnTo>
                    <a:pt x="8" y="50"/>
                  </a:lnTo>
                  <a:lnTo>
                    <a:pt x="9" y="49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10" y="36"/>
                  </a:lnTo>
                  <a:lnTo>
                    <a:pt x="11" y="25"/>
                  </a:lnTo>
                  <a:lnTo>
                    <a:pt x="14" y="15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4" name="Freeform 565"/>
            <p:cNvSpPr/>
            <p:nvPr/>
          </p:nvSpPr>
          <p:spPr bwMode="auto">
            <a:xfrm>
              <a:off x="5351463" y="2217738"/>
              <a:ext cx="9525" cy="26988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11" y="1"/>
                </a:cxn>
                <a:cxn ang="0">
                  <a:pos x="8" y="6"/>
                </a:cxn>
                <a:cxn ang="0">
                  <a:pos x="6" y="11"/>
                </a:cxn>
                <a:cxn ang="0">
                  <a:pos x="5" y="16"/>
                </a:cxn>
                <a:cxn ang="0">
                  <a:pos x="5" y="22"/>
                </a:cxn>
                <a:cxn ang="0">
                  <a:pos x="5" y="22"/>
                </a:cxn>
                <a:cxn ang="0">
                  <a:pos x="4" y="24"/>
                </a:cxn>
                <a:cxn ang="0">
                  <a:pos x="3" y="28"/>
                </a:cxn>
                <a:cxn ang="0">
                  <a:pos x="1" y="34"/>
                </a:cxn>
                <a:cxn ang="0">
                  <a:pos x="1" y="34"/>
                </a:cxn>
                <a:cxn ang="0">
                  <a:pos x="0" y="41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0" y="49"/>
                </a:cxn>
                <a:cxn ang="0">
                  <a:pos x="2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6" y="51"/>
                </a:cxn>
                <a:cxn ang="0">
                  <a:pos x="8" y="50"/>
                </a:cxn>
                <a:cxn ang="0">
                  <a:pos x="9" y="49"/>
                </a:cxn>
                <a:cxn ang="0">
                  <a:pos x="9" y="47"/>
                </a:cxn>
                <a:cxn ang="0">
                  <a:pos x="9" y="47"/>
                </a:cxn>
                <a:cxn ang="0">
                  <a:pos x="10" y="36"/>
                </a:cxn>
                <a:cxn ang="0">
                  <a:pos x="11" y="31"/>
                </a:cxn>
                <a:cxn ang="0">
                  <a:pos x="13" y="26"/>
                </a:cxn>
                <a:cxn ang="0">
                  <a:pos x="13" y="26"/>
                </a:cxn>
                <a:cxn ang="0">
                  <a:pos x="14" y="21"/>
                </a:cxn>
                <a:cxn ang="0">
                  <a:pos x="14" y="17"/>
                </a:cxn>
                <a:cxn ang="0">
                  <a:pos x="15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9" h="51">
                  <a:moveTo>
                    <a:pt x="11" y="1"/>
                  </a:moveTo>
                  <a:lnTo>
                    <a:pt x="11" y="1"/>
                  </a:lnTo>
                  <a:lnTo>
                    <a:pt x="8" y="6"/>
                  </a:lnTo>
                  <a:lnTo>
                    <a:pt x="6" y="11"/>
                  </a:lnTo>
                  <a:lnTo>
                    <a:pt x="5" y="16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4" y="24"/>
                  </a:lnTo>
                  <a:lnTo>
                    <a:pt x="3" y="28"/>
                  </a:lnTo>
                  <a:lnTo>
                    <a:pt x="1" y="34"/>
                  </a:lnTo>
                  <a:lnTo>
                    <a:pt x="1" y="34"/>
                  </a:lnTo>
                  <a:lnTo>
                    <a:pt x="0" y="41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2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6" y="51"/>
                  </a:lnTo>
                  <a:lnTo>
                    <a:pt x="8" y="50"/>
                  </a:lnTo>
                  <a:lnTo>
                    <a:pt x="9" y="49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10" y="36"/>
                  </a:lnTo>
                  <a:lnTo>
                    <a:pt x="11" y="31"/>
                  </a:lnTo>
                  <a:lnTo>
                    <a:pt x="13" y="26"/>
                  </a:lnTo>
                  <a:lnTo>
                    <a:pt x="13" y="26"/>
                  </a:lnTo>
                  <a:lnTo>
                    <a:pt x="14" y="21"/>
                  </a:lnTo>
                  <a:lnTo>
                    <a:pt x="14" y="17"/>
                  </a:lnTo>
                  <a:lnTo>
                    <a:pt x="15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5" name="Freeform 566"/>
            <p:cNvSpPr/>
            <p:nvPr/>
          </p:nvSpPr>
          <p:spPr bwMode="auto">
            <a:xfrm>
              <a:off x="5380038" y="2195513"/>
              <a:ext cx="9525" cy="26988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7" y="16"/>
                </a:cxn>
                <a:cxn ang="0">
                  <a:pos x="4" y="26"/>
                </a:cxn>
                <a:cxn ang="0">
                  <a:pos x="1" y="3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1" y="51"/>
                </a:cxn>
                <a:cxn ang="0">
                  <a:pos x="2" y="52"/>
                </a:cxn>
                <a:cxn ang="0">
                  <a:pos x="4" y="52"/>
                </a:cxn>
                <a:cxn ang="0">
                  <a:pos x="6" y="52"/>
                </a:cxn>
                <a:cxn ang="0">
                  <a:pos x="7" y="51"/>
                </a:cxn>
                <a:cxn ang="0">
                  <a:pos x="8" y="50"/>
                </a:cxn>
                <a:cxn ang="0">
                  <a:pos x="9" y="48"/>
                </a:cxn>
                <a:cxn ang="0">
                  <a:pos x="9" y="48"/>
                </a:cxn>
                <a:cxn ang="0">
                  <a:pos x="10" y="36"/>
                </a:cxn>
                <a:cxn ang="0">
                  <a:pos x="13" y="26"/>
                </a:cxn>
                <a:cxn ang="0">
                  <a:pos x="16" y="16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2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8" h="52">
                  <a:moveTo>
                    <a:pt x="9" y="4"/>
                  </a:moveTo>
                  <a:lnTo>
                    <a:pt x="9" y="4"/>
                  </a:lnTo>
                  <a:lnTo>
                    <a:pt x="7" y="16"/>
                  </a:lnTo>
                  <a:lnTo>
                    <a:pt x="4" y="26"/>
                  </a:lnTo>
                  <a:lnTo>
                    <a:pt x="1" y="36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1" y="51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7" y="51"/>
                  </a:lnTo>
                  <a:lnTo>
                    <a:pt x="8" y="50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10" y="36"/>
                  </a:lnTo>
                  <a:lnTo>
                    <a:pt x="13" y="26"/>
                  </a:lnTo>
                  <a:lnTo>
                    <a:pt x="16" y="16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2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6" name="Freeform 567"/>
            <p:cNvSpPr/>
            <p:nvPr/>
          </p:nvSpPr>
          <p:spPr bwMode="auto">
            <a:xfrm>
              <a:off x="5414963" y="2174875"/>
              <a:ext cx="6350" cy="30163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5"/>
                </a:cxn>
                <a:cxn ang="0">
                  <a:pos x="4" y="17"/>
                </a:cxn>
                <a:cxn ang="0">
                  <a:pos x="2" y="29"/>
                </a:cxn>
                <a:cxn ang="0">
                  <a:pos x="1" y="40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1" y="56"/>
                </a:cxn>
                <a:cxn ang="0">
                  <a:pos x="3" y="57"/>
                </a:cxn>
                <a:cxn ang="0">
                  <a:pos x="4" y="57"/>
                </a:cxn>
                <a:cxn ang="0">
                  <a:pos x="6" y="57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9" y="53"/>
                </a:cxn>
                <a:cxn ang="0">
                  <a:pos x="9" y="53"/>
                </a:cxn>
                <a:cxn ang="0">
                  <a:pos x="10" y="40"/>
                </a:cxn>
                <a:cxn ang="0">
                  <a:pos x="11" y="29"/>
                </a:cxn>
                <a:cxn ang="0">
                  <a:pos x="13" y="1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2" y="1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14" h="57">
                  <a:moveTo>
                    <a:pt x="4" y="5"/>
                  </a:moveTo>
                  <a:lnTo>
                    <a:pt x="4" y="5"/>
                  </a:lnTo>
                  <a:lnTo>
                    <a:pt x="4" y="17"/>
                  </a:lnTo>
                  <a:lnTo>
                    <a:pt x="2" y="29"/>
                  </a:lnTo>
                  <a:lnTo>
                    <a:pt x="1" y="40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1" y="56"/>
                  </a:lnTo>
                  <a:lnTo>
                    <a:pt x="3" y="57"/>
                  </a:lnTo>
                  <a:lnTo>
                    <a:pt x="4" y="57"/>
                  </a:lnTo>
                  <a:lnTo>
                    <a:pt x="6" y="57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10" y="40"/>
                  </a:lnTo>
                  <a:lnTo>
                    <a:pt x="11" y="29"/>
                  </a:lnTo>
                  <a:lnTo>
                    <a:pt x="13" y="1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7" name="Freeform 568"/>
            <p:cNvSpPr/>
            <p:nvPr/>
          </p:nvSpPr>
          <p:spPr bwMode="auto">
            <a:xfrm>
              <a:off x="5441951" y="2174875"/>
              <a:ext cx="7938" cy="2540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1" y="4"/>
                </a:cxn>
                <a:cxn ang="0">
                  <a:pos x="2" y="7"/>
                </a:cxn>
                <a:cxn ang="0">
                  <a:pos x="3" y="9"/>
                </a:cxn>
                <a:cxn ang="0">
                  <a:pos x="6" y="9"/>
                </a:cxn>
                <a:cxn ang="0">
                  <a:pos x="6" y="9"/>
                </a:cxn>
                <a:cxn ang="0">
                  <a:pos x="4" y="9"/>
                </a:cxn>
                <a:cxn ang="0">
                  <a:pos x="4" y="11"/>
                </a:cxn>
                <a:cxn ang="0">
                  <a:pos x="4" y="11"/>
                </a:cxn>
                <a:cxn ang="0">
                  <a:pos x="4" y="16"/>
                </a:cxn>
                <a:cxn ang="0">
                  <a:pos x="4" y="16"/>
                </a:cxn>
                <a:cxn ang="0">
                  <a:pos x="3" y="26"/>
                </a:cxn>
                <a:cxn ang="0">
                  <a:pos x="3" y="26"/>
                </a:cxn>
                <a:cxn ang="0">
                  <a:pos x="1" y="3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" y="45"/>
                </a:cxn>
                <a:cxn ang="0">
                  <a:pos x="2" y="47"/>
                </a:cxn>
                <a:cxn ang="0">
                  <a:pos x="3" y="48"/>
                </a:cxn>
                <a:cxn ang="0">
                  <a:pos x="6" y="48"/>
                </a:cxn>
                <a:cxn ang="0">
                  <a:pos x="7" y="48"/>
                </a:cxn>
                <a:cxn ang="0">
                  <a:pos x="9" y="47"/>
                </a:cxn>
                <a:cxn ang="0">
                  <a:pos x="10" y="45"/>
                </a:cxn>
                <a:cxn ang="0">
                  <a:pos x="11" y="42"/>
                </a:cxn>
                <a:cxn ang="0">
                  <a:pos x="11" y="42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5" y="11"/>
                </a:cxn>
                <a:cxn ang="0">
                  <a:pos x="14" y="6"/>
                </a:cxn>
                <a:cxn ang="0">
                  <a:pos x="13" y="4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5" h="48">
                  <a:moveTo>
                    <a:pt x="6" y="0"/>
                  </a:moveTo>
                  <a:lnTo>
                    <a:pt x="6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1" y="4"/>
                  </a:lnTo>
                  <a:lnTo>
                    <a:pt x="2" y="7"/>
                  </a:lnTo>
                  <a:lnTo>
                    <a:pt x="3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34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45"/>
                  </a:lnTo>
                  <a:lnTo>
                    <a:pt x="2" y="47"/>
                  </a:lnTo>
                  <a:lnTo>
                    <a:pt x="3" y="48"/>
                  </a:lnTo>
                  <a:lnTo>
                    <a:pt x="6" y="48"/>
                  </a:lnTo>
                  <a:lnTo>
                    <a:pt x="7" y="48"/>
                  </a:lnTo>
                  <a:lnTo>
                    <a:pt x="9" y="47"/>
                  </a:lnTo>
                  <a:lnTo>
                    <a:pt x="10" y="45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5" y="11"/>
                  </a:lnTo>
                  <a:lnTo>
                    <a:pt x="14" y="6"/>
                  </a:lnTo>
                  <a:lnTo>
                    <a:pt x="13" y="4"/>
                  </a:lnTo>
                  <a:lnTo>
                    <a:pt x="11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8" name="Freeform 569"/>
            <p:cNvSpPr/>
            <p:nvPr/>
          </p:nvSpPr>
          <p:spPr bwMode="auto">
            <a:xfrm>
              <a:off x="5473701" y="2173288"/>
              <a:ext cx="14288" cy="36513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4" y="2"/>
                </a:cxn>
                <a:cxn ang="0">
                  <a:pos x="23" y="1"/>
                </a:cxn>
                <a:cxn ang="0">
                  <a:pos x="21" y="0"/>
                </a:cxn>
                <a:cxn ang="0">
                  <a:pos x="19" y="0"/>
                </a:cxn>
                <a:cxn ang="0">
                  <a:pos x="18" y="0"/>
                </a:cxn>
                <a:cxn ang="0">
                  <a:pos x="16" y="1"/>
                </a:cxn>
                <a:cxn ang="0">
                  <a:pos x="15" y="2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5" y="22"/>
                </a:cxn>
                <a:cxn ang="0">
                  <a:pos x="15" y="30"/>
                </a:cxn>
                <a:cxn ang="0">
                  <a:pos x="14" y="38"/>
                </a:cxn>
                <a:cxn ang="0">
                  <a:pos x="14" y="38"/>
                </a:cxn>
                <a:cxn ang="0">
                  <a:pos x="12" y="45"/>
                </a:cxn>
                <a:cxn ang="0">
                  <a:pos x="9" y="52"/>
                </a:cxn>
                <a:cxn ang="0">
                  <a:pos x="1" y="63"/>
                </a:cxn>
                <a:cxn ang="0">
                  <a:pos x="1" y="63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0"/>
                </a:cxn>
                <a:cxn ang="0">
                  <a:pos x="7" y="70"/>
                </a:cxn>
                <a:cxn ang="0">
                  <a:pos x="8" y="70"/>
                </a:cxn>
                <a:cxn ang="0">
                  <a:pos x="10" y="68"/>
                </a:cxn>
                <a:cxn ang="0">
                  <a:pos x="10" y="68"/>
                </a:cxn>
                <a:cxn ang="0">
                  <a:pos x="16" y="57"/>
                </a:cxn>
                <a:cxn ang="0">
                  <a:pos x="19" y="51"/>
                </a:cxn>
                <a:cxn ang="0">
                  <a:pos x="22" y="44"/>
                </a:cxn>
                <a:cxn ang="0">
                  <a:pos x="22" y="44"/>
                </a:cxn>
                <a:cxn ang="0">
                  <a:pos x="23" y="40"/>
                </a:cxn>
                <a:cxn ang="0">
                  <a:pos x="24" y="35"/>
                </a:cxn>
                <a:cxn ang="0">
                  <a:pos x="25" y="25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25" h="70">
                  <a:moveTo>
                    <a:pt x="24" y="4"/>
                  </a:moveTo>
                  <a:lnTo>
                    <a:pt x="24" y="4"/>
                  </a:lnTo>
                  <a:lnTo>
                    <a:pt x="24" y="2"/>
                  </a:lnTo>
                  <a:lnTo>
                    <a:pt x="23" y="1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8" y="0"/>
                  </a:lnTo>
                  <a:lnTo>
                    <a:pt x="16" y="1"/>
                  </a:lnTo>
                  <a:lnTo>
                    <a:pt x="15" y="2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2"/>
                  </a:lnTo>
                  <a:lnTo>
                    <a:pt x="15" y="30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5"/>
                  </a:lnTo>
                  <a:lnTo>
                    <a:pt x="9" y="52"/>
                  </a:lnTo>
                  <a:lnTo>
                    <a:pt x="1" y="63"/>
                  </a:lnTo>
                  <a:lnTo>
                    <a:pt x="1" y="63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0"/>
                  </a:lnTo>
                  <a:lnTo>
                    <a:pt x="7" y="70"/>
                  </a:lnTo>
                  <a:lnTo>
                    <a:pt x="8" y="70"/>
                  </a:lnTo>
                  <a:lnTo>
                    <a:pt x="10" y="68"/>
                  </a:lnTo>
                  <a:lnTo>
                    <a:pt x="10" y="68"/>
                  </a:lnTo>
                  <a:lnTo>
                    <a:pt x="16" y="57"/>
                  </a:lnTo>
                  <a:lnTo>
                    <a:pt x="19" y="51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3" y="40"/>
                  </a:lnTo>
                  <a:lnTo>
                    <a:pt x="24" y="35"/>
                  </a:lnTo>
                  <a:lnTo>
                    <a:pt x="25" y="25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89" name="Freeform 570"/>
            <p:cNvSpPr/>
            <p:nvPr/>
          </p:nvSpPr>
          <p:spPr bwMode="auto">
            <a:xfrm>
              <a:off x="5503863" y="2192338"/>
              <a:ext cx="4763" cy="2857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2" y="51"/>
                </a:cxn>
                <a:cxn ang="0">
                  <a:pos x="3" y="52"/>
                </a:cxn>
                <a:cxn ang="0">
                  <a:pos x="5" y="53"/>
                </a:cxn>
                <a:cxn ang="0">
                  <a:pos x="6" y="52"/>
                </a:cxn>
                <a:cxn ang="0">
                  <a:pos x="8" y="51"/>
                </a:cxn>
                <a:cxn ang="0">
                  <a:pos x="9" y="50"/>
                </a:cxn>
                <a:cxn ang="0">
                  <a:pos x="9" y="4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53">
                  <a:moveTo>
                    <a:pt x="0" y="5"/>
                  </a:moveTo>
                  <a:lnTo>
                    <a:pt x="0" y="48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2" y="51"/>
                  </a:lnTo>
                  <a:lnTo>
                    <a:pt x="3" y="52"/>
                  </a:lnTo>
                  <a:lnTo>
                    <a:pt x="5" y="53"/>
                  </a:lnTo>
                  <a:lnTo>
                    <a:pt x="6" y="52"/>
                  </a:lnTo>
                  <a:lnTo>
                    <a:pt x="8" y="51"/>
                  </a:lnTo>
                  <a:lnTo>
                    <a:pt x="9" y="50"/>
                  </a:lnTo>
                  <a:lnTo>
                    <a:pt x="9" y="4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0" name="Freeform 571"/>
            <p:cNvSpPr/>
            <p:nvPr/>
          </p:nvSpPr>
          <p:spPr bwMode="auto">
            <a:xfrm>
              <a:off x="5526088" y="2200275"/>
              <a:ext cx="7938" cy="30163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7" y="2"/>
                </a:cxn>
                <a:cxn ang="0">
                  <a:pos x="4" y="8"/>
                </a:cxn>
                <a:cxn ang="0">
                  <a:pos x="2" y="14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39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2" y="53"/>
                </a:cxn>
                <a:cxn ang="0">
                  <a:pos x="3" y="55"/>
                </a:cxn>
                <a:cxn ang="0">
                  <a:pos x="4" y="56"/>
                </a:cxn>
                <a:cxn ang="0">
                  <a:pos x="6" y="56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10" y="53"/>
                </a:cxn>
                <a:cxn ang="0">
                  <a:pos x="11" y="51"/>
                </a:cxn>
                <a:cxn ang="0">
                  <a:pos x="11" y="51"/>
                </a:cxn>
                <a:cxn ang="0">
                  <a:pos x="9" y="29"/>
                </a:cxn>
                <a:cxn ang="0">
                  <a:pos x="10" y="23"/>
                </a:cxn>
                <a:cxn ang="0">
                  <a:pos x="11" y="17"/>
                </a:cxn>
                <a:cxn ang="0">
                  <a:pos x="12" y="12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15" h="56">
                  <a:moveTo>
                    <a:pt x="7" y="2"/>
                  </a:moveTo>
                  <a:lnTo>
                    <a:pt x="7" y="2"/>
                  </a:lnTo>
                  <a:lnTo>
                    <a:pt x="4" y="8"/>
                  </a:lnTo>
                  <a:lnTo>
                    <a:pt x="2" y="14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39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2" y="53"/>
                  </a:lnTo>
                  <a:lnTo>
                    <a:pt x="3" y="55"/>
                  </a:lnTo>
                  <a:lnTo>
                    <a:pt x="4" y="56"/>
                  </a:lnTo>
                  <a:lnTo>
                    <a:pt x="6" y="56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10" y="53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9" y="29"/>
                  </a:lnTo>
                  <a:lnTo>
                    <a:pt x="10" y="23"/>
                  </a:lnTo>
                  <a:lnTo>
                    <a:pt x="11" y="17"/>
                  </a:lnTo>
                  <a:lnTo>
                    <a:pt x="12" y="12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1" name="Freeform 572"/>
            <p:cNvSpPr/>
            <p:nvPr/>
          </p:nvSpPr>
          <p:spPr bwMode="auto">
            <a:xfrm>
              <a:off x="5549901" y="2212975"/>
              <a:ext cx="4763" cy="254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45"/>
                </a:cxn>
                <a:cxn ang="0">
                  <a:pos x="1" y="47"/>
                </a:cxn>
                <a:cxn ang="0">
                  <a:pos x="3" y="47"/>
                </a:cxn>
                <a:cxn ang="0">
                  <a:pos x="4" y="48"/>
                </a:cxn>
                <a:cxn ang="0">
                  <a:pos x="6" y="47"/>
                </a:cxn>
                <a:cxn ang="0">
                  <a:pos x="7" y="47"/>
                </a:cxn>
                <a:cxn ang="0">
                  <a:pos x="8" y="45"/>
                </a:cxn>
                <a:cxn ang="0">
                  <a:pos x="9" y="43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9" h="48">
                  <a:moveTo>
                    <a:pt x="0" y="6"/>
                  </a:move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1" y="47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6" y="47"/>
                  </a:lnTo>
                  <a:lnTo>
                    <a:pt x="7" y="47"/>
                  </a:lnTo>
                  <a:lnTo>
                    <a:pt x="8" y="45"/>
                  </a:lnTo>
                  <a:lnTo>
                    <a:pt x="9" y="43"/>
                  </a:lnTo>
                  <a:lnTo>
                    <a:pt x="9" y="6"/>
                  </a:lnTo>
                  <a:lnTo>
                    <a:pt x="9" y="6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2" name="Freeform 573"/>
            <p:cNvSpPr/>
            <p:nvPr/>
          </p:nvSpPr>
          <p:spPr bwMode="auto">
            <a:xfrm>
              <a:off x="5567363" y="2225675"/>
              <a:ext cx="4763" cy="2540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1" y="47"/>
                </a:cxn>
                <a:cxn ang="0">
                  <a:pos x="3" y="47"/>
                </a:cxn>
                <a:cxn ang="0">
                  <a:pos x="4" y="48"/>
                </a:cxn>
                <a:cxn ang="0">
                  <a:pos x="6" y="47"/>
                </a:cxn>
                <a:cxn ang="0">
                  <a:pos x="8" y="47"/>
                </a:cxn>
                <a:cxn ang="0">
                  <a:pos x="9" y="45"/>
                </a:cxn>
                <a:cxn ang="0">
                  <a:pos x="9" y="4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48">
                  <a:moveTo>
                    <a:pt x="0" y="4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47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6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2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3" name="Freeform 574"/>
            <p:cNvSpPr/>
            <p:nvPr/>
          </p:nvSpPr>
          <p:spPr bwMode="auto">
            <a:xfrm>
              <a:off x="5597526" y="2243138"/>
              <a:ext cx="6350" cy="30163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7"/>
                </a:cxn>
                <a:cxn ang="0">
                  <a:pos x="2" y="28"/>
                </a:cxn>
                <a:cxn ang="0">
                  <a:pos x="2" y="39"/>
                </a:cxn>
                <a:cxn ang="0">
                  <a:pos x="1" y="46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3"/>
                </a:cxn>
                <a:cxn ang="0">
                  <a:pos x="1" y="55"/>
                </a:cxn>
                <a:cxn ang="0">
                  <a:pos x="2" y="56"/>
                </a:cxn>
                <a:cxn ang="0">
                  <a:pos x="3" y="57"/>
                </a:cxn>
                <a:cxn ang="0">
                  <a:pos x="5" y="57"/>
                </a:cxn>
                <a:cxn ang="0">
                  <a:pos x="7" y="57"/>
                </a:cxn>
                <a:cxn ang="0">
                  <a:pos x="8" y="55"/>
                </a:cxn>
                <a:cxn ang="0">
                  <a:pos x="9" y="54"/>
                </a:cxn>
                <a:cxn ang="0">
                  <a:pos x="9" y="54"/>
                </a:cxn>
                <a:cxn ang="0">
                  <a:pos x="10" y="48"/>
                </a:cxn>
                <a:cxn ang="0">
                  <a:pos x="11" y="42"/>
                </a:cxn>
                <a:cxn ang="0">
                  <a:pos x="11" y="29"/>
                </a:cxn>
                <a:cxn ang="0">
                  <a:pos x="10" y="17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11" h="57">
                  <a:moveTo>
                    <a:pt x="9" y="5"/>
                  </a:move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7"/>
                  </a:lnTo>
                  <a:lnTo>
                    <a:pt x="2" y="28"/>
                  </a:lnTo>
                  <a:lnTo>
                    <a:pt x="2" y="39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2" y="56"/>
                  </a:lnTo>
                  <a:lnTo>
                    <a:pt x="3" y="57"/>
                  </a:lnTo>
                  <a:lnTo>
                    <a:pt x="5" y="57"/>
                  </a:lnTo>
                  <a:lnTo>
                    <a:pt x="7" y="57"/>
                  </a:lnTo>
                  <a:lnTo>
                    <a:pt x="8" y="55"/>
                  </a:lnTo>
                  <a:lnTo>
                    <a:pt x="9" y="54"/>
                  </a:lnTo>
                  <a:lnTo>
                    <a:pt x="9" y="54"/>
                  </a:lnTo>
                  <a:lnTo>
                    <a:pt x="10" y="48"/>
                  </a:lnTo>
                  <a:lnTo>
                    <a:pt x="11" y="42"/>
                  </a:lnTo>
                  <a:lnTo>
                    <a:pt x="11" y="29"/>
                  </a:lnTo>
                  <a:lnTo>
                    <a:pt x="10" y="17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4" name="Freeform 575"/>
            <p:cNvSpPr/>
            <p:nvPr/>
          </p:nvSpPr>
          <p:spPr bwMode="auto">
            <a:xfrm>
              <a:off x="5354638" y="2393950"/>
              <a:ext cx="6350" cy="31750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4" y="30"/>
                </a:cxn>
                <a:cxn ang="0">
                  <a:pos x="3" y="43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1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6" y="61"/>
                </a:cxn>
                <a:cxn ang="0">
                  <a:pos x="8" y="59"/>
                </a:cxn>
                <a:cxn ang="0">
                  <a:pos x="9" y="58"/>
                </a:cxn>
                <a:cxn ang="0">
                  <a:pos x="9" y="58"/>
                </a:cxn>
                <a:cxn ang="0">
                  <a:pos x="12" y="45"/>
                </a:cxn>
                <a:cxn ang="0">
                  <a:pos x="14" y="31"/>
                </a:cxn>
                <a:cxn ang="0">
                  <a:pos x="14" y="4"/>
                </a:cxn>
                <a:cxn ang="0">
                  <a:pos x="14" y="4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4" h="61">
                  <a:moveTo>
                    <a:pt x="4" y="4"/>
                  </a:moveTo>
                  <a:lnTo>
                    <a:pt x="4" y="4"/>
                  </a:lnTo>
                  <a:lnTo>
                    <a:pt x="4" y="30"/>
                  </a:lnTo>
                  <a:lnTo>
                    <a:pt x="3" y="43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1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8" y="59"/>
                  </a:lnTo>
                  <a:lnTo>
                    <a:pt x="9" y="58"/>
                  </a:lnTo>
                  <a:lnTo>
                    <a:pt x="9" y="58"/>
                  </a:lnTo>
                  <a:lnTo>
                    <a:pt x="12" y="45"/>
                  </a:lnTo>
                  <a:lnTo>
                    <a:pt x="14" y="31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5" name="Freeform 576"/>
            <p:cNvSpPr/>
            <p:nvPr/>
          </p:nvSpPr>
          <p:spPr bwMode="auto">
            <a:xfrm>
              <a:off x="5367338" y="2428875"/>
              <a:ext cx="4763" cy="396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3"/>
                </a:cxn>
                <a:cxn ang="0">
                  <a:pos x="1" y="75"/>
                </a:cxn>
                <a:cxn ang="0">
                  <a:pos x="3" y="76"/>
                </a:cxn>
                <a:cxn ang="0">
                  <a:pos x="4" y="76"/>
                </a:cxn>
                <a:cxn ang="0">
                  <a:pos x="6" y="76"/>
                </a:cxn>
                <a:cxn ang="0">
                  <a:pos x="7" y="75"/>
                </a:cxn>
                <a:cxn ang="0">
                  <a:pos x="8" y="73"/>
                </a:cxn>
                <a:cxn ang="0">
                  <a:pos x="9" y="72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76">
                  <a:moveTo>
                    <a:pt x="0" y="5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1" y="75"/>
                  </a:lnTo>
                  <a:lnTo>
                    <a:pt x="3" y="76"/>
                  </a:lnTo>
                  <a:lnTo>
                    <a:pt x="4" y="76"/>
                  </a:lnTo>
                  <a:lnTo>
                    <a:pt x="6" y="76"/>
                  </a:lnTo>
                  <a:lnTo>
                    <a:pt x="7" y="75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6" name="Freeform 577"/>
            <p:cNvSpPr/>
            <p:nvPr/>
          </p:nvSpPr>
          <p:spPr bwMode="auto">
            <a:xfrm>
              <a:off x="5384801" y="2454275"/>
              <a:ext cx="4763" cy="3968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" y="74"/>
                </a:cxn>
                <a:cxn ang="0">
                  <a:pos x="3" y="75"/>
                </a:cxn>
                <a:cxn ang="0">
                  <a:pos x="4" y="75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9" y="72"/>
                </a:cxn>
                <a:cxn ang="0">
                  <a:pos x="9" y="70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75">
                  <a:moveTo>
                    <a:pt x="0" y="4"/>
                  </a:moveTo>
                  <a:lnTo>
                    <a:pt x="0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" y="74"/>
                  </a:lnTo>
                  <a:lnTo>
                    <a:pt x="3" y="75"/>
                  </a:lnTo>
                  <a:lnTo>
                    <a:pt x="4" y="75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9" y="72"/>
                  </a:lnTo>
                  <a:lnTo>
                    <a:pt x="9" y="70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7" name="Freeform 578"/>
            <p:cNvSpPr/>
            <p:nvPr/>
          </p:nvSpPr>
          <p:spPr bwMode="auto">
            <a:xfrm>
              <a:off x="5402263" y="2479675"/>
              <a:ext cx="6350" cy="3968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4" y="5"/>
                </a:cxn>
                <a:cxn ang="0">
                  <a:pos x="13" y="2"/>
                </a:cxn>
                <a:cxn ang="0">
                  <a:pos x="12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14"/>
                </a:cxn>
                <a:cxn ang="0">
                  <a:pos x="2" y="23"/>
                </a:cxn>
                <a:cxn ang="0">
                  <a:pos x="1" y="32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9"/>
                </a:cxn>
                <a:cxn ang="0">
                  <a:pos x="1" y="57"/>
                </a:cxn>
                <a:cxn ang="0">
                  <a:pos x="3" y="66"/>
                </a:cxn>
                <a:cxn ang="0">
                  <a:pos x="5" y="74"/>
                </a:cxn>
                <a:cxn ang="0">
                  <a:pos x="5" y="74"/>
                </a:cxn>
                <a:cxn ang="0">
                  <a:pos x="6" y="75"/>
                </a:cxn>
                <a:cxn ang="0">
                  <a:pos x="8" y="76"/>
                </a:cxn>
                <a:cxn ang="0">
                  <a:pos x="9" y="76"/>
                </a:cxn>
                <a:cxn ang="0">
                  <a:pos x="11" y="75"/>
                </a:cxn>
                <a:cxn ang="0">
                  <a:pos x="13" y="73"/>
                </a:cxn>
                <a:cxn ang="0">
                  <a:pos x="13" y="71"/>
                </a:cxn>
                <a:cxn ang="0">
                  <a:pos x="13" y="69"/>
                </a:cxn>
                <a:cxn ang="0">
                  <a:pos x="13" y="69"/>
                </a:cxn>
                <a:cxn ang="0">
                  <a:pos x="11" y="60"/>
                </a:cxn>
                <a:cxn ang="0">
                  <a:pos x="9" y="53"/>
                </a:cxn>
                <a:cxn ang="0">
                  <a:pos x="9" y="45"/>
                </a:cxn>
                <a:cxn ang="0">
                  <a:pos x="10" y="37"/>
                </a:cxn>
                <a:cxn ang="0">
                  <a:pos x="12" y="21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4" h="76">
                  <a:moveTo>
                    <a:pt x="14" y="5"/>
                  </a:moveTo>
                  <a:lnTo>
                    <a:pt x="14" y="5"/>
                  </a:lnTo>
                  <a:lnTo>
                    <a:pt x="13" y="2"/>
                  </a:lnTo>
                  <a:lnTo>
                    <a:pt x="12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14"/>
                  </a:lnTo>
                  <a:lnTo>
                    <a:pt x="2" y="23"/>
                  </a:lnTo>
                  <a:lnTo>
                    <a:pt x="1" y="32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1" y="57"/>
                  </a:lnTo>
                  <a:lnTo>
                    <a:pt x="3" y="66"/>
                  </a:lnTo>
                  <a:lnTo>
                    <a:pt x="5" y="74"/>
                  </a:lnTo>
                  <a:lnTo>
                    <a:pt x="5" y="74"/>
                  </a:lnTo>
                  <a:lnTo>
                    <a:pt x="6" y="75"/>
                  </a:lnTo>
                  <a:lnTo>
                    <a:pt x="8" y="76"/>
                  </a:lnTo>
                  <a:lnTo>
                    <a:pt x="9" y="76"/>
                  </a:lnTo>
                  <a:lnTo>
                    <a:pt x="11" y="75"/>
                  </a:lnTo>
                  <a:lnTo>
                    <a:pt x="13" y="73"/>
                  </a:lnTo>
                  <a:lnTo>
                    <a:pt x="13" y="71"/>
                  </a:lnTo>
                  <a:lnTo>
                    <a:pt x="13" y="69"/>
                  </a:lnTo>
                  <a:lnTo>
                    <a:pt x="13" y="69"/>
                  </a:lnTo>
                  <a:lnTo>
                    <a:pt x="11" y="60"/>
                  </a:lnTo>
                  <a:lnTo>
                    <a:pt x="9" y="53"/>
                  </a:lnTo>
                  <a:lnTo>
                    <a:pt x="9" y="45"/>
                  </a:lnTo>
                  <a:lnTo>
                    <a:pt x="10" y="37"/>
                  </a:lnTo>
                  <a:lnTo>
                    <a:pt x="12" y="21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8" name="Freeform 579"/>
            <p:cNvSpPr/>
            <p:nvPr/>
          </p:nvSpPr>
          <p:spPr bwMode="auto">
            <a:xfrm>
              <a:off x="5426076" y="2497138"/>
              <a:ext cx="7938" cy="30163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3"/>
                </a:cxn>
                <a:cxn ang="0">
                  <a:pos x="4" y="9"/>
                </a:cxn>
                <a:cxn ang="0">
                  <a:pos x="1" y="14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40"/>
                </a:cxn>
                <a:cxn ang="0">
                  <a:pos x="1" y="52"/>
                </a:cxn>
                <a:cxn ang="0">
                  <a:pos x="1" y="52"/>
                </a:cxn>
                <a:cxn ang="0">
                  <a:pos x="1" y="54"/>
                </a:cxn>
                <a:cxn ang="0">
                  <a:pos x="3" y="55"/>
                </a:cxn>
                <a:cxn ang="0">
                  <a:pos x="5" y="56"/>
                </a:cxn>
                <a:cxn ang="0">
                  <a:pos x="6" y="57"/>
                </a:cxn>
                <a:cxn ang="0">
                  <a:pos x="8" y="56"/>
                </a:cxn>
                <a:cxn ang="0">
                  <a:pos x="10" y="55"/>
                </a:cxn>
                <a:cxn ang="0">
                  <a:pos x="11" y="54"/>
                </a:cxn>
                <a:cxn ang="0">
                  <a:pos x="11" y="52"/>
                </a:cxn>
                <a:cxn ang="0">
                  <a:pos x="11" y="52"/>
                </a:cxn>
                <a:cxn ang="0">
                  <a:pos x="10" y="29"/>
                </a:cxn>
                <a:cxn ang="0">
                  <a:pos x="10" y="23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15" y="8"/>
                </a:cxn>
                <a:cxn ang="0">
                  <a:pos x="15" y="8"/>
                </a:cxn>
                <a:cxn ang="0">
                  <a:pos x="16" y="6"/>
                </a:cxn>
                <a:cxn ang="0">
                  <a:pos x="15" y="4"/>
                </a:cxn>
                <a:cxn ang="0">
                  <a:pos x="15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16" h="57">
                  <a:moveTo>
                    <a:pt x="7" y="3"/>
                  </a:moveTo>
                  <a:lnTo>
                    <a:pt x="7" y="3"/>
                  </a:lnTo>
                  <a:lnTo>
                    <a:pt x="4" y="9"/>
                  </a:lnTo>
                  <a:lnTo>
                    <a:pt x="1" y="14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40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3" y="55"/>
                  </a:lnTo>
                  <a:lnTo>
                    <a:pt x="5" y="56"/>
                  </a:lnTo>
                  <a:lnTo>
                    <a:pt x="6" y="57"/>
                  </a:lnTo>
                  <a:lnTo>
                    <a:pt x="8" y="56"/>
                  </a:lnTo>
                  <a:lnTo>
                    <a:pt x="10" y="55"/>
                  </a:lnTo>
                  <a:lnTo>
                    <a:pt x="11" y="54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10" y="29"/>
                  </a:lnTo>
                  <a:lnTo>
                    <a:pt x="10" y="23"/>
                  </a:lnTo>
                  <a:lnTo>
                    <a:pt x="11" y="18"/>
                  </a:lnTo>
                  <a:lnTo>
                    <a:pt x="12" y="13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6" y="6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99" name="Freeform 580"/>
            <p:cNvSpPr/>
            <p:nvPr/>
          </p:nvSpPr>
          <p:spPr bwMode="auto">
            <a:xfrm>
              <a:off x="5446713" y="2514600"/>
              <a:ext cx="7938" cy="36513"/>
            </a:xfrm>
            <a:custGeom>
              <a:avLst/>
              <a:gdLst/>
              <a:ahLst/>
              <a:cxnLst>
                <a:cxn ang="0">
                  <a:pos x="15" y="64"/>
                </a:cxn>
                <a:cxn ang="0">
                  <a:pos x="15" y="64"/>
                </a:cxn>
                <a:cxn ang="0">
                  <a:pos x="12" y="56"/>
                </a:cxn>
                <a:cxn ang="0">
                  <a:pos x="10" y="49"/>
                </a:cxn>
                <a:cxn ang="0">
                  <a:pos x="9" y="42"/>
                </a:cxn>
                <a:cxn ang="0">
                  <a:pos x="9" y="35"/>
                </a:cxn>
                <a:cxn ang="0">
                  <a:pos x="10" y="19"/>
                </a:cxn>
                <a:cxn ang="0">
                  <a:pos x="11" y="4"/>
                </a:cxn>
                <a:cxn ang="0">
                  <a:pos x="11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2" y="4"/>
                </a:cxn>
                <a:cxn ang="0">
                  <a:pos x="1" y="20"/>
                </a:cxn>
                <a:cxn ang="0">
                  <a:pos x="0" y="37"/>
                </a:cxn>
                <a:cxn ang="0">
                  <a:pos x="0" y="45"/>
                </a:cxn>
                <a:cxn ang="0">
                  <a:pos x="1" y="53"/>
                </a:cxn>
                <a:cxn ang="0">
                  <a:pos x="3" y="60"/>
                </a:cxn>
                <a:cxn ang="0">
                  <a:pos x="7" y="68"/>
                </a:cxn>
                <a:cxn ang="0">
                  <a:pos x="7" y="68"/>
                </a:cxn>
                <a:cxn ang="0">
                  <a:pos x="8" y="70"/>
                </a:cxn>
                <a:cxn ang="0">
                  <a:pos x="10" y="70"/>
                </a:cxn>
                <a:cxn ang="0">
                  <a:pos x="11" y="70"/>
                </a:cxn>
                <a:cxn ang="0">
                  <a:pos x="13" y="70"/>
                </a:cxn>
                <a:cxn ang="0">
                  <a:pos x="14" y="69"/>
                </a:cxn>
                <a:cxn ang="0">
                  <a:pos x="15" y="67"/>
                </a:cxn>
                <a:cxn ang="0">
                  <a:pos x="15" y="66"/>
                </a:cxn>
                <a:cxn ang="0">
                  <a:pos x="15" y="64"/>
                </a:cxn>
                <a:cxn ang="0">
                  <a:pos x="15" y="64"/>
                </a:cxn>
              </a:cxnLst>
              <a:rect l="0" t="0" r="r" b="b"/>
              <a:pathLst>
                <a:path w="15" h="70">
                  <a:moveTo>
                    <a:pt x="15" y="64"/>
                  </a:moveTo>
                  <a:lnTo>
                    <a:pt x="15" y="64"/>
                  </a:lnTo>
                  <a:lnTo>
                    <a:pt x="12" y="56"/>
                  </a:lnTo>
                  <a:lnTo>
                    <a:pt x="10" y="49"/>
                  </a:lnTo>
                  <a:lnTo>
                    <a:pt x="9" y="42"/>
                  </a:lnTo>
                  <a:lnTo>
                    <a:pt x="9" y="35"/>
                  </a:lnTo>
                  <a:lnTo>
                    <a:pt x="10" y="19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20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1" y="53"/>
                  </a:lnTo>
                  <a:lnTo>
                    <a:pt x="3" y="60"/>
                  </a:lnTo>
                  <a:lnTo>
                    <a:pt x="7" y="68"/>
                  </a:lnTo>
                  <a:lnTo>
                    <a:pt x="7" y="68"/>
                  </a:lnTo>
                  <a:lnTo>
                    <a:pt x="8" y="70"/>
                  </a:lnTo>
                  <a:lnTo>
                    <a:pt x="10" y="70"/>
                  </a:lnTo>
                  <a:lnTo>
                    <a:pt x="11" y="70"/>
                  </a:lnTo>
                  <a:lnTo>
                    <a:pt x="13" y="70"/>
                  </a:lnTo>
                  <a:lnTo>
                    <a:pt x="14" y="69"/>
                  </a:lnTo>
                  <a:lnTo>
                    <a:pt x="15" y="67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5" y="6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0" name="Freeform 581"/>
            <p:cNvSpPr/>
            <p:nvPr/>
          </p:nvSpPr>
          <p:spPr bwMode="auto">
            <a:xfrm>
              <a:off x="5464176" y="2540000"/>
              <a:ext cx="9525" cy="31750"/>
            </a:xfrm>
            <a:custGeom>
              <a:avLst/>
              <a:gdLst/>
              <a:ahLst/>
              <a:cxnLst>
                <a:cxn ang="0">
                  <a:pos x="12" y="37"/>
                </a:cxn>
                <a:cxn ang="0">
                  <a:pos x="12" y="37"/>
                </a:cxn>
                <a:cxn ang="0">
                  <a:pos x="9" y="30"/>
                </a:cxn>
                <a:cxn ang="0">
                  <a:pos x="8" y="2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6"/>
                </a:cxn>
                <a:cxn ang="0">
                  <a:pos x="1" y="38"/>
                </a:cxn>
                <a:cxn ang="0">
                  <a:pos x="4" y="44"/>
                </a:cxn>
                <a:cxn ang="0">
                  <a:pos x="7" y="51"/>
                </a:cxn>
                <a:cxn ang="0">
                  <a:pos x="9" y="57"/>
                </a:cxn>
                <a:cxn ang="0">
                  <a:pos x="9" y="57"/>
                </a:cxn>
                <a:cxn ang="0">
                  <a:pos x="9" y="59"/>
                </a:cxn>
                <a:cxn ang="0">
                  <a:pos x="11" y="60"/>
                </a:cxn>
                <a:cxn ang="0">
                  <a:pos x="14" y="61"/>
                </a:cxn>
                <a:cxn ang="0">
                  <a:pos x="16" y="61"/>
                </a:cxn>
                <a:cxn ang="0">
                  <a:pos x="17" y="60"/>
                </a:cxn>
                <a:cxn ang="0">
                  <a:pos x="18" y="59"/>
                </a:cxn>
                <a:cxn ang="0">
                  <a:pos x="18" y="57"/>
                </a:cxn>
                <a:cxn ang="0">
                  <a:pos x="18" y="57"/>
                </a:cxn>
                <a:cxn ang="0">
                  <a:pos x="17" y="52"/>
                </a:cxn>
                <a:cxn ang="0">
                  <a:pos x="16" y="47"/>
                </a:cxn>
                <a:cxn ang="0">
                  <a:pos x="12" y="37"/>
                </a:cxn>
                <a:cxn ang="0">
                  <a:pos x="12" y="37"/>
                </a:cxn>
              </a:cxnLst>
              <a:rect l="0" t="0" r="r" b="b"/>
              <a:pathLst>
                <a:path w="18" h="61">
                  <a:moveTo>
                    <a:pt x="12" y="37"/>
                  </a:moveTo>
                  <a:lnTo>
                    <a:pt x="12" y="37"/>
                  </a:lnTo>
                  <a:lnTo>
                    <a:pt x="9" y="30"/>
                  </a:lnTo>
                  <a:lnTo>
                    <a:pt x="8" y="2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4" y="44"/>
                  </a:lnTo>
                  <a:lnTo>
                    <a:pt x="7" y="51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9" y="59"/>
                  </a:lnTo>
                  <a:lnTo>
                    <a:pt x="11" y="60"/>
                  </a:lnTo>
                  <a:lnTo>
                    <a:pt x="14" y="61"/>
                  </a:lnTo>
                  <a:lnTo>
                    <a:pt x="16" y="61"/>
                  </a:lnTo>
                  <a:lnTo>
                    <a:pt x="17" y="60"/>
                  </a:lnTo>
                  <a:lnTo>
                    <a:pt x="18" y="59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7" y="52"/>
                  </a:lnTo>
                  <a:lnTo>
                    <a:pt x="16" y="47"/>
                  </a:lnTo>
                  <a:lnTo>
                    <a:pt x="12" y="37"/>
                  </a:lnTo>
                  <a:lnTo>
                    <a:pt x="12" y="3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1" name="Freeform 582"/>
            <p:cNvSpPr/>
            <p:nvPr/>
          </p:nvSpPr>
          <p:spPr bwMode="auto">
            <a:xfrm>
              <a:off x="5489576" y="2562225"/>
              <a:ext cx="7938" cy="30163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14" y="6"/>
                </a:cxn>
                <a:cxn ang="0">
                  <a:pos x="14" y="4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4" y="6"/>
                </a:cxn>
                <a:cxn ang="0">
                  <a:pos x="3" y="11"/>
                </a:cxn>
                <a:cxn ang="0">
                  <a:pos x="2" y="17"/>
                </a:cxn>
                <a:cxn ang="0">
                  <a:pos x="1" y="23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0" y="34"/>
                </a:cxn>
                <a:cxn ang="0">
                  <a:pos x="1" y="41"/>
                </a:cxn>
                <a:cxn ang="0">
                  <a:pos x="3" y="47"/>
                </a:cxn>
                <a:cxn ang="0">
                  <a:pos x="4" y="52"/>
                </a:cxn>
                <a:cxn ang="0">
                  <a:pos x="4" y="52"/>
                </a:cxn>
                <a:cxn ang="0">
                  <a:pos x="5" y="54"/>
                </a:cxn>
                <a:cxn ang="0">
                  <a:pos x="6" y="56"/>
                </a:cxn>
                <a:cxn ang="0">
                  <a:pos x="7" y="57"/>
                </a:cxn>
                <a:cxn ang="0">
                  <a:pos x="10" y="57"/>
                </a:cxn>
                <a:cxn ang="0">
                  <a:pos x="12" y="57"/>
                </a:cxn>
                <a:cxn ang="0">
                  <a:pos x="13" y="56"/>
                </a:cxn>
                <a:cxn ang="0">
                  <a:pos x="14" y="54"/>
                </a:cxn>
                <a:cxn ang="0">
                  <a:pos x="14" y="52"/>
                </a:cxn>
                <a:cxn ang="0">
                  <a:pos x="14" y="52"/>
                </a:cxn>
                <a:cxn ang="0">
                  <a:pos x="13" y="47"/>
                </a:cxn>
                <a:cxn ang="0">
                  <a:pos x="12" y="41"/>
                </a:cxn>
                <a:cxn ang="0">
                  <a:pos x="11" y="34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10" y="23"/>
                </a:cxn>
                <a:cxn ang="0">
                  <a:pos x="12" y="17"/>
                </a:cxn>
                <a:cxn ang="0">
                  <a:pos x="13" y="11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14" h="57">
                  <a:moveTo>
                    <a:pt x="14" y="6"/>
                  </a:moveTo>
                  <a:lnTo>
                    <a:pt x="14" y="6"/>
                  </a:lnTo>
                  <a:lnTo>
                    <a:pt x="14" y="4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5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3" y="11"/>
                  </a:lnTo>
                  <a:lnTo>
                    <a:pt x="2" y="17"/>
                  </a:lnTo>
                  <a:lnTo>
                    <a:pt x="1" y="23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1" y="41"/>
                  </a:lnTo>
                  <a:lnTo>
                    <a:pt x="3" y="47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5" y="54"/>
                  </a:lnTo>
                  <a:lnTo>
                    <a:pt x="6" y="56"/>
                  </a:lnTo>
                  <a:lnTo>
                    <a:pt x="7" y="57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3" y="56"/>
                  </a:lnTo>
                  <a:lnTo>
                    <a:pt x="14" y="54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3" y="47"/>
                  </a:lnTo>
                  <a:lnTo>
                    <a:pt x="12" y="41"/>
                  </a:lnTo>
                  <a:lnTo>
                    <a:pt x="11" y="34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10" y="23"/>
                  </a:lnTo>
                  <a:lnTo>
                    <a:pt x="12" y="17"/>
                  </a:lnTo>
                  <a:lnTo>
                    <a:pt x="13" y="11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2" name="Freeform 583"/>
            <p:cNvSpPr/>
            <p:nvPr/>
          </p:nvSpPr>
          <p:spPr bwMode="auto">
            <a:xfrm>
              <a:off x="5514976" y="2584450"/>
              <a:ext cx="9525" cy="34925"/>
            </a:xfrm>
            <a:custGeom>
              <a:avLst/>
              <a:gdLst/>
              <a:ahLst/>
              <a:cxnLst>
                <a:cxn ang="0">
                  <a:pos x="14" y="41"/>
                </a:cxn>
                <a:cxn ang="0">
                  <a:pos x="14" y="41"/>
                </a:cxn>
                <a:cxn ang="0">
                  <a:pos x="12" y="33"/>
                </a:cxn>
                <a:cxn ang="0">
                  <a:pos x="10" y="24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8"/>
                </a:cxn>
                <a:cxn ang="0">
                  <a:pos x="2" y="32"/>
                </a:cxn>
                <a:cxn ang="0">
                  <a:pos x="2" y="32"/>
                </a:cxn>
                <a:cxn ang="0">
                  <a:pos x="4" y="40"/>
                </a:cxn>
                <a:cxn ang="0">
                  <a:pos x="6" y="47"/>
                </a:cxn>
                <a:cxn ang="0">
                  <a:pos x="8" y="55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64"/>
                </a:cxn>
                <a:cxn ang="0">
                  <a:pos x="11" y="65"/>
                </a:cxn>
                <a:cxn ang="0">
                  <a:pos x="15" y="66"/>
                </a:cxn>
                <a:cxn ang="0">
                  <a:pos x="16" y="66"/>
                </a:cxn>
                <a:cxn ang="0">
                  <a:pos x="18" y="65"/>
                </a:cxn>
                <a:cxn ang="0">
                  <a:pos x="19" y="64"/>
                </a:cxn>
                <a:cxn ang="0">
                  <a:pos x="19" y="62"/>
                </a:cxn>
                <a:cxn ang="0">
                  <a:pos x="19" y="62"/>
                </a:cxn>
                <a:cxn ang="0">
                  <a:pos x="17" y="51"/>
                </a:cxn>
                <a:cxn ang="0">
                  <a:pos x="14" y="41"/>
                </a:cxn>
                <a:cxn ang="0">
                  <a:pos x="14" y="41"/>
                </a:cxn>
              </a:cxnLst>
              <a:rect l="0" t="0" r="r" b="b"/>
              <a:pathLst>
                <a:path w="19" h="66">
                  <a:moveTo>
                    <a:pt x="14" y="41"/>
                  </a:moveTo>
                  <a:lnTo>
                    <a:pt x="14" y="41"/>
                  </a:lnTo>
                  <a:lnTo>
                    <a:pt x="12" y="33"/>
                  </a:lnTo>
                  <a:lnTo>
                    <a:pt x="10" y="24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8"/>
                  </a:lnTo>
                  <a:lnTo>
                    <a:pt x="2" y="32"/>
                  </a:lnTo>
                  <a:lnTo>
                    <a:pt x="2" y="32"/>
                  </a:lnTo>
                  <a:lnTo>
                    <a:pt x="4" y="40"/>
                  </a:lnTo>
                  <a:lnTo>
                    <a:pt x="6" y="47"/>
                  </a:lnTo>
                  <a:lnTo>
                    <a:pt x="8" y="55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64"/>
                  </a:lnTo>
                  <a:lnTo>
                    <a:pt x="11" y="65"/>
                  </a:lnTo>
                  <a:lnTo>
                    <a:pt x="15" y="66"/>
                  </a:lnTo>
                  <a:lnTo>
                    <a:pt x="16" y="66"/>
                  </a:lnTo>
                  <a:lnTo>
                    <a:pt x="18" y="65"/>
                  </a:lnTo>
                  <a:lnTo>
                    <a:pt x="19" y="64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7" y="51"/>
                  </a:lnTo>
                  <a:lnTo>
                    <a:pt x="14" y="41"/>
                  </a:lnTo>
                  <a:lnTo>
                    <a:pt x="14" y="4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3" name="Freeform 584"/>
            <p:cNvSpPr/>
            <p:nvPr/>
          </p:nvSpPr>
          <p:spPr bwMode="auto">
            <a:xfrm>
              <a:off x="5538788" y="2609850"/>
              <a:ext cx="11113" cy="34925"/>
            </a:xfrm>
            <a:custGeom>
              <a:avLst/>
              <a:gdLst/>
              <a:ahLst/>
              <a:cxnLst>
                <a:cxn ang="0">
                  <a:pos x="20" y="61"/>
                </a:cxn>
                <a:cxn ang="0">
                  <a:pos x="20" y="61"/>
                </a:cxn>
                <a:cxn ang="0">
                  <a:pos x="14" y="33"/>
                </a:cxn>
                <a:cxn ang="0">
                  <a:pos x="11" y="19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0"/>
                </a:cxn>
                <a:cxn ang="0">
                  <a:pos x="3" y="34"/>
                </a:cxn>
                <a:cxn ang="0">
                  <a:pos x="11" y="63"/>
                </a:cxn>
                <a:cxn ang="0">
                  <a:pos x="11" y="63"/>
                </a:cxn>
                <a:cxn ang="0">
                  <a:pos x="12" y="65"/>
                </a:cxn>
                <a:cxn ang="0">
                  <a:pos x="13" y="66"/>
                </a:cxn>
                <a:cxn ang="0">
                  <a:pos x="15" y="66"/>
                </a:cxn>
                <a:cxn ang="0">
                  <a:pos x="16" y="66"/>
                </a:cxn>
                <a:cxn ang="0">
                  <a:pos x="18" y="65"/>
                </a:cxn>
                <a:cxn ang="0">
                  <a:pos x="19" y="64"/>
                </a:cxn>
                <a:cxn ang="0">
                  <a:pos x="20" y="63"/>
                </a:cxn>
                <a:cxn ang="0">
                  <a:pos x="20" y="61"/>
                </a:cxn>
                <a:cxn ang="0">
                  <a:pos x="20" y="61"/>
                </a:cxn>
              </a:cxnLst>
              <a:rect l="0" t="0" r="r" b="b"/>
              <a:pathLst>
                <a:path w="20" h="66">
                  <a:moveTo>
                    <a:pt x="20" y="61"/>
                  </a:moveTo>
                  <a:lnTo>
                    <a:pt x="20" y="61"/>
                  </a:lnTo>
                  <a:lnTo>
                    <a:pt x="14" y="33"/>
                  </a:lnTo>
                  <a:lnTo>
                    <a:pt x="11" y="19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0"/>
                  </a:lnTo>
                  <a:lnTo>
                    <a:pt x="3" y="34"/>
                  </a:lnTo>
                  <a:lnTo>
                    <a:pt x="11" y="63"/>
                  </a:lnTo>
                  <a:lnTo>
                    <a:pt x="11" y="63"/>
                  </a:lnTo>
                  <a:lnTo>
                    <a:pt x="12" y="65"/>
                  </a:lnTo>
                  <a:lnTo>
                    <a:pt x="13" y="66"/>
                  </a:lnTo>
                  <a:lnTo>
                    <a:pt x="15" y="66"/>
                  </a:lnTo>
                  <a:lnTo>
                    <a:pt x="16" y="66"/>
                  </a:lnTo>
                  <a:lnTo>
                    <a:pt x="18" y="65"/>
                  </a:lnTo>
                  <a:lnTo>
                    <a:pt x="19" y="64"/>
                  </a:lnTo>
                  <a:lnTo>
                    <a:pt x="20" y="63"/>
                  </a:lnTo>
                  <a:lnTo>
                    <a:pt x="20" y="61"/>
                  </a:lnTo>
                  <a:lnTo>
                    <a:pt x="20" y="6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4" name="Freeform 585"/>
            <p:cNvSpPr/>
            <p:nvPr/>
          </p:nvSpPr>
          <p:spPr bwMode="auto">
            <a:xfrm>
              <a:off x="5562601" y="2635250"/>
              <a:ext cx="6350" cy="31750"/>
            </a:xfrm>
            <a:custGeom>
              <a:avLst/>
              <a:gdLst/>
              <a:ahLst/>
              <a:cxnLst>
                <a:cxn ang="0">
                  <a:pos x="13" y="56"/>
                </a:cxn>
                <a:cxn ang="0">
                  <a:pos x="13" y="56"/>
                </a:cxn>
                <a:cxn ang="0">
                  <a:pos x="11" y="43"/>
                </a:cxn>
                <a:cxn ang="0">
                  <a:pos x="10" y="30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32"/>
                </a:cxn>
                <a:cxn ang="0">
                  <a:pos x="2" y="45"/>
                </a:cxn>
                <a:cxn ang="0">
                  <a:pos x="4" y="58"/>
                </a:cxn>
                <a:cxn ang="0">
                  <a:pos x="4" y="58"/>
                </a:cxn>
                <a:cxn ang="0">
                  <a:pos x="5" y="60"/>
                </a:cxn>
                <a:cxn ang="0">
                  <a:pos x="7" y="61"/>
                </a:cxn>
                <a:cxn ang="0">
                  <a:pos x="8" y="62"/>
                </a:cxn>
                <a:cxn ang="0">
                  <a:pos x="10" y="61"/>
                </a:cxn>
                <a:cxn ang="0">
                  <a:pos x="11" y="61"/>
                </a:cxn>
                <a:cxn ang="0">
                  <a:pos x="13" y="60"/>
                </a:cxn>
                <a:cxn ang="0">
                  <a:pos x="13" y="58"/>
                </a:cxn>
                <a:cxn ang="0">
                  <a:pos x="13" y="56"/>
                </a:cxn>
                <a:cxn ang="0">
                  <a:pos x="13" y="56"/>
                </a:cxn>
              </a:cxnLst>
              <a:rect l="0" t="0" r="r" b="b"/>
              <a:pathLst>
                <a:path w="13" h="62">
                  <a:moveTo>
                    <a:pt x="13" y="56"/>
                  </a:moveTo>
                  <a:lnTo>
                    <a:pt x="13" y="56"/>
                  </a:lnTo>
                  <a:lnTo>
                    <a:pt x="11" y="43"/>
                  </a:lnTo>
                  <a:lnTo>
                    <a:pt x="10" y="30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32"/>
                  </a:lnTo>
                  <a:lnTo>
                    <a:pt x="2" y="45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5" y="60"/>
                  </a:lnTo>
                  <a:lnTo>
                    <a:pt x="7" y="61"/>
                  </a:lnTo>
                  <a:lnTo>
                    <a:pt x="8" y="62"/>
                  </a:lnTo>
                  <a:lnTo>
                    <a:pt x="10" y="61"/>
                  </a:lnTo>
                  <a:lnTo>
                    <a:pt x="11" y="61"/>
                  </a:lnTo>
                  <a:lnTo>
                    <a:pt x="13" y="60"/>
                  </a:lnTo>
                  <a:lnTo>
                    <a:pt x="13" y="58"/>
                  </a:lnTo>
                  <a:lnTo>
                    <a:pt x="13" y="56"/>
                  </a:lnTo>
                  <a:lnTo>
                    <a:pt x="13" y="5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5" name="Freeform 586"/>
            <p:cNvSpPr/>
            <p:nvPr/>
          </p:nvSpPr>
          <p:spPr bwMode="auto">
            <a:xfrm>
              <a:off x="5580063" y="2647950"/>
              <a:ext cx="9525" cy="23813"/>
            </a:xfrm>
            <a:custGeom>
              <a:avLst/>
              <a:gdLst/>
              <a:ahLst/>
              <a:cxnLst>
                <a:cxn ang="0">
                  <a:pos x="18" y="41"/>
                </a:cxn>
                <a:cxn ang="0">
                  <a:pos x="18" y="41"/>
                </a:cxn>
                <a:cxn ang="0">
                  <a:pos x="12" y="23"/>
                </a:cxn>
                <a:cxn ang="0">
                  <a:pos x="10" y="1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14"/>
                </a:cxn>
                <a:cxn ang="0">
                  <a:pos x="3" y="24"/>
                </a:cxn>
                <a:cxn ang="0">
                  <a:pos x="9" y="44"/>
                </a:cxn>
                <a:cxn ang="0">
                  <a:pos x="9" y="44"/>
                </a:cxn>
                <a:cxn ang="0">
                  <a:pos x="10" y="45"/>
                </a:cxn>
                <a:cxn ang="0">
                  <a:pos x="12" y="46"/>
                </a:cxn>
                <a:cxn ang="0">
                  <a:pos x="13" y="47"/>
                </a:cxn>
                <a:cxn ang="0">
                  <a:pos x="15" y="47"/>
                </a:cxn>
                <a:cxn ang="0">
                  <a:pos x="17" y="46"/>
                </a:cxn>
                <a:cxn ang="0">
                  <a:pos x="18" y="45"/>
                </a:cxn>
                <a:cxn ang="0">
                  <a:pos x="18" y="43"/>
                </a:cxn>
                <a:cxn ang="0">
                  <a:pos x="18" y="41"/>
                </a:cxn>
                <a:cxn ang="0">
                  <a:pos x="18" y="41"/>
                </a:cxn>
              </a:cxnLst>
              <a:rect l="0" t="0" r="r" b="b"/>
              <a:pathLst>
                <a:path w="18" h="47">
                  <a:moveTo>
                    <a:pt x="18" y="41"/>
                  </a:moveTo>
                  <a:lnTo>
                    <a:pt x="18" y="41"/>
                  </a:lnTo>
                  <a:lnTo>
                    <a:pt x="12" y="23"/>
                  </a:lnTo>
                  <a:lnTo>
                    <a:pt x="10" y="1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14"/>
                  </a:lnTo>
                  <a:lnTo>
                    <a:pt x="3" y="24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0" y="45"/>
                  </a:lnTo>
                  <a:lnTo>
                    <a:pt x="12" y="46"/>
                  </a:lnTo>
                  <a:lnTo>
                    <a:pt x="13" y="47"/>
                  </a:lnTo>
                  <a:lnTo>
                    <a:pt x="15" y="47"/>
                  </a:lnTo>
                  <a:lnTo>
                    <a:pt x="17" y="46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8" y="41"/>
                  </a:lnTo>
                  <a:lnTo>
                    <a:pt x="18" y="4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6" name="Freeform 587"/>
            <p:cNvSpPr/>
            <p:nvPr/>
          </p:nvSpPr>
          <p:spPr bwMode="auto">
            <a:xfrm>
              <a:off x="5429251" y="2311400"/>
              <a:ext cx="4763" cy="269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1" y="50"/>
                </a:cxn>
                <a:cxn ang="0">
                  <a:pos x="2" y="51"/>
                </a:cxn>
                <a:cxn ang="0">
                  <a:pos x="3" y="52"/>
                </a:cxn>
                <a:cxn ang="0">
                  <a:pos x="5" y="52"/>
                </a:cxn>
                <a:cxn ang="0">
                  <a:pos x="7" y="52"/>
                </a:cxn>
                <a:cxn ang="0">
                  <a:pos x="8" y="51"/>
                </a:cxn>
                <a:cxn ang="0">
                  <a:pos x="9" y="50"/>
                </a:cxn>
                <a:cxn ang="0">
                  <a:pos x="10" y="48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52">
                  <a:moveTo>
                    <a:pt x="0" y="5"/>
                  </a:moveTo>
                  <a:lnTo>
                    <a:pt x="0" y="48"/>
                  </a:lnTo>
                  <a:lnTo>
                    <a:pt x="0" y="48"/>
                  </a:lnTo>
                  <a:lnTo>
                    <a:pt x="1" y="50"/>
                  </a:lnTo>
                  <a:lnTo>
                    <a:pt x="2" y="51"/>
                  </a:lnTo>
                  <a:lnTo>
                    <a:pt x="3" y="52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8" y="51"/>
                  </a:lnTo>
                  <a:lnTo>
                    <a:pt x="9" y="50"/>
                  </a:lnTo>
                  <a:lnTo>
                    <a:pt x="10" y="48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7" name="Freeform 588"/>
            <p:cNvSpPr/>
            <p:nvPr/>
          </p:nvSpPr>
          <p:spPr bwMode="auto">
            <a:xfrm>
              <a:off x="5454651" y="2290763"/>
              <a:ext cx="4763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3"/>
                </a:cxn>
                <a:cxn ang="0">
                  <a:pos x="0" y="53"/>
                </a:cxn>
                <a:cxn ang="0">
                  <a:pos x="1" y="55"/>
                </a:cxn>
                <a:cxn ang="0">
                  <a:pos x="2" y="56"/>
                </a:cxn>
                <a:cxn ang="0">
                  <a:pos x="3" y="57"/>
                </a:cxn>
                <a:cxn ang="0">
                  <a:pos x="5" y="57"/>
                </a:cxn>
                <a:cxn ang="0">
                  <a:pos x="7" y="57"/>
                </a:cxn>
                <a:cxn ang="0">
                  <a:pos x="8" y="56"/>
                </a:cxn>
                <a:cxn ang="0">
                  <a:pos x="9" y="55"/>
                </a:cxn>
                <a:cxn ang="0">
                  <a:pos x="9" y="5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57">
                  <a:moveTo>
                    <a:pt x="0" y="5"/>
                  </a:moveTo>
                  <a:lnTo>
                    <a:pt x="0" y="53"/>
                  </a:lnTo>
                  <a:lnTo>
                    <a:pt x="0" y="53"/>
                  </a:lnTo>
                  <a:lnTo>
                    <a:pt x="1" y="55"/>
                  </a:lnTo>
                  <a:lnTo>
                    <a:pt x="2" y="56"/>
                  </a:lnTo>
                  <a:lnTo>
                    <a:pt x="3" y="57"/>
                  </a:lnTo>
                  <a:lnTo>
                    <a:pt x="5" y="57"/>
                  </a:lnTo>
                  <a:lnTo>
                    <a:pt x="7" y="57"/>
                  </a:lnTo>
                  <a:lnTo>
                    <a:pt x="8" y="56"/>
                  </a:lnTo>
                  <a:lnTo>
                    <a:pt x="9" y="55"/>
                  </a:lnTo>
                  <a:lnTo>
                    <a:pt x="9" y="53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8" name="Freeform 589"/>
            <p:cNvSpPr/>
            <p:nvPr/>
          </p:nvSpPr>
          <p:spPr bwMode="auto">
            <a:xfrm>
              <a:off x="5481638" y="2281238"/>
              <a:ext cx="4763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4"/>
                </a:cxn>
                <a:cxn ang="0">
                  <a:pos x="1" y="56"/>
                </a:cxn>
                <a:cxn ang="0">
                  <a:pos x="3" y="57"/>
                </a:cxn>
                <a:cxn ang="0">
                  <a:pos x="4" y="57"/>
                </a:cxn>
                <a:cxn ang="0">
                  <a:pos x="6" y="57"/>
                </a:cxn>
                <a:cxn ang="0">
                  <a:pos x="8" y="56"/>
                </a:cxn>
                <a:cxn ang="0">
                  <a:pos x="9" y="54"/>
                </a:cxn>
                <a:cxn ang="0">
                  <a:pos x="9" y="52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57">
                  <a:moveTo>
                    <a:pt x="0" y="5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1" y="56"/>
                  </a:lnTo>
                  <a:lnTo>
                    <a:pt x="3" y="57"/>
                  </a:lnTo>
                  <a:lnTo>
                    <a:pt x="4" y="57"/>
                  </a:lnTo>
                  <a:lnTo>
                    <a:pt x="6" y="57"/>
                  </a:lnTo>
                  <a:lnTo>
                    <a:pt x="8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09" name="Freeform 590"/>
            <p:cNvSpPr/>
            <p:nvPr/>
          </p:nvSpPr>
          <p:spPr bwMode="auto">
            <a:xfrm>
              <a:off x="5503863" y="2281238"/>
              <a:ext cx="4763" cy="317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2" y="60"/>
                </a:cxn>
                <a:cxn ang="0">
                  <a:pos x="3" y="61"/>
                </a:cxn>
                <a:cxn ang="0">
                  <a:pos x="5" y="61"/>
                </a:cxn>
                <a:cxn ang="0">
                  <a:pos x="6" y="61"/>
                </a:cxn>
                <a:cxn ang="0">
                  <a:pos x="8" y="60"/>
                </a:cxn>
                <a:cxn ang="0">
                  <a:pos x="9" y="59"/>
                </a:cxn>
                <a:cxn ang="0">
                  <a:pos x="9" y="5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61">
                  <a:moveTo>
                    <a:pt x="0" y="5"/>
                  </a:moveTo>
                  <a:lnTo>
                    <a:pt x="0" y="57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2" y="60"/>
                  </a:lnTo>
                  <a:lnTo>
                    <a:pt x="3" y="61"/>
                  </a:lnTo>
                  <a:lnTo>
                    <a:pt x="5" y="61"/>
                  </a:lnTo>
                  <a:lnTo>
                    <a:pt x="6" y="61"/>
                  </a:lnTo>
                  <a:lnTo>
                    <a:pt x="8" y="60"/>
                  </a:lnTo>
                  <a:lnTo>
                    <a:pt x="9" y="59"/>
                  </a:lnTo>
                  <a:lnTo>
                    <a:pt x="9" y="5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0" name="Freeform 591"/>
            <p:cNvSpPr/>
            <p:nvPr/>
          </p:nvSpPr>
          <p:spPr bwMode="auto">
            <a:xfrm>
              <a:off x="5529263" y="2289175"/>
              <a:ext cx="11113" cy="428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0"/>
                </a:cxn>
                <a:cxn ang="0">
                  <a:pos x="5" y="17"/>
                </a:cxn>
                <a:cxn ang="0">
                  <a:pos x="5" y="33"/>
                </a:cxn>
                <a:cxn ang="0">
                  <a:pos x="5" y="33"/>
                </a:cxn>
                <a:cxn ang="0">
                  <a:pos x="4" y="43"/>
                </a:cxn>
                <a:cxn ang="0">
                  <a:pos x="2" y="54"/>
                </a:cxn>
                <a:cxn ang="0">
                  <a:pos x="1" y="65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0" y="77"/>
                </a:cxn>
                <a:cxn ang="0">
                  <a:pos x="1" y="78"/>
                </a:cxn>
                <a:cxn ang="0">
                  <a:pos x="3" y="79"/>
                </a:cxn>
                <a:cxn ang="0">
                  <a:pos x="4" y="81"/>
                </a:cxn>
                <a:cxn ang="0">
                  <a:pos x="6" y="79"/>
                </a:cxn>
                <a:cxn ang="0">
                  <a:pos x="8" y="78"/>
                </a:cxn>
                <a:cxn ang="0">
                  <a:pos x="9" y="77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60"/>
                </a:cxn>
                <a:cxn ang="0">
                  <a:pos x="13" y="43"/>
                </a:cxn>
                <a:cxn ang="0">
                  <a:pos x="13" y="43"/>
                </a:cxn>
                <a:cxn ang="0">
                  <a:pos x="14" y="25"/>
                </a:cxn>
                <a:cxn ang="0">
                  <a:pos x="15" y="14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9" h="81">
                  <a:moveTo>
                    <a:pt x="9" y="3"/>
                  </a:moveTo>
                  <a:lnTo>
                    <a:pt x="9" y="3"/>
                  </a:lnTo>
                  <a:lnTo>
                    <a:pt x="7" y="10"/>
                  </a:lnTo>
                  <a:lnTo>
                    <a:pt x="5" y="17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" y="43"/>
                  </a:lnTo>
                  <a:lnTo>
                    <a:pt x="2" y="54"/>
                  </a:lnTo>
                  <a:lnTo>
                    <a:pt x="1" y="65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7"/>
                  </a:lnTo>
                  <a:lnTo>
                    <a:pt x="1" y="78"/>
                  </a:lnTo>
                  <a:lnTo>
                    <a:pt x="3" y="79"/>
                  </a:lnTo>
                  <a:lnTo>
                    <a:pt x="4" y="81"/>
                  </a:lnTo>
                  <a:lnTo>
                    <a:pt x="6" y="79"/>
                  </a:lnTo>
                  <a:lnTo>
                    <a:pt x="8" y="78"/>
                  </a:lnTo>
                  <a:lnTo>
                    <a:pt x="9" y="77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60"/>
                  </a:lnTo>
                  <a:lnTo>
                    <a:pt x="13" y="43"/>
                  </a:lnTo>
                  <a:lnTo>
                    <a:pt x="13" y="43"/>
                  </a:lnTo>
                  <a:lnTo>
                    <a:pt x="14" y="25"/>
                  </a:lnTo>
                  <a:lnTo>
                    <a:pt x="15" y="14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1" name="Freeform 592"/>
            <p:cNvSpPr/>
            <p:nvPr/>
          </p:nvSpPr>
          <p:spPr bwMode="auto">
            <a:xfrm>
              <a:off x="5546726" y="2312988"/>
              <a:ext cx="7938" cy="46038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6" y="4"/>
                </a:cxn>
                <a:cxn ang="0">
                  <a:pos x="3" y="13"/>
                </a:cxn>
                <a:cxn ang="0">
                  <a:pos x="1" y="22"/>
                </a:cxn>
                <a:cxn ang="0">
                  <a:pos x="0" y="32"/>
                </a:cxn>
                <a:cxn ang="0">
                  <a:pos x="0" y="42"/>
                </a:cxn>
                <a:cxn ang="0">
                  <a:pos x="1" y="61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2" y="83"/>
                </a:cxn>
                <a:cxn ang="0">
                  <a:pos x="3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7" y="85"/>
                </a:cxn>
                <a:cxn ang="0">
                  <a:pos x="9" y="84"/>
                </a:cxn>
                <a:cxn ang="0">
                  <a:pos x="10" y="83"/>
                </a:cxn>
                <a:cxn ang="0">
                  <a:pos x="10" y="81"/>
                </a:cxn>
                <a:cxn ang="0">
                  <a:pos x="10" y="81"/>
                </a:cxn>
                <a:cxn ang="0">
                  <a:pos x="10" y="61"/>
                </a:cxn>
                <a:cxn ang="0">
                  <a:pos x="9" y="43"/>
                </a:cxn>
                <a:cxn ang="0">
                  <a:pos x="10" y="34"/>
                </a:cxn>
                <a:cxn ang="0">
                  <a:pos x="10" y="24"/>
                </a:cxn>
                <a:cxn ang="0">
                  <a:pos x="12" y="15"/>
                </a:cxn>
                <a:cxn ang="0">
                  <a:pos x="15" y="6"/>
                </a:cxn>
                <a:cxn ang="0">
                  <a:pos x="15" y="6"/>
                </a:cxn>
                <a:cxn ang="0">
                  <a:pos x="15" y="4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5" h="85">
                  <a:moveTo>
                    <a:pt x="6" y="4"/>
                  </a:moveTo>
                  <a:lnTo>
                    <a:pt x="6" y="4"/>
                  </a:lnTo>
                  <a:lnTo>
                    <a:pt x="3" y="13"/>
                  </a:lnTo>
                  <a:lnTo>
                    <a:pt x="1" y="22"/>
                  </a:lnTo>
                  <a:lnTo>
                    <a:pt x="0" y="32"/>
                  </a:lnTo>
                  <a:lnTo>
                    <a:pt x="0" y="42"/>
                  </a:lnTo>
                  <a:lnTo>
                    <a:pt x="1" y="61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2" y="83"/>
                  </a:lnTo>
                  <a:lnTo>
                    <a:pt x="3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7" y="85"/>
                  </a:lnTo>
                  <a:lnTo>
                    <a:pt x="9" y="84"/>
                  </a:lnTo>
                  <a:lnTo>
                    <a:pt x="10" y="83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10" y="61"/>
                  </a:lnTo>
                  <a:lnTo>
                    <a:pt x="9" y="43"/>
                  </a:lnTo>
                  <a:lnTo>
                    <a:pt x="10" y="34"/>
                  </a:lnTo>
                  <a:lnTo>
                    <a:pt x="10" y="24"/>
                  </a:lnTo>
                  <a:lnTo>
                    <a:pt x="12" y="15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2" name="Freeform 593"/>
            <p:cNvSpPr/>
            <p:nvPr/>
          </p:nvSpPr>
          <p:spPr bwMode="auto">
            <a:xfrm>
              <a:off x="5567363" y="2338388"/>
              <a:ext cx="4763" cy="3016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52"/>
                </a:cxn>
                <a:cxn ang="0">
                  <a:pos x="0" y="52"/>
                </a:cxn>
                <a:cxn ang="0">
                  <a:pos x="0" y="54"/>
                </a:cxn>
                <a:cxn ang="0">
                  <a:pos x="1" y="55"/>
                </a:cxn>
                <a:cxn ang="0">
                  <a:pos x="3" y="56"/>
                </a:cxn>
                <a:cxn ang="0">
                  <a:pos x="4" y="56"/>
                </a:cxn>
                <a:cxn ang="0">
                  <a:pos x="6" y="56"/>
                </a:cxn>
                <a:cxn ang="0">
                  <a:pos x="8" y="55"/>
                </a:cxn>
                <a:cxn ang="0">
                  <a:pos x="9" y="54"/>
                </a:cxn>
                <a:cxn ang="0">
                  <a:pos x="9" y="5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56">
                  <a:moveTo>
                    <a:pt x="0" y="4"/>
                  </a:move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1" y="55"/>
                  </a:lnTo>
                  <a:lnTo>
                    <a:pt x="3" y="56"/>
                  </a:lnTo>
                  <a:lnTo>
                    <a:pt x="4" y="56"/>
                  </a:lnTo>
                  <a:lnTo>
                    <a:pt x="6" y="56"/>
                  </a:lnTo>
                  <a:lnTo>
                    <a:pt x="8" y="55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3" name="Freeform 594"/>
            <p:cNvSpPr/>
            <p:nvPr/>
          </p:nvSpPr>
          <p:spPr bwMode="auto">
            <a:xfrm>
              <a:off x="5591176" y="2354263"/>
              <a:ext cx="7938" cy="36513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7" y="2"/>
                </a:cxn>
                <a:cxn ang="0">
                  <a:pos x="4" y="10"/>
                </a:cxn>
                <a:cxn ang="0">
                  <a:pos x="1" y="17"/>
                </a:cxn>
                <a:cxn ang="0">
                  <a:pos x="0" y="26"/>
                </a:cxn>
                <a:cxn ang="0">
                  <a:pos x="0" y="34"/>
                </a:cxn>
                <a:cxn ang="0">
                  <a:pos x="0" y="49"/>
                </a:cxn>
                <a:cxn ang="0">
                  <a:pos x="1" y="66"/>
                </a:cxn>
                <a:cxn ang="0">
                  <a:pos x="1" y="66"/>
                </a:cxn>
                <a:cxn ang="0">
                  <a:pos x="1" y="68"/>
                </a:cxn>
                <a:cxn ang="0">
                  <a:pos x="2" y="70"/>
                </a:cxn>
                <a:cxn ang="0">
                  <a:pos x="5" y="70"/>
                </a:cxn>
                <a:cxn ang="0">
                  <a:pos x="6" y="71"/>
                </a:cxn>
                <a:cxn ang="0">
                  <a:pos x="8" y="70"/>
                </a:cxn>
                <a:cxn ang="0">
                  <a:pos x="10" y="70"/>
                </a:cxn>
                <a:cxn ang="0">
                  <a:pos x="11" y="68"/>
                </a:cxn>
                <a:cxn ang="0">
                  <a:pos x="11" y="66"/>
                </a:cxn>
                <a:cxn ang="0">
                  <a:pos x="11" y="66"/>
                </a:cxn>
                <a:cxn ang="0">
                  <a:pos x="10" y="36"/>
                </a:cxn>
                <a:cxn ang="0">
                  <a:pos x="10" y="29"/>
                </a:cxn>
                <a:cxn ang="0">
                  <a:pos x="11" y="22"/>
                </a:cxn>
                <a:cxn ang="0">
                  <a:pos x="12" y="14"/>
                </a:cxn>
                <a:cxn ang="0">
                  <a:pos x="15" y="7"/>
                </a:cxn>
                <a:cxn ang="0">
                  <a:pos x="15" y="7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15" h="71">
                  <a:moveTo>
                    <a:pt x="7" y="2"/>
                  </a:moveTo>
                  <a:lnTo>
                    <a:pt x="7" y="2"/>
                  </a:lnTo>
                  <a:lnTo>
                    <a:pt x="4" y="10"/>
                  </a:lnTo>
                  <a:lnTo>
                    <a:pt x="1" y="17"/>
                  </a:lnTo>
                  <a:lnTo>
                    <a:pt x="0" y="26"/>
                  </a:lnTo>
                  <a:lnTo>
                    <a:pt x="0" y="34"/>
                  </a:lnTo>
                  <a:lnTo>
                    <a:pt x="0" y="4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68"/>
                  </a:lnTo>
                  <a:lnTo>
                    <a:pt x="2" y="70"/>
                  </a:lnTo>
                  <a:lnTo>
                    <a:pt x="5" y="70"/>
                  </a:lnTo>
                  <a:lnTo>
                    <a:pt x="6" y="71"/>
                  </a:lnTo>
                  <a:lnTo>
                    <a:pt x="8" y="70"/>
                  </a:lnTo>
                  <a:lnTo>
                    <a:pt x="10" y="70"/>
                  </a:lnTo>
                  <a:lnTo>
                    <a:pt x="11" y="68"/>
                  </a:lnTo>
                  <a:lnTo>
                    <a:pt x="11" y="66"/>
                  </a:lnTo>
                  <a:lnTo>
                    <a:pt x="11" y="66"/>
                  </a:lnTo>
                  <a:lnTo>
                    <a:pt x="10" y="36"/>
                  </a:lnTo>
                  <a:lnTo>
                    <a:pt x="10" y="29"/>
                  </a:lnTo>
                  <a:lnTo>
                    <a:pt x="11" y="22"/>
                  </a:lnTo>
                  <a:lnTo>
                    <a:pt x="12" y="14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4" name="Freeform 595"/>
            <p:cNvSpPr/>
            <p:nvPr/>
          </p:nvSpPr>
          <p:spPr bwMode="auto">
            <a:xfrm>
              <a:off x="5614988" y="2376488"/>
              <a:ext cx="4763" cy="365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68"/>
                </a:cxn>
                <a:cxn ang="0">
                  <a:pos x="1" y="70"/>
                </a:cxn>
                <a:cxn ang="0">
                  <a:pos x="3" y="71"/>
                </a:cxn>
                <a:cxn ang="0">
                  <a:pos x="5" y="71"/>
                </a:cxn>
                <a:cxn ang="0">
                  <a:pos x="6" y="71"/>
                </a:cxn>
                <a:cxn ang="0">
                  <a:pos x="8" y="70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71">
                  <a:moveTo>
                    <a:pt x="0" y="5"/>
                  </a:moveTo>
                  <a:lnTo>
                    <a:pt x="0" y="67"/>
                  </a:lnTo>
                  <a:lnTo>
                    <a:pt x="0" y="67"/>
                  </a:lnTo>
                  <a:lnTo>
                    <a:pt x="0" y="68"/>
                  </a:lnTo>
                  <a:lnTo>
                    <a:pt x="1" y="70"/>
                  </a:lnTo>
                  <a:lnTo>
                    <a:pt x="3" y="71"/>
                  </a:lnTo>
                  <a:lnTo>
                    <a:pt x="5" y="71"/>
                  </a:lnTo>
                  <a:lnTo>
                    <a:pt x="6" y="71"/>
                  </a:lnTo>
                  <a:lnTo>
                    <a:pt x="8" y="70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5" name="Freeform 596"/>
            <p:cNvSpPr/>
            <p:nvPr/>
          </p:nvSpPr>
          <p:spPr bwMode="auto">
            <a:xfrm>
              <a:off x="5637213" y="2398713"/>
              <a:ext cx="4763" cy="3492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1" y="63"/>
                </a:cxn>
                <a:cxn ang="0">
                  <a:pos x="2" y="65"/>
                </a:cxn>
                <a:cxn ang="0">
                  <a:pos x="3" y="65"/>
                </a:cxn>
                <a:cxn ang="0">
                  <a:pos x="5" y="66"/>
                </a:cxn>
                <a:cxn ang="0">
                  <a:pos x="7" y="65"/>
                </a:cxn>
                <a:cxn ang="0">
                  <a:pos x="8" y="65"/>
                </a:cxn>
                <a:cxn ang="0">
                  <a:pos x="9" y="63"/>
                </a:cxn>
                <a:cxn ang="0">
                  <a:pos x="10" y="61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10" h="66">
                  <a:moveTo>
                    <a:pt x="0" y="4"/>
                  </a:moveTo>
                  <a:lnTo>
                    <a:pt x="0" y="61"/>
                  </a:lnTo>
                  <a:lnTo>
                    <a:pt x="0" y="61"/>
                  </a:lnTo>
                  <a:lnTo>
                    <a:pt x="1" y="63"/>
                  </a:lnTo>
                  <a:lnTo>
                    <a:pt x="2" y="65"/>
                  </a:lnTo>
                  <a:lnTo>
                    <a:pt x="3" y="65"/>
                  </a:lnTo>
                  <a:lnTo>
                    <a:pt x="5" y="66"/>
                  </a:lnTo>
                  <a:lnTo>
                    <a:pt x="7" y="65"/>
                  </a:lnTo>
                  <a:lnTo>
                    <a:pt x="8" y="65"/>
                  </a:lnTo>
                  <a:lnTo>
                    <a:pt x="9" y="63"/>
                  </a:lnTo>
                  <a:lnTo>
                    <a:pt x="10" y="61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6" name="Freeform 597"/>
            <p:cNvSpPr/>
            <p:nvPr/>
          </p:nvSpPr>
          <p:spPr bwMode="auto">
            <a:xfrm>
              <a:off x="5657851" y="2419350"/>
              <a:ext cx="4763" cy="365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69"/>
                </a:cxn>
                <a:cxn ang="0">
                  <a:pos x="2" y="70"/>
                </a:cxn>
                <a:cxn ang="0">
                  <a:pos x="3" y="71"/>
                </a:cxn>
                <a:cxn ang="0">
                  <a:pos x="6" y="71"/>
                </a:cxn>
                <a:cxn ang="0">
                  <a:pos x="7" y="71"/>
                </a:cxn>
                <a:cxn ang="0">
                  <a:pos x="9" y="70"/>
                </a:cxn>
                <a:cxn ang="0">
                  <a:pos x="10" y="69"/>
                </a:cxn>
                <a:cxn ang="0">
                  <a:pos x="10" y="67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71">
                  <a:moveTo>
                    <a:pt x="0" y="5"/>
                  </a:moveTo>
                  <a:lnTo>
                    <a:pt x="0" y="67"/>
                  </a:lnTo>
                  <a:lnTo>
                    <a:pt x="0" y="67"/>
                  </a:lnTo>
                  <a:lnTo>
                    <a:pt x="0" y="69"/>
                  </a:lnTo>
                  <a:lnTo>
                    <a:pt x="2" y="70"/>
                  </a:lnTo>
                  <a:lnTo>
                    <a:pt x="3" y="71"/>
                  </a:lnTo>
                  <a:lnTo>
                    <a:pt x="6" y="71"/>
                  </a:lnTo>
                  <a:lnTo>
                    <a:pt x="7" y="71"/>
                  </a:lnTo>
                  <a:lnTo>
                    <a:pt x="9" y="70"/>
                  </a:lnTo>
                  <a:lnTo>
                    <a:pt x="10" y="69"/>
                  </a:lnTo>
                  <a:lnTo>
                    <a:pt x="10" y="67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7" name="Freeform 598"/>
            <p:cNvSpPr/>
            <p:nvPr/>
          </p:nvSpPr>
          <p:spPr bwMode="auto">
            <a:xfrm>
              <a:off x="5680076" y="2441575"/>
              <a:ext cx="7938" cy="36513"/>
            </a:xfrm>
            <a:custGeom>
              <a:avLst/>
              <a:gdLst/>
              <a:ahLst/>
              <a:cxnLst>
                <a:cxn ang="0">
                  <a:pos x="14" y="65"/>
                </a:cxn>
                <a:cxn ang="0">
                  <a:pos x="14" y="65"/>
                </a:cxn>
                <a:cxn ang="0">
                  <a:pos x="11" y="50"/>
                </a:cxn>
                <a:cxn ang="0">
                  <a:pos x="10" y="3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36"/>
                </a:cxn>
                <a:cxn ang="0">
                  <a:pos x="2" y="52"/>
                </a:cxn>
                <a:cxn ang="0">
                  <a:pos x="5" y="67"/>
                </a:cxn>
                <a:cxn ang="0">
                  <a:pos x="5" y="67"/>
                </a:cxn>
                <a:cxn ang="0">
                  <a:pos x="6" y="69"/>
                </a:cxn>
                <a:cxn ang="0">
                  <a:pos x="7" y="70"/>
                </a:cxn>
                <a:cxn ang="0">
                  <a:pos x="9" y="70"/>
                </a:cxn>
                <a:cxn ang="0">
                  <a:pos x="11" y="70"/>
                </a:cxn>
                <a:cxn ang="0">
                  <a:pos x="12" y="69"/>
                </a:cxn>
                <a:cxn ang="0">
                  <a:pos x="13" y="68"/>
                </a:cxn>
                <a:cxn ang="0">
                  <a:pos x="14" y="67"/>
                </a:cxn>
                <a:cxn ang="0">
                  <a:pos x="14" y="65"/>
                </a:cxn>
                <a:cxn ang="0">
                  <a:pos x="14" y="65"/>
                </a:cxn>
              </a:cxnLst>
              <a:rect l="0" t="0" r="r" b="b"/>
              <a:pathLst>
                <a:path w="14" h="70">
                  <a:moveTo>
                    <a:pt x="14" y="65"/>
                  </a:moveTo>
                  <a:lnTo>
                    <a:pt x="14" y="65"/>
                  </a:lnTo>
                  <a:lnTo>
                    <a:pt x="11" y="50"/>
                  </a:lnTo>
                  <a:lnTo>
                    <a:pt x="10" y="3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36"/>
                  </a:lnTo>
                  <a:lnTo>
                    <a:pt x="2" y="52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6" y="69"/>
                  </a:lnTo>
                  <a:lnTo>
                    <a:pt x="7" y="70"/>
                  </a:lnTo>
                  <a:lnTo>
                    <a:pt x="9" y="70"/>
                  </a:lnTo>
                  <a:lnTo>
                    <a:pt x="11" y="70"/>
                  </a:lnTo>
                  <a:lnTo>
                    <a:pt x="12" y="69"/>
                  </a:lnTo>
                  <a:lnTo>
                    <a:pt x="13" y="68"/>
                  </a:lnTo>
                  <a:lnTo>
                    <a:pt x="14" y="67"/>
                  </a:lnTo>
                  <a:lnTo>
                    <a:pt x="14" y="65"/>
                  </a:lnTo>
                  <a:lnTo>
                    <a:pt x="14" y="6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8" name="Freeform 599"/>
            <p:cNvSpPr/>
            <p:nvPr/>
          </p:nvSpPr>
          <p:spPr bwMode="auto">
            <a:xfrm>
              <a:off x="5705476" y="2463800"/>
              <a:ext cx="7938" cy="31750"/>
            </a:xfrm>
            <a:custGeom>
              <a:avLst/>
              <a:gdLst/>
              <a:ahLst/>
              <a:cxnLst>
                <a:cxn ang="0">
                  <a:pos x="10" y="3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9"/>
                </a:cxn>
                <a:cxn ang="0">
                  <a:pos x="1" y="45"/>
                </a:cxn>
                <a:cxn ang="0">
                  <a:pos x="1" y="45"/>
                </a:cxn>
                <a:cxn ang="0">
                  <a:pos x="3" y="50"/>
                </a:cxn>
                <a:cxn ang="0">
                  <a:pos x="5" y="56"/>
                </a:cxn>
                <a:cxn ang="0">
                  <a:pos x="5" y="56"/>
                </a:cxn>
                <a:cxn ang="0">
                  <a:pos x="5" y="58"/>
                </a:cxn>
                <a:cxn ang="0">
                  <a:pos x="7" y="59"/>
                </a:cxn>
                <a:cxn ang="0">
                  <a:pos x="11" y="60"/>
                </a:cxn>
                <a:cxn ang="0">
                  <a:pos x="13" y="60"/>
                </a:cxn>
                <a:cxn ang="0">
                  <a:pos x="14" y="59"/>
                </a:cxn>
                <a:cxn ang="0">
                  <a:pos x="15" y="58"/>
                </a:cxn>
                <a:cxn ang="0">
                  <a:pos x="15" y="56"/>
                </a:cxn>
                <a:cxn ang="0">
                  <a:pos x="15" y="56"/>
                </a:cxn>
                <a:cxn ang="0">
                  <a:pos x="14" y="51"/>
                </a:cxn>
                <a:cxn ang="0">
                  <a:pos x="12" y="46"/>
                </a:cxn>
                <a:cxn ang="0">
                  <a:pos x="11" y="41"/>
                </a:cxn>
                <a:cxn ang="0">
                  <a:pos x="10" y="35"/>
                </a:cxn>
                <a:cxn ang="0">
                  <a:pos x="10" y="35"/>
                </a:cxn>
              </a:cxnLst>
              <a:rect l="0" t="0" r="r" b="b"/>
              <a:pathLst>
                <a:path w="15" h="60">
                  <a:moveTo>
                    <a:pt x="10" y="35"/>
                  </a:move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9"/>
                  </a:lnTo>
                  <a:lnTo>
                    <a:pt x="1" y="45"/>
                  </a:lnTo>
                  <a:lnTo>
                    <a:pt x="1" y="45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8"/>
                  </a:lnTo>
                  <a:lnTo>
                    <a:pt x="7" y="59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4" y="59"/>
                  </a:lnTo>
                  <a:lnTo>
                    <a:pt x="15" y="58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4" y="51"/>
                  </a:lnTo>
                  <a:lnTo>
                    <a:pt x="12" y="46"/>
                  </a:lnTo>
                  <a:lnTo>
                    <a:pt x="11" y="41"/>
                  </a:lnTo>
                  <a:lnTo>
                    <a:pt x="10" y="35"/>
                  </a:lnTo>
                  <a:lnTo>
                    <a:pt x="10" y="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19" name="Freeform 600"/>
            <p:cNvSpPr/>
            <p:nvPr/>
          </p:nvSpPr>
          <p:spPr bwMode="auto">
            <a:xfrm>
              <a:off x="5730876" y="2486025"/>
              <a:ext cx="4763" cy="460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1" y="82"/>
                </a:cxn>
                <a:cxn ang="0">
                  <a:pos x="2" y="85"/>
                </a:cxn>
                <a:cxn ang="0">
                  <a:pos x="3" y="85"/>
                </a:cxn>
                <a:cxn ang="0">
                  <a:pos x="5" y="86"/>
                </a:cxn>
                <a:cxn ang="0">
                  <a:pos x="6" y="85"/>
                </a:cxn>
                <a:cxn ang="0">
                  <a:pos x="8" y="85"/>
                </a:cxn>
                <a:cxn ang="0">
                  <a:pos x="9" y="82"/>
                </a:cxn>
                <a:cxn ang="0">
                  <a:pos x="9" y="80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6">
                  <a:moveTo>
                    <a:pt x="0" y="5"/>
                  </a:moveTo>
                  <a:lnTo>
                    <a:pt x="0" y="80"/>
                  </a:lnTo>
                  <a:lnTo>
                    <a:pt x="0" y="80"/>
                  </a:lnTo>
                  <a:lnTo>
                    <a:pt x="1" y="82"/>
                  </a:lnTo>
                  <a:lnTo>
                    <a:pt x="2" y="85"/>
                  </a:lnTo>
                  <a:lnTo>
                    <a:pt x="3" y="85"/>
                  </a:lnTo>
                  <a:lnTo>
                    <a:pt x="5" y="86"/>
                  </a:lnTo>
                  <a:lnTo>
                    <a:pt x="6" y="85"/>
                  </a:lnTo>
                  <a:lnTo>
                    <a:pt x="8" y="85"/>
                  </a:lnTo>
                  <a:lnTo>
                    <a:pt x="9" y="82"/>
                  </a:lnTo>
                  <a:lnTo>
                    <a:pt x="9" y="80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0" name="Freeform 601"/>
            <p:cNvSpPr/>
            <p:nvPr/>
          </p:nvSpPr>
          <p:spPr bwMode="auto">
            <a:xfrm>
              <a:off x="5748338" y="250666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1" y="78"/>
                </a:cxn>
                <a:cxn ang="0">
                  <a:pos x="2" y="80"/>
                </a:cxn>
                <a:cxn ang="0">
                  <a:pos x="3" y="81"/>
                </a:cxn>
                <a:cxn ang="0">
                  <a:pos x="5" y="81"/>
                </a:cxn>
                <a:cxn ang="0">
                  <a:pos x="7" y="81"/>
                </a:cxn>
                <a:cxn ang="0">
                  <a:pos x="8" y="80"/>
                </a:cxn>
                <a:cxn ang="0">
                  <a:pos x="9" y="78"/>
                </a:cxn>
                <a:cxn ang="0">
                  <a:pos x="10" y="75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81">
                  <a:moveTo>
                    <a:pt x="0" y="5"/>
                  </a:moveTo>
                  <a:lnTo>
                    <a:pt x="0" y="75"/>
                  </a:lnTo>
                  <a:lnTo>
                    <a:pt x="0" y="75"/>
                  </a:lnTo>
                  <a:lnTo>
                    <a:pt x="1" y="78"/>
                  </a:lnTo>
                  <a:lnTo>
                    <a:pt x="2" y="80"/>
                  </a:lnTo>
                  <a:lnTo>
                    <a:pt x="3" y="81"/>
                  </a:lnTo>
                  <a:lnTo>
                    <a:pt x="5" y="81"/>
                  </a:lnTo>
                  <a:lnTo>
                    <a:pt x="7" y="81"/>
                  </a:lnTo>
                  <a:lnTo>
                    <a:pt x="8" y="80"/>
                  </a:lnTo>
                  <a:lnTo>
                    <a:pt x="9" y="78"/>
                  </a:lnTo>
                  <a:lnTo>
                    <a:pt x="10" y="7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1" name="Freeform 602"/>
            <p:cNvSpPr/>
            <p:nvPr/>
          </p:nvSpPr>
          <p:spPr bwMode="auto">
            <a:xfrm>
              <a:off x="5761038" y="2528888"/>
              <a:ext cx="4763" cy="38100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7" y="72"/>
                </a:cxn>
                <a:cxn ang="0">
                  <a:pos x="8" y="71"/>
                </a:cxn>
                <a:cxn ang="0">
                  <a:pos x="9" y="69"/>
                </a:cxn>
                <a:cxn ang="0">
                  <a:pos x="9" y="68"/>
                </a:cxn>
                <a:cxn ang="0">
                  <a:pos x="9" y="6"/>
                </a:cxn>
                <a:cxn ang="0">
                  <a:pos x="9" y="6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4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9" h="72">
                  <a:moveTo>
                    <a:pt x="0" y="6"/>
                  </a:moveTo>
                  <a:lnTo>
                    <a:pt x="0" y="68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7" y="72"/>
                  </a:lnTo>
                  <a:lnTo>
                    <a:pt x="8" y="71"/>
                  </a:lnTo>
                  <a:lnTo>
                    <a:pt x="9" y="69"/>
                  </a:lnTo>
                  <a:lnTo>
                    <a:pt x="9" y="68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2" name="Freeform 603"/>
            <p:cNvSpPr/>
            <p:nvPr/>
          </p:nvSpPr>
          <p:spPr bwMode="auto">
            <a:xfrm>
              <a:off x="5775326" y="2544763"/>
              <a:ext cx="4763" cy="3968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4"/>
                </a:cxn>
                <a:cxn ang="0">
                  <a:pos x="2" y="75"/>
                </a:cxn>
                <a:cxn ang="0">
                  <a:pos x="4" y="76"/>
                </a:cxn>
                <a:cxn ang="0">
                  <a:pos x="5" y="76"/>
                </a:cxn>
                <a:cxn ang="0">
                  <a:pos x="7" y="76"/>
                </a:cxn>
                <a:cxn ang="0">
                  <a:pos x="9" y="75"/>
                </a:cxn>
                <a:cxn ang="0">
                  <a:pos x="10" y="74"/>
                </a:cxn>
                <a:cxn ang="0">
                  <a:pos x="10" y="72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10" h="76">
                  <a:moveTo>
                    <a:pt x="0" y="4"/>
                  </a:moveTo>
                  <a:lnTo>
                    <a:pt x="0" y="72"/>
                  </a:lnTo>
                  <a:lnTo>
                    <a:pt x="0" y="72"/>
                  </a:lnTo>
                  <a:lnTo>
                    <a:pt x="0" y="74"/>
                  </a:lnTo>
                  <a:lnTo>
                    <a:pt x="2" y="75"/>
                  </a:lnTo>
                  <a:lnTo>
                    <a:pt x="4" y="76"/>
                  </a:lnTo>
                  <a:lnTo>
                    <a:pt x="5" y="76"/>
                  </a:lnTo>
                  <a:lnTo>
                    <a:pt x="7" y="76"/>
                  </a:lnTo>
                  <a:lnTo>
                    <a:pt x="9" y="75"/>
                  </a:lnTo>
                  <a:lnTo>
                    <a:pt x="10" y="74"/>
                  </a:lnTo>
                  <a:lnTo>
                    <a:pt x="10" y="72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3" name="Freeform 604"/>
            <p:cNvSpPr/>
            <p:nvPr/>
          </p:nvSpPr>
          <p:spPr bwMode="auto">
            <a:xfrm>
              <a:off x="5181601" y="2170113"/>
              <a:ext cx="665163" cy="654050"/>
            </a:xfrm>
            <a:custGeom>
              <a:avLst/>
              <a:gdLst/>
              <a:ahLst/>
              <a:cxnLst>
                <a:cxn ang="0">
                  <a:pos x="534" y="1115"/>
                </a:cxn>
                <a:cxn ang="0">
                  <a:pos x="311" y="889"/>
                </a:cxn>
                <a:cxn ang="0">
                  <a:pos x="124" y="701"/>
                </a:cxn>
                <a:cxn ang="0">
                  <a:pos x="14" y="547"/>
                </a:cxn>
                <a:cxn ang="0">
                  <a:pos x="5" y="361"/>
                </a:cxn>
                <a:cxn ang="0">
                  <a:pos x="109" y="152"/>
                </a:cxn>
                <a:cxn ang="0">
                  <a:pos x="270" y="29"/>
                </a:cxn>
                <a:cxn ang="0">
                  <a:pos x="103" y="233"/>
                </a:cxn>
                <a:cxn ang="0">
                  <a:pos x="38" y="486"/>
                </a:cxn>
                <a:cxn ang="0">
                  <a:pos x="137" y="664"/>
                </a:cxn>
                <a:cxn ang="0">
                  <a:pos x="467" y="998"/>
                </a:cxn>
                <a:cxn ang="0">
                  <a:pos x="676" y="1170"/>
                </a:cxn>
                <a:cxn ang="0">
                  <a:pos x="872" y="1193"/>
                </a:cxn>
                <a:cxn ang="0">
                  <a:pos x="1085" y="1070"/>
                </a:cxn>
                <a:cxn ang="0">
                  <a:pos x="1218" y="861"/>
                </a:cxn>
                <a:cxn ang="0">
                  <a:pos x="1167" y="643"/>
                </a:cxn>
                <a:cxn ang="0">
                  <a:pos x="1008" y="472"/>
                </a:cxn>
                <a:cxn ang="0">
                  <a:pos x="731" y="201"/>
                </a:cxn>
                <a:cxn ang="0">
                  <a:pos x="553" y="142"/>
                </a:cxn>
                <a:cxn ang="0">
                  <a:pos x="393" y="228"/>
                </a:cxn>
                <a:cxn ang="0">
                  <a:pos x="282" y="427"/>
                </a:cxn>
                <a:cxn ang="0">
                  <a:pos x="388" y="615"/>
                </a:cxn>
                <a:cxn ang="0">
                  <a:pos x="702" y="942"/>
                </a:cxn>
                <a:cxn ang="0">
                  <a:pos x="798" y="922"/>
                </a:cxn>
                <a:cxn ang="0">
                  <a:pos x="641" y="744"/>
                </a:cxn>
                <a:cxn ang="0">
                  <a:pos x="397" y="487"/>
                </a:cxn>
                <a:cxn ang="0">
                  <a:pos x="451" y="309"/>
                </a:cxn>
                <a:cxn ang="0">
                  <a:pos x="591" y="250"/>
                </a:cxn>
                <a:cxn ang="0">
                  <a:pos x="742" y="397"/>
                </a:cxn>
                <a:cxn ang="0">
                  <a:pos x="1076" y="711"/>
                </a:cxn>
                <a:cxn ang="0">
                  <a:pos x="1109" y="861"/>
                </a:cxn>
                <a:cxn ang="0">
                  <a:pos x="858" y="1104"/>
                </a:cxn>
                <a:cxn ang="0">
                  <a:pos x="618" y="1022"/>
                </a:cxn>
                <a:cxn ang="0">
                  <a:pos x="342" y="740"/>
                </a:cxn>
                <a:cxn ang="0">
                  <a:pos x="156" y="450"/>
                </a:cxn>
                <a:cxn ang="0">
                  <a:pos x="287" y="163"/>
                </a:cxn>
                <a:cxn ang="0">
                  <a:pos x="286" y="221"/>
                </a:cxn>
                <a:cxn ang="0">
                  <a:pos x="196" y="489"/>
                </a:cxn>
                <a:cxn ang="0">
                  <a:pos x="398" y="752"/>
                </a:cxn>
                <a:cxn ang="0">
                  <a:pos x="712" y="1049"/>
                </a:cxn>
                <a:cxn ang="0">
                  <a:pos x="926" y="1037"/>
                </a:cxn>
                <a:cxn ang="0">
                  <a:pos x="1077" y="824"/>
                </a:cxn>
                <a:cxn ang="0">
                  <a:pos x="900" y="596"/>
                </a:cxn>
                <a:cxn ang="0">
                  <a:pos x="612" y="298"/>
                </a:cxn>
                <a:cxn ang="0">
                  <a:pos x="527" y="303"/>
                </a:cxn>
                <a:cxn ang="0">
                  <a:pos x="477" y="332"/>
                </a:cxn>
                <a:cxn ang="0">
                  <a:pos x="441" y="486"/>
                </a:cxn>
                <a:cxn ang="0">
                  <a:pos x="731" y="783"/>
                </a:cxn>
                <a:cxn ang="0">
                  <a:pos x="829" y="884"/>
                </a:cxn>
                <a:cxn ang="0">
                  <a:pos x="783" y="989"/>
                </a:cxn>
                <a:cxn ang="0">
                  <a:pos x="669" y="962"/>
                </a:cxn>
                <a:cxn ang="0">
                  <a:pos x="450" y="729"/>
                </a:cxn>
                <a:cxn ang="0">
                  <a:pos x="256" y="471"/>
                </a:cxn>
                <a:cxn ang="0">
                  <a:pos x="300" y="284"/>
                </a:cxn>
                <a:cxn ang="0">
                  <a:pos x="464" y="137"/>
                </a:cxn>
                <a:cxn ang="0">
                  <a:pos x="670" y="122"/>
                </a:cxn>
                <a:cxn ang="0">
                  <a:pos x="759" y="177"/>
                </a:cxn>
                <a:cxn ang="0">
                  <a:pos x="1071" y="489"/>
                </a:cxn>
                <a:cxn ang="0">
                  <a:pos x="1188" y="605"/>
                </a:cxn>
                <a:cxn ang="0">
                  <a:pos x="1256" y="846"/>
                </a:cxn>
                <a:cxn ang="0">
                  <a:pos x="1180" y="1021"/>
                </a:cxn>
                <a:cxn ang="0">
                  <a:pos x="930" y="1212"/>
                </a:cxn>
              </a:cxnLst>
              <a:rect l="0" t="0" r="r" b="b"/>
              <a:pathLst>
                <a:path w="1256" h="1235">
                  <a:moveTo>
                    <a:pt x="808" y="1235"/>
                  </a:moveTo>
                  <a:lnTo>
                    <a:pt x="808" y="1235"/>
                  </a:lnTo>
                  <a:lnTo>
                    <a:pt x="792" y="1235"/>
                  </a:lnTo>
                  <a:lnTo>
                    <a:pt x="775" y="1234"/>
                  </a:lnTo>
                  <a:lnTo>
                    <a:pt x="757" y="1232"/>
                  </a:lnTo>
                  <a:lnTo>
                    <a:pt x="738" y="1230"/>
                  </a:lnTo>
                  <a:lnTo>
                    <a:pt x="719" y="1226"/>
                  </a:lnTo>
                  <a:lnTo>
                    <a:pt x="699" y="1220"/>
                  </a:lnTo>
                  <a:lnTo>
                    <a:pt x="679" y="1212"/>
                  </a:lnTo>
                  <a:lnTo>
                    <a:pt x="660" y="1203"/>
                  </a:lnTo>
                  <a:lnTo>
                    <a:pt x="660" y="1203"/>
                  </a:lnTo>
                  <a:lnTo>
                    <a:pt x="629" y="1186"/>
                  </a:lnTo>
                  <a:lnTo>
                    <a:pt x="598" y="1165"/>
                  </a:lnTo>
                  <a:lnTo>
                    <a:pt x="566" y="1141"/>
                  </a:lnTo>
                  <a:lnTo>
                    <a:pt x="534" y="1115"/>
                  </a:lnTo>
                  <a:lnTo>
                    <a:pt x="533" y="1114"/>
                  </a:lnTo>
                  <a:lnTo>
                    <a:pt x="531" y="1114"/>
                  </a:lnTo>
                  <a:lnTo>
                    <a:pt x="531" y="1114"/>
                  </a:lnTo>
                  <a:lnTo>
                    <a:pt x="527" y="1112"/>
                  </a:lnTo>
                  <a:lnTo>
                    <a:pt x="522" y="1109"/>
                  </a:lnTo>
                  <a:lnTo>
                    <a:pt x="518" y="1105"/>
                  </a:lnTo>
                  <a:lnTo>
                    <a:pt x="518" y="1105"/>
                  </a:lnTo>
                  <a:lnTo>
                    <a:pt x="465" y="1051"/>
                  </a:lnTo>
                  <a:lnTo>
                    <a:pt x="440" y="1024"/>
                  </a:lnTo>
                  <a:lnTo>
                    <a:pt x="415" y="997"/>
                  </a:lnTo>
                  <a:lnTo>
                    <a:pt x="415" y="997"/>
                  </a:lnTo>
                  <a:lnTo>
                    <a:pt x="389" y="968"/>
                  </a:lnTo>
                  <a:lnTo>
                    <a:pt x="358" y="935"/>
                  </a:lnTo>
                  <a:lnTo>
                    <a:pt x="326" y="903"/>
                  </a:lnTo>
                  <a:lnTo>
                    <a:pt x="311" y="889"/>
                  </a:lnTo>
                  <a:lnTo>
                    <a:pt x="296" y="878"/>
                  </a:lnTo>
                  <a:lnTo>
                    <a:pt x="296" y="878"/>
                  </a:lnTo>
                  <a:lnTo>
                    <a:pt x="281" y="865"/>
                  </a:lnTo>
                  <a:lnTo>
                    <a:pt x="265" y="852"/>
                  </a:lnTo>
                  <a:lnTo>
                    <a:pt x="250" y="839"/>
                  </a:lnTo>
                  <a:lnTo>
                    <a:pt x="235" y="823"/>
                  </a:lnTo>
                  <a:lnTo>
                    <a:pt x="207" y="793"/>
                  </a:lnTo>
                  <a:lnTo>
                    <a:pt x="180" y="761"/>
                  </a:lnTo>
                  <a:lnTo>
                    <a:pt x="180" y="761"/>
                  </a:lnTo>
                  <a:lnTo>
                    <a:pt x="156" y="732"/>
                  </a:lnTo>
                  <a:lnTo>
                    <a:pt x="130" y="704"/>
                  </a:lnTo>
                  <a:lnTo>
                    <a:pt x="129" y="703"/>
                  </a:lnTo>
                  <a:lnTo>
                    <a:pt x="128" y="703"/>
                  </a:lnTo>
                  <a:lnTo>
                    <a:pt x="128" y="703"/>
                  </a:lnTo>
                  <a:lnTo>
                    <a:pt x="124" y="701"/>
                  </a:lnTo>
                  <a:lnTo>
                    <a:pt x="120" y="698"/>
                  </a:lnTo>
                  <a:lnTo>
                    <a:pt x="74" y="653"/>
                  </a:lnTo>
                  <a:lnTo>
                    <a:pt x="74" y="653"/>
                  </a:lnTo>
                  <a:lnTo>
                    <a:pt x="70" y="648"/>
                  </a:lnTo>
                  <a:lnTo>
                    <a:pt x="67" y="643"/>
                  </a:lnTo>
                  <a:lnTo>
                    <a:pt x="63" y="635"/>
                  </a:lnTo>
                  <a:lnTo>
                    <a:pt x="63" y="635"/>
                  </a:lnTo>
                  <a:lnTo>
                    <a:pt x="60" y="627"/>
                  </a:lnTo>
                  <a:lnTo>
                    <a:pt x="54" y="619"/>
                  </a:lnTo>
                  <a:lnTo>
                    <a:pt x="54" y="619"/>
                  </a:lnTo>
                  <a:lnTo>
                    <a:pt x="40" y="596"/>
                  </a:lnTo>
                  <a:lnTo>
                    <a:pt x="28" y="572"/>
                  </a:lnTo>
                  <a:lnTo>
                    <a:pt x="28" y="572"/>
                  </a:lnTo>
                  <a:lnTo>
                    <a:pt x="14" y="547"/>
                  </a:lnTo>
                  <a:lnTo>
                    <a:pt x="14" y="547"/>
                  </a:lnTo>
                  <a:lnTo>
                    <a:pt x="11" y="540"/>
                  </a:lnTo>
                  <a:lnTo>
                    <a:pt x="7" y="532"/>
                  </a:lnTo>
                  <a:lnTo>
                    <a:pt x="5" y="522"/>
                  </a:lnTo>
                  <a:lnTo>
                    <a:pt x="3" y="513"/>
                  </a:lnTo>
                  <a:lnTo>
                    <a:pt x="0" y="494"/>
                  </a:lnTo>
                  <a:lnTo>
                    <a:pt x="0" y="484"/>
                  </a:lnTo>
                  <a:lnTo>
                    <a:pt x="0" y="475"/>
                  </a:lnTo>
                  <a:lnTo>
                    <a:pt x="0" y="475"/>
                  </a:lnTo>
                  <a:lnTo>
                    <a:pt x="1" y="452"/>
                  </a:lnTo>
                  <a:lnTo>
                    <a:pt x="1" y="431"/>
                  </a:lnTo>
                  <a:lnTo>
                    <a:pt x="1" y="431"/>
                  </a:lnTo>
                  <a:lnTo>
                    <a:pt x="1" y="413"/>
                  </a:lnTo>
                  <a:lnTo>
                    <a:pt x="1" y="395"/>
                  </a:lnTo>
                  <a:lnTo>
                    <a:pt x="2" y="378"/>
                  </a:lnTo>
                  <a:lnTo>
                    <a:pt x="5" y="361"/>
                  </a:lnTo>
                  <a:lnTo>
                    <a:pt x="5" y="361"/>
                  </a:lnTo>
                  <a:lnTo>
                    <a:pt x="8" y="347"/>
                  </a:lnTo>
                  <a:lnTo>
                    <a:pt x="12" y="333"/>
                  </a:lnTo>
                  <a:lnTo>
                    <a:pt x="17" y="320"/>
                  </a:lnTo>
                  <a:lnTo>
                    <a:pt x="22" y="308"/>
                  </a:lnTo>
                  <a:lnTo>
                    <a:pt x="35" y="283"/>
                  </a:lnTo>
                  <a:lnTo>
                    <a:pt x="48" y="260"/>
                  </a:lnTo>
                  <a:lnTo>
                    <a:pt x="48" y="260"/>
                  </a:lnTo>
                  <a:lnTo>
                    <a:pt x="60" y="239"/>
                  </a:lnTo>
                  <a:lnTo>
                    <a:pt x="70" y="219"/>
                  </a:lnTo>
                  <a:lnTo>
                    <a:pt x="70" y="219"/>
                  </a:lnTo>
                  <a:lnTo>
                    <a:pt x="89" y="185"/>
                  </a:lnTo>
                  <a:lnTo>
                    <a:pt x="98" y="168"/>
                  </a:lnTo>
                  <a:lnTo>
                    <a:pt x="109" y="152"/>
                  </a:lnTo>
                  <a:lnTo>
                    <a:pt x="109" y="152"/>
                  </a:lnTo>
                  <a:lnTo>
                    <a:pt x="126" y="130"/>
                  </a:lnTo>
                  <a:lnTo>
                    <a:pt x="142" y="108"/>
                  </a:lnTo>
                  <a:lnTo>
                    <a:pt x="160" y="89"/>
                  </a:lnTo>
                  <a:lnTo>
                    <a:pt x="177" y="69"/>
                  </a:lnTo>
                  <a:lnTo>
                    <a:pt x="195" y="50"/>
                  </a:lnTo>
                  <a:lnTo>
                    <a:pt x="213" y="33"/>
                  </a:lnTo>
                  <a:lnTo>
                    <a:pt x="231" y="16"/>
                  </a:lnTo>
                  <a:lnTo>
                    <a:pt x="250" y="1"/>
                  </a:lnTo>
                  <a:lnTo>
                    <a:pt x="250" y="1"/>
                  </a:lnTo>
                  <a:lnTo>
                    <a:pt x="251" y="0"/>
                  </a:lnTo>
                  <a:lnTo>
                    <a:pt x="251" y="0"/>
                  </a:lnTo>
                  <a:lnTo>
                    <a:pt x="257" y="9"/>
                  </a:lnTo>
                  <a:lnTo>
                    <a:pt x="257" y="9"/>
                  </a:lnTo>
                  <a:lnTo>
                    <a:pt x="270" y="29"/>
                  </a:lnTo>
                  <a:lnTo>
                    <a:pt x="270" y="29"/>
                  </a:lnTo>
                  <a:lnTo>
                    <a:pt x="264" y="34"/>
                  </a:lnTo>
                  <a:lnTo>
                    <a:pt x="264" y="34"/>
                  </a:lnTo>
                  <a:lnTo>
                    <a:pt x="246" y="49"/>
                  </a:lnTo>
                  <a:lnTo>
                    <a:pt x="228" y="67"/>
                  </a:lnTo>
                  <a:lnTo>
                    <a:pt x="210" y="84"/>
                  </a:lnTo>
                  <a:lnTo>
                    <a:pt x="193" y="103"/>
                  </a:lnTo>
                  <a:lnTo>
                    <a:pt x="176" y="122"/>
                  </a:lnTo>
                  <a:lnTo>
                    <a:pt x="161" y="141"/>
                  </a:lnTo>
                  <a:lnTo>
                    <a:pt x="145" y="161"/>
                  </a:lnTo>
                  <a:lnTo>
                    <a:pt x="132" y="182"/>
                  </a:lnTo>
                  <a:lnTo>
                    <a:pt x="132" y="182"/>
                  </a:lnTo>
                  <a:lnTo>
                    <a:pt x="124" y="194"/>
                  </a:lnTo>
                  <a:lnTo>
                    <a:pt x="116" y="207"/>
                  </a:lnTo>
                  <a:lnTo>
                    <a:pt x="103" y="233"/>
                  </a:lnTo>
                  <a:lnTo>
                    <a:pt x="103" y="233"/>
                  </a:lnTo>
                  <a:lnTo>
                    <a:pt x="92" y="256"/>
                  </a:lnTo>
                  <a:lnTo>
                    <a:pt x="79" y="278"/>
                  </a:lnTo>
                  <a:lnTo>
                    <a:pt x="79" y="278"/>
                  </a:lnTo>
                  <a:lnTo>
                    <a:pt x="67" y="299"/>
                  </a:lnTo>
                  <a:lnTo>
                    <a:pt x="56" y="322"/>
                  </a:lnTo>
                  <a:lnTo>
                    <a:pt x="50" y="333"/>
                  </a:lnTo>
                  <a:lnTo>
                    <a:pt x="45" y="346"/>
                  </a:lnTo>
                  <a:lnTo>
                    <a:pt x="42" y="358"/>
                  </a:lnTo>
                  <a:lnTo>
                    <a:pt x="39" y="371"/>
                  </a:lnTo>
                  <a:lnTo>
                    <a:pt x="39" y="371"/>
                  </a:lnTo>
                  <a:lnTo>
                    <a:pt x="36" y="396"/>
                  </a:lnTo>
                  <a:lnTo>
                    <a:pt x="35" y="420"/>
                  </a:lnTo>
                  <a:lnTo>
                    <a:pt x="34" y="443"/>
                  </a:lnTo>
                  <a:lnTo>
                    <a:pt x="35" y="465"/>
                  </a:lnTo>
                  <a:lnTo>
                    <a:pt x="38" y="486"/>
                  </a:lnTo>
                  <a:lnTo>
                    <a:pt x="42" y="506"/>
                  </a:lnTo>
                  <a:lnTo>
                    <a:pt x="47" y="525"/>
                  </a:lnTo>
                  <a:lnTo>
                    <a:pt x="54" y="542"/>
                  </a:lnTo>
                  <a:lnTo>
                    <a:pt x="54" y="542"/>
                  </a:lnTo>
                  <a:lnTo>
                    <a:pt x="62" y="559"/>
                  </a:lnTo>
                  <a:lnTo>
                    <a:pt x="70" y="575"/>
                  </a:lnTo>
                  <a:lnTo>
                    <a:pt x="79" y="591"/>
                  </a:lnTo>
                  <a:lnTo>
                    <a:pt x="89" y="605"/>
                  </a:lnTo>
                  <a:lnTo>
                    <a:pt x="99" y="620"/>
                  </a:lnTo>
                  <a:lnTo>
                    <a:pt x="110" y="634"/>
                  </a:lnTo>
                  <a:lnTo>
                    <a:pt x="122" y="647"/>
                  </a:lnTo>
                  <a:lnTo>
                    <a:pt x="135" y="662"/>
                  </a:lnTo>
                  <a:lnTo>
                    <a:pt x="136" y="663"/>
                  </a:lnTo>
                  <a:lnTo>
                    <a:pt x="137" y="664"/>
                  </a:lnTo>
                  <a:lnTo>
                    <a:pt x="137" y="664"/>
                  </a:lnTo>
                  <a:lnTo>
                    <a:pt x="141" y="665"/>
                  </a:lnTo>
                  <a:lnTo>
                    <a:pt x="145" y="668"/>
                  </a:lnTo>
                  <a:lnTo>
                    <a:pt x="145" y="668"/>
                  </a:lnTo>
                  <a:lnTo>
                    <a:pt x="178" y="702"/>
                  </a:lnTo>
                  <a:lnTo>
                    <a:pt x="209" y="736"/>
                  </a:lnTo>
                  <a:lnTo>
                    <a:pt x="209" y="736"/>
                  </a:lnTo>
                  <a:lnTo>
                    <a:pt x="238" y="767"/>
                  </a:lnTo>
                  <a:lnTo>
                    <a:pt x="268" y="799"/>
                  </a:lnTo>
                  <a:lnTo>
                    <a:pt x="298" y="829"/>
                  </a:lnTo>
                  <a:lnTo>
                    <a:pt x="330" y="858"/>
                  </a:lnTo>
                  <a:lnTo>
                    <a:pt x="330" y="858"/>
                  </a:lnTo>
                  <a:lnTo>
                    <a:pt x="362" y="889"/>
                  </a:lnTo>
                  <a:lnTo>
                    <a:pt x="396" y="923"/>
                  </a:lnTo>
                  <a:lnTo>
                    <a:pt x="431" y="960"/>
                  </a:lnTo>
                  <a:lnTo>
                    <a:pt x="467" y="998"/>
                  </a:lnTo>
                  <a:lnTo>
                    <a:pt x="467" y="998"/>
                  </a:lnTo>
                  <a:lnTo>
                    <a:pt x="506" y="1040"/>
                  </a:lnTo>
                  <a:lnTo>
                    <a:pt x="542" y="1078"/>
                  </a:lnTo>
                  <a:lnTo>
                    <a:pt x="543" y="1079"/>
                  </a:lnTo>
                  <a:lnTo>
                    <a:pt x="545" y="1080"/>
                  </a:lnTo>
                  <a:lnTo>
                    <a:pt x="545" y="1080"/>
                  </a:lnTo>
                  <a:lnTo>
                    <a:pt x="548" y="1081"/>
                  </a:lnTo>
                  <a:lnTo>
                    <a:pt x="552" y="1084"/>
                  </a:lnTo>
                  <a:lnTo>
                    <a:pt x="552" y="1084"/>
                  </a:lnTo>
                  <a:lnTo>
                    <a:pt x="575" y="1103"/>
                  </a:lnTo>
                  <a:lnTo>
                    <a:pt x="601" y="1124"/>
                  </a:lnTo>
                  <a:lnTo>
                    <a:pt x="630" y="1143"/>
                  </a:lnTo>
                  <a:lnTo>
                    <a:pt x="644" y="1153"/>
                  </a:lnTo>
                  <a:lnTo>
                    <a:pt x="661" y="1162"/>
                  </a:lnTo>
                  <a:lnTo>
                    <a:pt x="676" y="1170"/>
                  </a:lnTo>
                  <a:lnTo>
                    <a:pt x="693" y="1177"/>
                  </a:lnTo>
                  <a:lnTo>
                    <a:pt x="710" y="1185"/>
                  </a:lnTo>
                  <a:lnTo>
                    <a:pt x="728" y="1190"/>
                  </a:lnTo>
                  <a:lnTo>
                    <a:pt x="747" y="1195"/>
                  </a:lnTo>
                  <a:lnTo>
                    <a:pt x="765" y="1198"/>
                  </a:lnTo>
                  <a:lnTo>
                    <a:pt x="784" y="1200"/>
                  </a:lnTo>
                  <a:lnTo>
                    <a:pt x="803" y="1201"/>
                  </a:lnTo>
                  <a:lnTo>
                    <a:pt x="803" y="1201"/>
                  </a:lnTo>
                  <a:lnTo>
                    <a:pt x="816" y="1201"/>
                  </a:lnTo>
                  <a:lnTo>
                    <a:pt x="828" y="1200"/>
                  </a:lnTo>
                  <a:lnTo>
                    <a:pt x="841" y="1198"/>
                  </a:lnTo>
                  <a:lnTo>
                    <a:pt x="854" y="1196"/>
                  </a:lnTo>
                  <a:lnTo>
                    <a:pt x="854" y="1196"/>
                  </a:lnTo>
                  <a:lnTo>
                    <a:pt x="872" y="1193"/>
                  </a:lnTo>
                  <a:lnTo>
                    <a:pt x="872" y="1193"/>
                  </a:lnTo>
                  <a:lnTo>
                    <a:pt x="883" y="1191"/>
                  </a:lnTo>
                  <a:lnTo>
                    <a:pt x="895" y="1189"/>
                  </a:lnTo>
                  <a:lnTo>
                    <a:pt x="907" y="1185"/>
                  </a:lnTo>
                  <a:lnTo>
                    <a:pt x="918" y="1179"/>
                  </a:lnTo>
                  <a:lnTo>
                    <a:pt x="918" y="1179"/>
                  </a:lnTo>
                  <a:lnTo>
                    <a:pt x="945" y="1165"/>
                  </a:lnTo>
                  <a:lnTo>
                    <a:pt x="945" y="1165"/>
                  </a:lnTo>
                  <a:lnTo>
                    <a:pt x="977" y="1148"/>
                  </a:lnTo>
                  <a:lnTo>
                    <a:pt x="977" y="1148"/>
                  </a:lnTo>
                  <a:lnTo>
                    <a:pt x="1006" y="1132"/>
                  </a:lnTo>
                  <a:lnTo>
                    <a:pt x="1033" y="1114"/>
                  </a:lnTo>
                  <a:lnTo>
                    <a:pt x="1057" y="1096"/>
                  </a:lnTo>
                  <a:lnTo>
                    <a:pt x="1069" y="1086"/>
                  </a:lnTo>
                  <a:lnTo>
                    <a:pt x="1078" y="1077"/>
                  </a:lnTo>
                  <a:lnTo>
                    <a:pt x="1085" y="1070"/>
                  </a:lnTo>
                  <a:lnTo>
                    <a:pt x="1085" y="1070"/>
                  </a:lnTo>
                  <a:lnTo>
                    <a:pt x="1111" y="1044"/>
                  </a:lnTo>
                  <a:lnTo>
                    <a:pt x="1123" y="1032"/>
                  </a:lnTo>
                  <a:lnTo>
                    <a:pt x="1134" y="1018"/>
                  </a:lnTo>
                  <a:lnTo>
                    <a:pt x="1145" y="1005"/>
                  </a:lnTo>
                  <a:lnTo>
                    <a:pt x="1156" y="990"/>
                  </a:lnTo>
                  <a:lnTo>
                    <a:pt x="1165" y="975"/>
                  </a:lnTo>
                  <a:lnTo>
                    <a:pt x="1173" y="959"/>
                  </a:lnTo>
                  <a:lnTo>
                    <a:pt x="1173" y="959"/>
                  </a:lnTo>
                  <a:lnTo>
                    <a:pt x="1184" y="937"/>
                  </a:lnTo>
                  <a:lnTo>
                    <a:pt x="1184" y="937"/>
                  </a:lnTo>
                  <a:lnTo>
                    <a:pt x="1198" y="912"/>
                  </a:lnTo>
                  <a:lnTo>
                    <a:pt x="1209" y="886"/>
                  </a:lnTo>
                  <a:lnTo>
                    <a:pt x="1213" y="874"/>
                  </a:lnTo>
                  <a:lnTo>
                    <a:pt x="1218" y="861"/>
                  </a:lnTo>
                  <a:lnTo>
                    <a:pt x="1220" y="848"/>
                  </a:lnTo>
                  <a:lnTo>
                    <a:pt x="1222" y="835"/>
                  </a:lnTo>
                  <a:lnTo>
                    <a:pt x="1222" y="835"/>
                  </a:lnTo>
                  <a:lnTo>
                    <a:pt x="1221" y="819"/>
                  </a:lnTo>
                  <a:lnTo>
                    <a:pt x="1220" y="802"/>
                  </a:lnTo>
                  <a:lnTo>
                    <a:pt x="1216" y="784"/>
                  </a:lnTo>
                  <a:lnTo>
                    <a:pt x="1212" y="765"/>
                  </a:lnTo>
                  <a:lnTo>
                    <a:pt x="1207" y="746"/>
                  </a:lnTo>
                  <a:lnTo>
                    <a:pt x="1200" y="724"/>
                  </a:lnTo>
                  <a:lnTo>
                    <a:pt x="1193" y="702"/>
                  </a:lnTo>
                  <a:lnTo>
                    <a:pt x="1183" y="678"/>
                  </a:lnTo>
                  <a:lnTo>
                    <a:pt x="1182" y="677"/>
                  </a:lnTo>
                  <a:lnTo>
                    <a:pt x="1182" y="677"/>
                  </a:lnTo>
                  <a:lnTo>
                    <a:pt x="1174" y="660"/>
                  </a:lnTo>
                  <a:lnTo>
                    <a:pt x="1167" y="643"/>
                  </a:lnTo>
                  <a:lnTo>
                    <a:pt x="1158" y="627"/>
                  </a:lnTo>
                  <a:lnTo>
                    <a:pt x="1151" y="620"/>
                  </a:lnTo>
                  <a:lnTo>
                    <a:pt x="1146" y="612"/>
                  </a:lnTo>
                  <a:lnTo>
                    <a:pt x="1146" y="612"/>
                  </a:lnTo>
                  <a:lnTo>
                    <a:pt x="1138" y="602"/>
                  </a:lnTo>
                  <a:lnTo>
                    <a:pt x="1131" y="592"/>
                  </a:lnTo>
                  <a:lnTo>
                    <a:pt x="1131" y="591"/>
                  </a:lnTo>
                  <a:lnTo>
                    <a:pt x="1130" y="591"/>
                  </a:lnTo>
                  <a:lnTo>
                    <a:pt x="1130" y="591"/>
                  </a:lnTo>
                  <a:lnTo>
                    <a:pt x="1090" y="554"/>
                  </a:lnTo>
                  <a:lnTo>
                    <a:pt x="1090" y="554"/>
                  </a:lnTo>
                  <a:lnTo>
                    <a:pt x="1069" y="535"/>
                  </a:lnTo>
                  <a:lnTo>
                    <a:pt x="1048" y="515"/>
                  </a:lnTo>
                  <a:lnTo>
                    <a:pt x="1027" y="495"/>
                  </a:lnTo>
                  <a:lnTo>
                    <a:pt x="1008" y="472"/>
                  </a:lnTo>
                  <a:lnTo>
                    <a:pt x="1008" y="472"/>
                  </a:lnTo>
                  <a:lnTo>
                    <a:pt x="992" y="454"/>
                  </a:lnTo>
                  <a:lnTo>
                    <a:pt x="972" y="432"/>
                  </a:lnTo>
                  <a:lnTo>
                    <a:pt x="918" y="375"/>
                  </a:lnTo>
                  <a:lnTo>
                    <a:pt x="864" y="319"/>
                  </a:lnTo>
                  <a:lnTo>
                    <a:pt x="824" y="280"/>
                  </a:lnTo>
                  <a:lnTo>
                    <a:pt x="824" y="280"/>
                  </a:lnTo>
                  <a:lnTo>
                    <a:pt x="804" y="262"/>
                  </a:lnTo>
                  <a:lnTo>
                    <a:pt x="783" y="246"/>
                  </a:lnTo>
                  <a:lnTo>
                    <a:pt x="783" y="246"/>
                  </a:lnTo>
                  <a:lnTo>
                    <a:pt x="757" y="225"/>
                  </a:lnTo>
                  <a:lnTo>
                    <a:pt x="743" y="214"/>
                  </a:lnTo>
                  <a:lnTo>
                    <a:pt x="732" y="202"/>
                  </a:lnTo>
                  <a:lnTo>
                    <a:pt x="731" y="201"/>
                  </a:lnTo>
                  <a:lnTo>
                    <a:pt x="731" y="201"/>
                  </a:lnTo>
                  <a:lnTo>
                    <a:pt x="731" y="201"/>
                  </a:lnTo>
                  <a:lnTo>
                    <a:pt x="705" y="184"/>
                  </a:lnTo>
                  <a:lnTo>
                    <a:pt x="693" y="176"/>
                  </a:lnTo>
                  <a:lnTo>
                    <a:pt x="680" y="169"/>
                  </a:lnTo>
                  <a:lnTo>
                    <a:pt x="668" y="163"/>
                  </a:lnTo>
                  <a:lnTo>
                    <a:pt x="655" y="158"/>
                  </a:lnTo>
                  <a:lnTo>
                    <a:pt x="641" y="153"/>
                  </a:lnTo>
                  <a:lnTo>
                    <a:pt x="627" y="150"/>
                  </a:lnTo>
                  <a:lnTo>
                    <a:pt x="627" y="150"/>
                  </a:lnTo>
                  <a:lnTo>
                    <a:pt x="599" y="143"/>
                  </a:lnTo>
                  <a:lnTo>
                    <a:pt x="584" y="141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62" y="141"/>
                  </a:lnTo>
                  <a:lnTo>
                    <a:pt x="553" y="142"/>
                  </a:lnTo>
                  <a:lnTo>
                    <a:pt x="545" y="143"/>
                  </a:lnTo>
                  <a:lnTo>
                    <a:pt x="538" y="145"/>
                  </a:lnTo>
                  <a:lnTo>
                    <a:pt x="538" y="145"/>
                  </a:lnTo>
                  <a:lnTo>
                    <a:pt x="517" y="155"/>
                  </a:lnTo>
                  <a:lnTo>
                    <a:pt x="517" y="155"/>
                  </a:lnTo>
                  <a:lnTo>
                    <a:pt x="502" y="161"/>
                  </a:lnTo>
                  <a:lnTo>
                    <a:pt x="485" y="166"/>
                  </a:lnTo>
                  <a:lnTo>
                    <a:pt x="485" y="166"/>
                  </a:lnTo>
                  <a:lnTo>
                    <a:pt x="477" y="169"/>
                  </a:lnTo>
                  <a:lnTo>
                    <a:pt x="469" y="172"/>
                  </a:lnTo>
                  <a:lnTo>
                    <a:pt x="452" y="181"/>
                  </a:lnTo>
                  <a:lnTo>
                    <a:pt x="437" y="191"/>
                  </a:lnTo>
                  <a:lnTo>
                    <a:pt x="421" y="202"/>
                  </a:lnTo>
                  <a:lnTo>
                    <a:pt x="407" y="215"/>
                  </a:lnTo>
                  <a:lnTo>
                    <a:pt x="393" y="228"/>
                  </a:lnTo>
                  <a:lnTo>
                    <a:pt x="367" y="255"/>
                  </a:lnTo>
                  <a:lnTo>
                    <a:pt x="367" y="255"/>
                  </a:lnTo>
                  <a:lnTo>
                    <a:pt x="355" y="269"/>
                  </a:lnTo>
                  <a:lnTo>
                    <a:pt x="355" y="269"/>
                  </a:lnTo>
                  <a:lnTo>
                    <a:pt x="344" y="282"/>
                  </a:lnTo>
                  <a:lnTo>
                    <a:pt x="332" y="297"/>
                  </a:lnTo>
                  <a:lnTo>
                    <a:pt x="322" y="313"/>
                  </a:lnTo>
                  <a:lnTo>
                    <a:pt x="313" y="329"/>
                  </a:lnTo>
                  <a:lnTo>
                    <a:pt x="303" y="348"/>
                  </a:lnTo>
                  <a:lnTo>
                    <a:pt x="296" y="366"/>
                  </a:lnTo>
                  <a:lnTo>
                    <a:pt x="289" y="385"/>
                  </a:lnTo>
                  <a:lnTo>
                    <a:pt x="284" y="406"/>
                  </a:lnTo>
                  <a:lnTo>
                    <a:pt x="284" y="406"/>
                  </a:lnTo>
                  <a:lnTo>
                    <a:pt x="282" y="416"/>
                  </a:lnTo>
                  <a:lnTo>
                    <a:pt x="282" y="427"/>
                  </a:lnTo>
                  <a:lnTo>
                    <a:pt x="283" y="439"/>
                  </a:lnTo>
                  <a:lnTo>
                    <a:pt x="286" y="450"/>
                  </a:lnTo>
                  <a:lnTo>
                    <a:pt x="289" y="462"/>
                  </a:lnTo>
                  <a:lnTo>
                    <a:pt x="293" y="473"/>
                  </a:lnTo>
                  <a:lnTo>
                    <a:pt x="302" y="495"/>
                  </a:lnTo>
                  <a:lnTo>
                    <a:pt x="302" y="495"/>
                  </a:lnTo>
                  <a:lnTo>
                    <a:pt x="312" y="516"/>
                  </a:lnTo>
                  <a:lnTo>
                    <a:pt x="312" y="516"/>
                  </a:lnTo>
                  <a:lnTo>
                    <a:pt x="318" y="530"/>
                  </a:lnTo>
                  <a:lnTo>
                    <a:pt x="325" y="544"/>
                  </a:lnTo>
                  <a:lnTo>
                    <a:pt x="334" y="557"/>
                  </a:lnTo>
                  <a:lnTo>
                    <a:pt x="345" y="570"/>
                  </a:lnTo>
                  <a:lnTo>
                    <a:pt x="356" y="582"/>
                  </a:lnTo>
                  <a:lnTo>
                    <a:pt x="366" y="595"/>
                  </a:lnTo>
                  <a:lnTo>
                    <a:pt x="388" y="615"/>
                  </a:lnTo>
                  <a:lnTo>
                    <a:pt x="598" y="826"/>
                  </a:lnTo>
                  <a:lnTo>
                    <a:pt x="598" y="826"/>
                  </a:lnTo>
                  <a:lnTo>
                    <a:pt x="611" y="840"/>
                  </a:lnTo>
                  <a:lnTo>
                    <a:pt x="624" y="854"/>
                  </a:lnTo>
                  <a:lnTo>
                    <a:pt x="646" y="883"/>
                  </a:lnTo>
                  <a:lnTo>
                    <a:pt x="646" y="883"/>
                  </a:lnTo>
                  <a:lnTo>
                    <a:pt x="663" y="905"/>
                  </a:lnTo>
                  <a:lnTo>
                    <a:pt x="680" y="925"/>
                  </a:lnTo>
                  <a:lnTo>
                    <a:pt x="681" y="926"/>
                  </a:lnTo>
                  <a:lnTo>
                    <a:pt x="684" y="927"/>
                  </a:lnTo>
                  <a:lnTo>
                    <a:pt x="684" y="927"/>
                  </a:lnTo>
                  <a:lnTo>
                    <a:pt x="687" y="929"/>
                  </a:lnTo>
                  <a:lnTo>
                    <a:pt x="691" y="932"/>
                  </a:lnTo>
                  <a:lnTo>
                    <a:pt x="691" y="932"/>
                  </a:lnTo>
                  <a:lnTo>
                    <a:pt x="702" y="942"/>
                  </a:lnTo>
                  <a:lnTo>
                    <a:pt x="708" y="947"/>
                  </a:lnTo>
                  <a:lnTo>
                    <a:pt x="716" y="951"/>
                  </a:lnTo>
                  <a:lnTo>
                    <a:pt x="723" y="955"/>
                  </a:lnTo>
                  <a:lnTo>
                    <a:pt x="731" y="958"/>
                  </a:lnTo>
                  <a:lnTo>
                    <a:pt x="739" y="960"/>
                  </a:lnTo>
                  <a:lnTo>
                    <a:pt x="748" y="960"/>
                  </a:lnTo>
                  <a:lnTo>
                    <a:pt x="748" y="960"/>
                  </a:lnTo>
                  <a:lnTo>
                    <a:pt x="758" y="959"/>
                  </a:lnTo>
                  <a:lnTo>
                    <a:pt x="767" y="956"/>
                  </a:lnTo>
                  <a:lnTo>
                    <a:pt x="776" y="951"/>
                  </a:lnTo>
                  <a:lnTo>
                    <a:pt x="785" y="944"/>
                  </a:lnTo>
                  <a:lnTo>
                    <a:pt x="785" y="944"/>
                  </a:lnTo>
                  <a:lnTo>
                    <a:pt x="791" y="937"/>
                  </a:lnTo>
                  <a:lnTo>
                    <a:pt x="796" y="929"/>
                  </a:lnTo>
                  <a:lnTo>
                    <a:pt x="798" y="922"/>
                  </a:lnTo>
                  <a:lnTo>
                    <a:pt x="799" y="914"/>
                  </a:lnTo>
                  <a:lnTo>
                    <a:pt x="799" y="914"/>
                  </a:lnTo>
                  <a:lnTo>
                    <a:pt x="798" y="907"/>
                  </a:lnTo>
                  <a:lnTo>
                    <a:pt x="795" y="901"/>
                  </a:lnTo>
                  <a:lnTo>
                    <a:pt x="792" y="893"/>
                  </a:lnTo>
                  <a:lnTo>
                    <a:pt x="788" y="887"/>
                  </a:lnTo>
                  <a:lnTo>
                    <a:pt x="776" y="876"/>
                  </a:lnTo>
                  <a:lnTo>
                    <a:pt x="766" y="865"/>
                  </a:lnTo>
                  <a:lnTo>
                    <a:pt x="765" y="864"/>
                  </a:lnTo>
                  <a:lnTo>
                    <a:pt x="763" y="863"/>
                  </a:lnTo>
                  <a:lnTo>
                    <a:pt x="763" y="863"/>
                  </a:lnTo>
                  <a:lnTo>
                    <a:pt x="759" y="862"/>
                  </a:lnTo>
                  <a:lnTo>
                    <a:pt x="755" y="859"/>
                  </a:lnTo>
                  <a:lnTo>
                    <a:pt x="755" y="859"/>
                  </a:lnTo>
                  <a:lnTo>
                    <a:pt x="641" y="744"/>
                  </a:lnTo>
                  <a:lnTo>
                    <a:pt x="641" y="744"/>
                  </a:lnTo>
                  <a:lnTo>
                    <a:pt x="529" y="629"/>
                  </a:lnTo>
                  <a:lnTo>
                    <a:pt x="529" y="629"/>
                  </a:lnTo>
                  <a:lnTo>
                    <a:pt x="506" y="604"/>
                  </a:lnTo>
                  <a:lnTo>
                    <a:pt x="506" y="604"/>
                  </a:lnTo>
                  <a:lnTo>
                    <a:pt x="486" y="584"/>
                  </a:lnTo>
                  <a:lnTo>
                    <a:pt x="466" y="565"/>
                  </a:lnTo>
                  <a:lnTo>
                    <a:pt x="462" y="562"/>
                  </a:lnTo>
                  <a:lnTo>
                    <a:pt x="462" y="562"/>
                  </a:lnTo>
                  <a:lnTo>
                    <a:pt x="436" y="537"/>
                  </a:lnTo>
                  <a:lnTo>
                    <a:pt x="422" y="523"/>
                  </a:lnTo>
                  <a:lnTo>
                    <a:pt x="411" y="509"/>
                  </a:lnTo>
                  <a:lnTo>
                    <a:pt x="411" y="509"/>
                  </a:lnTo>
                  <a:lnTo>
                    <a:pt x="404" y="499"/>
                  </a:lnTo>
                  <a:lnTo>
                    <a:pt x="397" y="487"/>
                  </a:lnTo>
                  <a:lnTo>
                    <a:pt x="393" y="475"/>
                  </a:lnTo>
                  <a:lnTo>
                    <a:pt x="390" y="464"/>
                  </a:lnTo>
                  <a:lnTo>
                    <a:pt x="388" y="451"/>
                  </a:lnTo>
                  <a:lnTo>
                    <a:pt x="387" y="439"/>
                  </a:lnTo>
                  <a:lnTo>
                    <a:pt x="388" y="426"/>
                  </a:lnTo>
                  <a:lnTo>
                    <a:pt x="390" y="413"/>
                  </a:lnTo>
                  <a:lnTo>
                    <a:pt x="390" y="413"/>
                  </a:lnTo>
                  <a:lnTo>
                    <a:pt x="392" y="402"/>
                  </a:lnTo>
                  <a:lnTo>
                    <a:pt x="396" y="390"/>
                  </a:lnTo>
                  <a:lnTo>
                    <a:pt x="400" y="379"/>
                  </a:lnTo>
                  <a:lnTo>
                    <a:pt x="407" y="368"/>
                  </a:lnTo>
                  <a:lnTo>
                    <a:pt x="412" y="357"/>
                  </a:lnTo>
                  <a:lnTo>
                    <a:pt x="419" y="347"/>
                  </a:lnTo>
                  <a:lnTo>
                    <a:pt x="435" y="327"/>
                  </a:lnTo>
                  <a:lnTo>
                    <a:pt x="451" y="309"/>
                  </a:lnTo>
                  <a:lnTo>
                    <a:pt x="469" y="292"/>
                  </a:lnTo>
                  <a:lnTo>
                    <a:pt x="487" y="277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13" y="261"/>
                  </a:lnTo>
                  <a:lnTo>
                    <a:pt x="519" y="259"/>
                  </a:lnTo>
                  <a:lnTo>
                    <a:pt x="533" y="257"/>
                  </a:lnTo>
                  <a:lnTo>
                    <a:pt x="533" y="257"/>
                  </a:lnTo>
                  <a:lnTo>
                    <a:pt x="541" y="256"/>
                  </a:lnTo>
                  <a:lnTo>
                    <a:pt x="551" y="254"/>
                  </a:lnTo>
                  <a:lnTo>
                    <a:pt x="551" y="254"/>
                  </a:lnTo>
                  <a:lnTo>
                    <a:pt x="565" y="251"/>
                  </a:lnTo>
                  <a:lnTo>
                    <a:pt x="580" y="250"/>
                  </a:lnTo>
                  <a:lnTo>
                    <a:pt x="580" y="250"/>
                  </a:lnTo>
                  <a:lnTo>
                    <a:pt x="591" y="250"/>
                  </a:lnTo>
                  <a:lnTo>
                    <a:pt x="601" y="252"/>
                  </a:lnTo>
                  <a:lnTo>
                    <a:pt x="609" y="255"/>
                  </a:lnTo>
                  <a:lnTo>
                    <a:pt x="616" y="258"/>
                  </a:lnTo>
                  <a:lnTo>
                    <a:pt x="616" y="258"/>
                  </a:lnTo>
                  <a:lnTo>
                    <a:pt x="628" y="266"/>
                  </a:lnTo>
                  <a:lnTo>
                    <a:pt x="638" y="276"/>
                  </a:lnTo>
                  <a:lnTo>
                    <a:pt x="647" y="285"/>
                  </a:lnTo>
                  <a:lnTo>
                    <a:pt x="658" y="294"/>
                  </a:lnTo>
                  <a:lnTo>
                    <a:pt x="675" y="316"/>
                  </a:lnTo>
                  <a:lnTo>
                    <a:pt x="693" y="338"/>
                  </a:lnTo>
                  <a:lnTo>
                    <a:pt x="693" y="338"/>
                  </a:lnTo>
                  <a:lnTo>
                    <a:pt x="707" y="356"/>
                  </a:lnTo>
                  <a:lnTo>
                    <a:pt x="723" y="375"/>
                  </a:lnTo>
                  <a:lnTo>
                    <a:pt x="723" y="375"/>
                  </a:lnTo>
                  <a:lnTo>
                    <a:pt x="742" y="397"/>
                  </a:lnTo>
                  <a:lnTo>
                    <a:pt x="767" y="422"/>
                  </a:lnTo>
                  <a:lnTo>
                    <a:pt x="793" y="448"/>
                  </a:lnTo>
                  <a:lnTo>
                    <a:pt x="823" y="476"/>
                  </a:lnTo>
                  <a:lnTo>
                    <a:pt x="885" y="533"/>
                  </a:lnTo>
                  <a:lnTo>
                    <a:pt x="948" y="591"/>
                  </a:lnTo>
                  <a:lnTo>
                    <a:pt x="948" y="591"/>
                  </a:lnTo>
                  <a:lnTo>
                    <a:pt x="1009" y="646"/>
                  </a:lnTo>
                  <a:lnTo>
                    <a:pt x="1059" y="694"/>
                  </a:lnTo>
                  <a:lnTo>
                    <a:pt x="1062" y="695"/>
                  </a:lnTo>
                  <a:lnTo>
                    <a:pt x="1065" y="698"/>
                  </a:lnTo>
                  <a:lnTo>
                    <a:pt x="1065" y="698"/>
                  </a:lnTo>
                  <a:lnTo>
                    <a:pt x="1073" y="706"/>
                  </a:lnTo>
                  <a:lnTo>
                    <a:pt x="1073" y="706"/>
                  </a:lnTo>
                  <a:lnTo>
                    <a:pt x="1076" y="710"/>
                  </a:lnTo>
                  <a:lnTo>
                    <a:pt x="1076" y="711"/>
                  </a:lnTo>
                  <a:lnTo>
                    <a:pt x="1077" y="711"/>
                  </a:lnTo>
                  <a:lnTo>
                    <a:pt x="1077" y="711"/>
                  </a:lnTo>
                  <a:lnTo>
                    <a:pt x="1086" y="725"/>
                  </a:lnTo>
                  <a:lnTo>
                    <a:pt x="1096" y="739"/>
                  </a:lnTo>
                  <a:lnTo>
                    <a:pt x="1104" y="756"/>
                  </a:lnTo>
                  <a:lnTo>
                    <a:pt x="1110" y="774"/>
                  </a:lnTo>
                  <a:lnTo>
                    <a:pt x="1113" y="784"/>
                  </a:lnTo>
                  <a:lnTo>
                    <a:pt x="1115" y="794"/>
                  </a:lnTo>
                  <a:lnTo>
                    <a:pt x="1116" y="804"/>
                  </a:lnTo>
                  <a:lnTo>
                    <a:pt x="1116" y="815"/>
                  </a:lnTo>
                  <a:lnTo>
                    <a:pt x="1116" y="826"/>
                  </a:lnTo>
                  <a:lnTo>
                    <a:pt x="1114" y="838"/>
                  </a:lnTo>
                  <a:lnTo>
                    <a:pt x="1112" y="850"/>
                  </a:lnTo>
                  <a:lnTo>
                    <a:pt x="1109" y="861"/>
                  </a:lnTo>
                  <a:lnTo>
                    <a:pt x="1109" y="861"/>
                  </a:lnTo>
                  <a:lnTo>
                    <a:pt x="1100" y="886"/>
                  </a:lnTo>
                  <a:lnTo>
                    <a:pt x="1089" y="910"/>
                  </a:lnTo>
                  <a:lnTo>
                    <a:pt x="1079" y="932"/>
                  </a:lnTo>
                  <a:lnTo>
                    <a:pt x="1066" y="952"/>
                  </a:lnTo>
                  <a:lnTo>
                    <a:pt x="1052" y="972"/>
                  </a:lnTo>
                  <a:lnTo>
                    <a:pt x="1037" y="990"/>
                  </a:lnTo>
                  <a:lnTo>
                    <a:pt x="1020" y="1008"/>
                  </a:lnTo>
                  <a:lnTo>
                    <a:pt x="1003" y="1024"/>
                  </a:lnTo>
                  <a:lnTo>
                    <a:pt x="1003" y="1024"/>
                  </a:lnTo>
                  <a:lnTo>
                    <a:pt x="979" y="1044"/>
                  </a:lnTo>
                  <a:lnTo>
                    <a:pt x="954" y="1061"/>
                  </a:lnTo>
                  <a:lnTo>
                    <a:pt x="930" y="1075"/>
                  </a:lnTo>
                  <a:lnTo>
                    <a:pt x="906" y="1087"/>
                  </a:lnTo>
                  <a:lnTo>
                    <a:pt x="882" y="1097"/>
                  </a:lnTo>
                  <a:lnTo>
                    <a:pt x="858" y="1104"/>
                  </a:lnTo>
                  <a:lnTo>
                    <a:pt x="846" y="1106"/>
                  </a:lnTo>
                  <a:lnTo>
                    <a:pt x="834" y="1108"/>
                  </a:lnTo>
                  <a:lnTo>
                    <a:pt x="823" y="1109"/>
                  </a:lnTo>
                  <a:lnTo>
                    <a:pt x="812" y="1109"/>
                  </a:lnTo>
                  <a:lnTo>
                    <a:pt x="812" y="1109"/>
                  </a:lnTo>
                  <a:lnTo>
                    <a:pt x="797" y="1108"/>
                  </a:lnTo>
                  <a:lnTo>
                    <a:pt x="797" y="1108"/>
                  </a:lnTo>
                  <a:lnTo>
                    <a:pt x="772" y="1105"/>
                  </a:lnTo>
                  <a:lnTo>
                    <a:pt x="749" y="1100"/>
                  </a:lnTo>
                  <a:lnTo>
                    <a:pt x="725" y="1093"/>
                  </a:lnTo>
                  <a:lnTo>
                    <a:pt x="702" y="1083"/>
                  </a:lnTo>
                  <a:lnTo>
                    <a:pt x="680" y="1071"/>
                  </a:lnTo>
                  <a:lnTo>
                    <a:pt x="659" y="1058"/>
                  </a:lnTo>
                  <a:lnTo>
                    <a:pt x="638" y="1041"/>
                  </a:lnTo>
                  <a:lnTo>
                    <a:pt x="618" y="1022"/>
                  </a:lnTo>
                  <a:lnTo>
                    <a:pt x="618" y="1022"/>
                  </a:lnTo>
                  <a:lnTo>
                    <a:pt x="615" y="1018"/>
                  </a:lnTo>
                  <a:lnTo>
                    <a:pt x="613" y="1014"/>
                  </a:lnTo>
                  <a:lnTo>
                    <a:pt x="613" y="1012"/>
                  </a:lnTo>
                  <a:lnTo>
                    <a:pt x="612" y="1011"/>
                  </a:lnTo>
                  <a:lnTo>
                    <a:pt x="612" y="1011"/>
                  </a:lnTo>
                  <a:lnTo>
                    <a:pt x="571" y="972"/>
                  </a:lnTo>
                  <a:lnTo>
                    <a:pt x="527" y="929"/>
                  </a:lnTo>
                  <a:lnTo>
                    <a:pt x="527" y="929"/>
                  </a:lnTo>
                  <a:lnTo>
                    <a:pt x="485" y="891"/>
                  </a:lnTo>
                  <a:lnTo>
                    <a:pt x="446" y="852"/>
                  </a:lnTo>
                  <a:lnTo>
                    <a:pt x="408" y="814"/>
                  </a:lnTo>
                  <a:lnTo>
                    <a:pt x="374" y="778"/>
                  </a:lnTo>
                  <a:lnTo>
                    <a:pt x="374" y="778"/>
                  </a:lnTo>
                  <a:lnTo>
                    <a:pt x="342" y="740"/>
                  </a:lnTo>
                  <a:lnTo>
                    <a:pt x="311" y="702"/>
                  </a:lnTo>
                  <a:lnTo>
                    <a:pt x="311" y="702"/>
                  </a:lnTo>
                  <a:lnTo>
                    <a:pt x="288" y="674"/>
                  </a:lnTo>
                  <a:lnTo>
                    <a:pt x="265" y="646"/>
                  </a:lnTo>
                  <a:lnTo>
                    <a:pt x="241" y="620"/>
                  </a:lnTo>
                  <a:lnTo>
                    <a:pt x="216" y="594"/>
                  </a:lnTo>
                  <a:lnTo>
                    <a:pt x="215" y="592"/>
                  </a:lnTo>
                  <a:lnTo>
                    <a:pt x="215" y="592"/>
                  </a:lnTo>
                  <a:lnTo>
                    <a:pt x="200" y="574"/>
                  </a:lnTo>
                  <a:lnTo>
                    <a:pt x="187" y="557"/>
                  </a:lnTo>
                  <a:lnTo>
                    <a:pt x="176" y="537"/>
                  </a:lnTo>
                  <a:lnTo>
                    <a:pt x="168" y="516"/>
                  </a:lnTo>
                  <a:lnTo>
                    <a:pt x="162" y="496"/>
                  </a:lnTo>
                  <a:lnTo>
                    <a:pt x="158" y="473"/>
                  </a:lnTo>
                  <a:lnTo>
                    <a:pt x="156" y="450"/>
                  </a:lnTo>
                  <a:lnTo>
                    <a:pt x="157" y="426"/>
                  </a:lnTo>
                  <a:lnTo>
                    <a:pt x="157" y="426"/>
                  </a:lnTo>
                  <a:lnTo>
                    <a:pt x="159" y="404"/>
                  </a:lnTo>
                  <a:lnTo>
                    <a:pt x="163" y="381"/>
                  </a:lnTo>
                  <a:lnTo>
                    <a:pt x="169" y="359"/>
                  </a:lnTo>
                  <a:lnTo>
                    <a:pt x="176" y="337"/>
                  </a:lnTo>
                  <a:lnTo>
                    <a:pt x="185" y="315"/>
                  </a:lnTo>
                  <a:lnTo>
                    <a:pt x="195" y="294"/>
                  </a:lnTo>
                  <a:lnTo>
                    <a:pt x="205" y="272"/>
                  </a:lnTo>
                  <a:lnTo>
                    <a:pt x="218" y="253"/>
                  </a:lnTo>
                  <a:lnTo>
                    <a:pt x="230" y="233"/>
                  </a:lnTo>
                  <a:lnTo>
                    <a:pt x="243" y="214"/>
                  </a:lnTo>
                  <a:lnTo>
                    <a:pt x="258" y="196"/>
                  </a:lnTo>
                  <a:lnTo>
                    <a:pt x="272" y="178"/>
                  </a:lnTo>
                  <a:lnTo>
                    <a:pt x="287" y="163"/>
                  </a:lnTo>
                  <a:lnTo>
                    <a:pt x="302" y="147"/>
                  </a:lnTo>
                  <a:lnTo>
                    <a:pt x="317" y="134"/>
                  </a:lnTo>
                  <a:lnTo>
                    <a:pt x="332" y="122"/>
                  </a:lnTo>
                  <a:lnTo>
                    <a:pt x="335" y="119"/>
                  </a:lnTo>
                  <a:lnTo>
                    <a:pt x="335" y="119"/>
                  </a:lnTo>
                  <a:lnTo>
                    <a:pt x="343" y="128"/>
                  </a:lnTo>
                  <a:lnTo>
                    <a:pt x="343" y="128"/>
                  </a:lnTo>
                  <a:lnTo>
                    <a:pt x="352" y="136"/>
                  </a:lnTo>
                  <a:lnTo>
                    <a:pt x="362" y="143"/>
                  </a:lnTo>
                  <a:lnTo>
                    <a:pt x="362" y="143"/>
                  </a:lnTo>
                  <a:lnTo>
                    <a:pt x="347" y="158"/>
                  </a:lnTo>
                  <a:lnTo>
                    <a:pt x="331" y="172"/>
                  </a:lnTo>
                  <a:lnTo>
                    <a:pt x="316" y="188"/>
                  </a:lnTo>
                  <a:lnTo>
                    <a:pt x="300" y="204"/>
                  </a:lnTo>
                  <a:lnTo>
                    <a:pt x="286" y="221"/>
                  </a:lnTo>
                  <a:lnTo>
                    <a:pt x="272" y="238"/>
                  </a:lnTo>
                  <a:lnTo>
                    <a:pt x="259" y="257"/>
                  </a:lnTo>
                  <a:lnTo>
                    <a:pt x="247" y="276"/>
                  </a:lnTo>
                  <a:lnTo>
                    <a:pt x="235" y="294"/>
                  </a:lnTo>
                  <a:lnTo>
                    <a:pt x="225" y="314"/>
                  </a:lnTo>
                  <a:lnTo>
                    <a:pt x="216" y="333"/>
                  </a:lnTo>
                  <a:lnTo>
                    <a:pt x="207" y="353"/>
                  </a:lnTo>
                  <a:lnTo>
                    <a:pt x="201" y="373"/>
                  </a:lnTo>
                  <a:lnTo>
                    <a:pt x="196" y="392"/>
                  </a:lnTo>
                  <a:lnTo>
                    <a:pt x="192" y="412"/>
                  </a:lnTo>
                  <a:lnTo>
                    <a:pt x="190" y="432"/>
                  </a:lnTo>
                  <a:lnTo>
                    <a:pt x="190" y="432"/>
                  </a:lnTo>
                  <a:lnTo>
                    <a:pt x="190" y="451"/>
                  </a:lnTo>
                  <a:lnTo>
                    <a:pt x="192" y="471"/>
                  </a:lnTo>
                  <a:lnTo>
                    <a:pt x="196" y="489"/>
                  </a:lnTo>
                  <a:lnTo>
                    <a:pt x="201" y="507"/>
                  </a:lnTo>
                  <a:lnTo>
                    <a:pt x="209" y="523"/>
                  </a:lnTo>
                  <a:lnTo>
                    <a:pt x="219" y="540"/>
                  </a:lnTo>
                  <a:lnTo>
                    <a:pt x="230" y="556"/>
                  </a:lnTo>
                  <a:lnTo>
                    <a:pt x="243" y="570"/>
                  </a:lnTo>
                  <a:lnTo>
                    <a:pt x="245" y="571"/>
                  </a:lnTo>
                  <a:lnTo>
                    <a:pt x="245" y="571"/>
                  </a:lnTo>
                  <a:lnTo>
                    <a:pt x="264" y="593"/>
                  </a:lnTo>
                  <a:lnTo>
                    <a:pt x="284" y="614"/>
                  </a:lnTo>
                  <a:lnTo>
                    <a:pt x="321" y="661"/>
                  </a:lnTo>
                  <a:lnTo>
                    <a:pt x="321" y="661"/>
                  </a:lnTo>
                  <a:lnTo>
                    <a:pt x="358" y="707"/>
                  </a:lnTo>
                  <a:lnTo>
                    <a:pt x="378" y="730"/>
                  </a:lnTo>
                  <a:lnTo>
                    <a:pt x="398" y="752"/>
                  </a:lnTo>
                  <a:lnTo>
                    <a:pt x="398" y="752"/>
                  </a:lnTo>
                  <a:lnTo>
                    <a:pt x="462" y="815"/>
                  </a:lnTo>
                  <a:lnTo>
                    <a:pt x="532" y="883"/>
                  </a:lnTo>
                  <a:lnTo>
                    <a:pt x="532" y="883"/>
                  </a:lnTo>
                  <a:lnTo>
                    <a:pt x="588" y="938"/>
                  </a:lnTo>
                  <a:lnTo>
                    <a:pt x="639" y="987"/>
                  </a:lnTo>
                  <a:lnTo>
                    <a:pt x="639" y="987"/>
                  </a:lnTo>
                  <a:lnTo>
                    <a:pt x="642" y="991"/>
                  </a:lnTo>
                  <a:lnTo>
                    <a:pt x="643" y="996"/>
                  </a:lnTo>
                  <a:lnTo>
                    <a:pt x="644" y="998"/>
                  </a:lnTo>
                  <a:lnTo>
                    <a:pt x="645" y="999"/>
                  </a:lnTo>
                  <a:lnTo>
                    <a:pt x="645" y="999"/>
                  </a:lnTo>
                  <a:lnTo>
                    <a:pt x="660" y="1011"/>
                  </a:lnTo>
                  <a:lnTo>
                    <a:pt x="675" y="1024"/>
                  </a:lnTo>
                  <a:lnTo>
                    <a:pt x="693" y="1038"/>
                  </a:lnTo>
                  <a:lnTo>
                    <a:pt x="712" y="1049"/>
                  </a:lnTo>
                  <a:lnTo>
                    <a:pt x="733" y="1060"/>
                  </a:lnTo>
                  <a:lnTo>
                    <a:pt x="743" y="1064"/>
                  </a:lnTo>
                  <a:lnTo>
                    <a:pt x="755" y="1068"/>
                  </a:lnTo>
                  <a:lnTo>
                    <a:pt x="765" y="1070"/>
                  </a:lnTo>
                  <a:lnTo>
                    <a:pt x="778" y="1073"/>
                  </a:lnTo>
                  <a:lnTo>
                    <a:pt x="789" y="1074"/>
                  </a:lnTo>
                  <a:lnTo>
                    <a:pt x="801" y="1074"/>
                  </a:lnTo>
                  <a:lnTo>
                    <a:pt x="801" y="1074"/>
                  </a:lnTo>
                  <a:lnTo>
                    <a:pt x="813" y="1074"/>
                  </a:lnTo>
                  <a:lnTo>
                    <a:pt x="813" y="1074"/>
                  </a:lnTo>
                  <a:lnTo>
                    <a:pt x="835" y="1071"/>
                  </a:lnTo>
                  <a:lnTo>
                    <a:pt x="858" y="1066"/>
                  </a:lnTo>
                  <a:lnTo>
                    <a:pt x="881" y="1058"/>
                  </a:lnTo>
                  <a:lnTo>
                    <a:pt x="904" y="1048"/>
                  </a:lnTo>
                  <a:lnTo>
                    <a:pt x="926" y="1037"/>
                  </a:lnTo>
                  <a:lnTo>
                    <a:pt x="947" y="1023"/>
                  </a:lnTo>
                  <a:lnTo>
                    <a:pt x="968" y="1008"/>
                  </a:lnTo>
                  <a:lnTo>
                    <a:pt x="986" y="990"/>
                  </a:lnTo>
                  <a:lnTo>
                    <a:pt x="986" y="990"/>
                  </a:lnTo>
                  <a:lnTo>
                    <a:pt x="1003" y="973"/>
                  </a:lnTo>
                  <a:lnTo>
                    <a:pt x="1013" y="961"/>
                  </a:lnTo>
                  <a:lnTo>
                    <a:pt x="1023" y="948"/>
                  </a:lnTo>
                  <a:lnTo>
                    <a:pt x="1034" y="934"/>
                  </a:lnTo>
                  <a:lnTo>
                    <a:pt x="1044" y="917"/>
                  </a:lnTo>
                  <a:lnTo>
                    <a:pt x="1054" y="901"/>
                  </a:lnTo>
                  <a:lnTo>
                    <a:pt x="1063" y="882"/>
                  </a:lnTo>
                  <a:lnTo>
                    <a:pt x="1070" y="863"/>
                  </a:lnTo>
                  <a:lnTo>
                    <a:pt x="1075" y="844"/>
                  </a:lnTo>
                  <a:lnTo>
                    <a:pt x="1076" y="834"/>
                  </a:lnTo>
                  <a:lnTo>
                    <a:pt x="1077" y="824"/>
                  </a:lnTo>
                  <a:lnTo>
                    <a:pt x="1077" y="814"/>
                  </a:lnTo>
                  <a:lnTo>
                    <a:pt x="1077" y="804"/>
                  </a:lnTo>
                  <a:lnTo>
                    <a:pt x="1076" y="794"/>
                  </a:lnTo>
                  <a:lnTo>
                    <a:pt x="1074" y="784"/>
                  </a:lnTo>
                  <a:lnTo>
                    <a:pt x="1071" y="773"/>
                  </a:lnTo>
                  <a:lnTo>
                    <a:pt x="1067" y="764"/>
                  </a:lnTo>
                  <a:lnTo>
                    <a:pt x="1062" y="754"/>
                  </a:lnTo>
                  <a:lnTo>
                    <a:pt x="1055" y="745"/>
                  </a:lnTo>
                  <a:lnTo>
                    <a:pt x="1048" y="734"/>
                  </a:lnTo>
                  <a:lnTo>
                    <a:pt x="1040" y="725"/>
                  </a:lnTo>
                  <a:lnTo>
                    <a:pt x="1040" y="725"/>
                  </a:lnTo>
                  <a:lnTo>
                    <a:pt x="1012" y="698"/>
                  </a:lnTo>
                  <a:lnTo>
                    <a:pt x="979" y="667"/>
                  </a:lnTo>
                  <a:lnTo>
                    <a:pt x="900" y="596"/>
                  </a:lnTo>
                  <a:lnTo>
                    <a:pt x="900" y="596"/>
                  </a:lnTo>
                  <a:lnTo>
                    <a:pt x="812" y="515"/>
                  </a:lnTo>
                  <a:lnTo>
                    <a:pt x="773" y="479"/>
                  </a:lnTo>
                  <a:lnTo>
                    <a:pt x="741" y="448"/>
                  </a:lnTo>
                  <a:lnTo>
                    <a:pt x="741" y="448"/>
                  </a:lnTo>
                  <a:lnTo>
                    <a:pt x="722" y="427"/>
                  </a:lnTo>
                  <a:lnTo>
                    <a:pt x="703" y="407"/>
                  </a:lnTo>
                  <a:lnTo>
                    <a:pt x="667" y="363"/>
                  </a:lnTo>
                  <a:lnTo>
                    <a:pt x="667" y="363"/>
                  </a:lnTo>
                  <a:lnTo>
                    <a:pt x="649" y="341"/>
                  </a:lnTo>
                  <a:lnTo>
                    <a:pt x="649" y="341"/>
                  </a:lnTo>
                  <a:lnTo>
                    <a:pt x="642" y="332"/>
                  </a:lnTo>
                  <a:lnTo>
                    <a:pt x="642" y="332"/>
                  </a:lnTo>
                  <a:lnTo>
                    <a:pt x="632" y="318"/>
                  </a:lnTo>
                  <a:lnTo>
                    <a:pt x="619" y="305"/>
                  </a:lnTo>
                  <a:lnTo>
                    <a:pt x="612" y="298"/>
                  </a:lnTo>
                  <a:lnTo>
                    <a:pt x="605" y="293"/>
                  </a:lnTo>
                  <a:lnTo>
                    <a:pt x="598" y="290"/>
                  </a:lnTo>
                  <a:lnTo>
                    <a:pt x="591" y="288"/>
                  </a:lnTo>
                  <a:lnTo>
                    <a:pt x="591" y="288"/>
                  </a:lnTo>
                  <a:lnTo>
                    <a:pt x="581" y="287"/>
                  </a:lnTo>
                  <a:lnTo>
                    <a:pt x="581" y="287"/>
                  </a:lnTo>
                  <a:lnTo>
                    <a:pt x="569" y="288"/>
                  </a:lnTo>
                  <a:lnTo>
                    <a:pt x="556" y="290"/>
                  </a:lnTo>
                  <a:lnTo>
                    <a:pt x="556" y="290"/>
                  </a:lnTo>
                  <a:lnTo>
                    <a:pt x="546" y="292"/>
                  </a:lnTo>
                  <a:lnTo>
                    <a:pt x="536" y="293"/>
                  </a:lnTo>
                  <a:lnTo>
                    <a:pt x="536" y="293"/>
                  </a:lnTo>
                  <a:lnTo>
                    <a:pt x="529" y="292"/>
                  </a:lnTo>
                  <a:lnTo>
                    <a:pt x="527" y="303"/>
                  </a:lnTo>
                  <a:lnTo>
                    <a:pt x="527" y="303"/>
                  </a:lnTo>
                  <a:lnTo>
                    <a:pt x="525" y="302"/>
                  </a:lnTo>
                  <a:lnTo>
                    <a:pt x="525" y="300"/>
                  </a:lnTo>
                  <a:lnTo>
                    <a:pt x="525" y="300"/>
                  </a:lnTo>
                  <a:lnTo>
                    <a:pt x="525" y="297"/>
                  </a:lnTo>
                  <a:lnTo>
                    <a:pt x="527" y="296"/>
                  </a:lnTo>
                  <a:lnTo>
                    <a:pt x="527" y="296"/>
                  </a:lnTo>
                  <a:lnTo>
                    <a:pt x="518" y="299"/>
                  </a:lnTo>
                  <a:lnTo>
                    <a:pt x="518" y="299"/>
                  </a:lnTo>
                  <a:lnTo>
                    <a:pt x="512" y="301"/>
                  </a:lnTo>
                  <a:lnTo>
                    <a:pt x="512" y="301"/>
                  </a:lnTo>
                  <a:lnTo>
                    <a:pt x="502" y="308"/>
                  </a:lnTo>
                  <a:lnTo>
                    <a:pt x="492" y="315"/>
                  </a:lnTo>
                  <a:lnTo>
                    <a:pt x="484" y="323"/>
                  </a:lnTo>
                  <a:lnTo>
                    <a:pt x="477" y="332"/>
                  </a:lnTo>
                  <a:lnTo>
                    <a:pt x="477" y="332"/>
                  </a:lnTo>
                  <a:lnTo>
                    <a:pt x="464" y="349"/>
                  </a:lnTo>
                  <a:lnTo>
                    <a:pt x="464" y="349"/>
                  </a:lnTo>
                  <a:lnTo>
                    <a:pt x="449" y="368"/>
                  </a:lnTo>
                  <a:lnTo>
                    <a:pt x="442" y="377"/>
                  </a:lnTo>
                  <a:lnTo>
                    <a:pt x="436" y="388"/>
                  </a:lnTo>
                  <a:lnTo>
                    <a:pt x="436" y="388"/>
                  </a:lnTo>
                  <a:lnTo>
                    <a:pt x="430" y="401"/>
                  </a:lnTo>
                  <a:lnTo>
                    <a:pt x="427" y="413"/>
                  </a:lnTo>
                  <a:lnTo>
                    <a:pt x="425" y="425"/>
                  </a:lnTo>
                  <a:lnTo>
                    <a:pt x="425" y="437"/>
                  </a:lnTo>
                  <a:lnTo>
                    <a:pt x="426" y="447"/>
                  </a:lnTo>
                  <a:lnTo>
                    <a:pt x="428" y="457"/>
                  </a:lnTo>
                  <a:lnTo>
                    <a:pt x="431" y="468"/>
                  </a:lnTo>
                  <a:lnTo>
                    <a:pt x="436" y="477"/>
                  </a:lnTo>
                  <a:lnTo>
                    <a:pt x="441" y="486"/>
                  </a:lnTo>
                  <a:lnTo>
                    <a:pt x="447" y="495"/>
                  </a:lnTo>
                  <a:lnTo>
                    <a:pt x="453" y="504"/>
                  </a:lnTo>
                  <a:lnTo>
                    <a:pt x="460" y="511"/>
                  </a:lnTo>
                  <a:lnTo>
                    <a:pt x="476" y="527"/>
                  </a:lnTo>
                  <a:lnTo>
                    <a:pt x="491" y="540"/>
                  </a:lnTo>
                  <a:lnTo>
                    <a:pt x="491" y="540"/>
                  </a:lnTo>
                  <a:lnTo>
                    <a:pt x="504" y="550"/>
                  </a:lnTo>
                  <a:lnTo>
                    <a:pt x="519" y="564"/>
                  </a:lnTo>
                  <a:lnTo>
                    <a:pt x="555" y="601"/>
                  </a:lnTo>
                  <a:lnTo>
                    <a:pt x="636" y="684"/>
                  </a:lnTo>
                  <a:lnTo>
                    <a:pt x="636" y="684"/>
                  </a:lnTo>
                  <a:lnTo>
                    <a:pt x="682" y="732"/>
                  </a:lnTo>
                  <a:lnTo>
                    <a:pt x="682" y="732"/>
                  </a:lnTo>
                  <a:lnTo>
                    <a:pt x="707" y="757"/>
                  </a:lnTo>
                  <a:lnTo>
                    <a:pt x="731" y="783"/>
                  </a:lnTo>
                  <a:lnTo>
                    <a:pt x="731" y="783"/>
                  </a:lnTo>
                  <a:lnTo>
                    <a:pt x="769" y="823"/>
                  </a:lnTo>
                  <a:lnTo>
                    <a:pt x="770" y="824"/>
                  </a:lnTo>
                  <a:lnTo>
                    <a:pt x="772" y="824"/>
                  </a:lnTo>
                  <a:lnTo>
                    <a:pt x="772" y="824"/>
                  </a:lnTo>
                  <a:lnTo>
                    <a:pt x="776" y="826"/>
                  </a:lnTo>
                  <a:lnTo>
                    <a:pt x="780" y="829"/>
                  </a:lnTo>
                  <a:lnTo>
                    <a:pt x="780" y="829"/>
                  </a:lnTo>
                  <a:lnTo>
                    <a:pt x="789" y="838"/>
                  </a:lnTo>
                  <a:lnTo>
                    <a:pt x="789" y="838"/>
                  </a:lnTo>
                  <a:lnTo>
                    <a:pt x="804" y="852"/>
                  </a:lnTo>
                  <a:lnTo>
                    <a:pt x="812" y="860"/>
                  </a:lnTo>
                  <a:lnTo>
                    <a:pt x="818" y="867"/>
                  </a:lnTo>
                  <a:lnTo>
                    <a:pt x="824" y="876"/>
                  </a:lnTo>
                  <a:lnTo>
                    <a:pt x="829" y="884"/>
                  </a:lnTo>
                  <a:lnTo>
                    <a:pt x="833" y="893"/>
                  </a:lnTo>
                  <a:lnTo>
                    <a:pt x="835" y="904"/>
                  </a:lnTo>
                  <a:lnTo>
                    <a:pt x="835" y="904"/>
                  </a:lnTo>
                  <a:lnTo>
                    <a:pt x="836" y="912"/>
                  </a:lnTo>
                  <a:lnTo>
                    <a:pt x="836" y="920"/>
                  </a:lnTo>
                  <a:lnTo>
                    <a:pt x="834" y="929"/>
                  </a:lnTo>
                  <a:lnTo>
                    <a:pt x="832" y="939"/>
                  </a:lnTo>
                  <a:lnTo>
                    <a:pt x="828" y="947"/>
                  </a:lnTo>
                  <a:lnTo>
                    <a:pt x="823" y="955"/>
                  </a:lnTo>
                  <a:lnTo>
                    <a:pt x="818" y="962"/>
                  </a:lnTo>
                  <a:lnTo>
                    <a:pt x="811" y="969"/>
                  </a:lnTo>
                  <a:lnTo>
                    <a:pt x="811" y="969"/>
                  </a:lnTo>
                  <a:lnTo>
                    <a:pt x="797" y="980"/>
                  </a:lnTo>
                  <a:lnTo>
                    <a:pt x="790" y="985"/>
                  </a:lnTo>
                  <a:lnTo>
                    <a:pt x="783" y="989"/>
                  </a:lnTo>
                  <a:lnTo>
                    <a:pt x="774" y="993"/>
                  </a:lnTo>
                  <a:lnTo>
                    <a:pt x="766" y="997"/>
                  </a:lnTo>
                  <a:lnTo>
                    <a:pt x="758" y="999"/>
                  </a:lnTo>
                  <a:lnTo>
                    <a:pt x="750" y="999"/>
                  </a:lnTo>
                  <a:lnTo>
                    <a:pt x="750" y="999"/>
                  </a:lnTo>
                  <a:lnTo>
                    <a:pt x="741" y="999"/>
                  </a:lnTo>
                  <a:lnTo>
                    <a:pt x="733" y="997"/>
                  </a:lnTo>
                  <a:lnTo>
                    <a:pt x="733" y="997"/>
                  </a:lnTo>
                  <a:lnTo>
                    <a:pt x="717" y="991"/>
                  </a:lnTo>
                  <a:lnTo>
                    <a:pt x="701" y="984"/>
                  </a:lnTo>
                  <a:lnTo>
                    <a:pt x="687" y="975"/>
                  </a:lnTo>
                  <a:lnTo>
                    <a:pt x="672" y="964"/>
                  </a:lnTo>
                  <a:lnTo>
                    <a:pt x="671" y="962"/>
                  </a:lnTo>
                  <a:lnTo>
                    <a:pt x="669" y="962"/>
                  </a:lnTo>
                  <a:lnTo>
                    <a:pt x="669" y="962"/>
                  </a:lnTo>
                  <a:lnTo>
                    <a:pt x="665" y="960"/>
                  </a:lnTo>
                  <a:lnTo>
                    <a:pt x="661" y="957"/>
                  </a:lnTo>
                  <a:lnTo>
                    <a:pt x="661" y="957"/>
                  </a:lnTo>
                  <a:lnTo>
                    <a:pt x="654" y="949"/>
                  </a:lnTo>
                  <a:lnTo>
                    <a:pt x="646" y="940"/>
                  </a:lnTo>
                  <a:lnTo>
                    <a:pt x="633" y="921"/>
                  </a:lnTo>
                  <a:lnTo>
                    <a:pt x="633" y="921"/>
                  </a:lnTo>
                  <a:lnTo>
                    <a:pt x="619" y="903"/>
                  </a:lnTo>
                  <a:lnTo>
                    <a:pt x="612" y="893"/>
                  </a:lnTo>
                  <a:lnTo>
                    <a:pt x="605" y="884"/>
                  </a:lnTo>
                  <a:lnTo>
                    <a:pt x="605" y="884"/>
                  </a:lnTo>
                  <a:lnTo>
                    <a:pt x="547" y="826"/>
                  </a:lnTo>
                  <a:lnTo>
                    <a:pt x="474" y="753"/>
                  </a:lnTo>
                  <a:lnTo>
                    <a:pt x="450" y="729"/>
                  </a:lnTo>
                  <a:lnTo>
                    <a:pt x="450" y="729"/>
                  </a:lnTo>
                  <a:lnTo>
                    <a:pt x="418" y="698"/>
                  </a:lnTo>
                  <a:lnTo>
                    <a:pt x="418" y="698"/>
                  </a:lnTo>
                  <a:lnTo>
                    <a:pt x="391" y="670"/>
                  </a:lnTo>
                  <a:lnTo>
                    <a:pt x="363" y="643"/>
                  </a:lnTo>
                  <a:lnTo>
                    <a:pt x="337" y="614"/>
                  </a:lnTo>
                  <a:lnTo>
                    <a:pt x="325" y="599"/>
                  </a:lnTo>
                  <a:lnTo>
                    <a:pt x="313" y="584"/>
                  </a:lnTo>
                  <a:lnTo>
                    <a:pt x="313" y="584"/>
                  </a:lnTo>
                  <a:lnTo>
                    <a:pt x="304" y="571"/>
                  </a:lnTo>
                  <a:lnTo>
                    <a:pt x="296" y="559"/>
                  </a:lnTo>
                  <a:lnTo>
                    <a:pt x="289" y="545"/>
                  </a:lnTo>
                  <a:lnTo>
                    <a:pt x="282" y="533"/>
                  </a:lnTo>
                  <a:lnTo>
                    <a:pt x="269" y="506"/>
                  </a:lnTo>
                  <a:lnTo>
                    <a:pt x="258" y="477"/>
                  </a:lnTo>
                  <a:lnTo>
                    <a:pt x="256" y="471"/>
                  </a:lnTo>
                  <a:lnTo>
                    <a:pt x="256" y="471"/>
                  </a:lnTo>
                  <a:lnTo>
                    <a:pt x="251" y="457"/>
                  </a:lnTo>
                  <a:lnTo>
                    <a:pt x="248" y="444"/>
                  </a:lnTo>
                  <a:lnTo>
                    <a:pt x="247" y="431"/>
                  </a:lnTo>
                  <a:lnTo>
                    <a:pt x="247" y="418"/>
                  </a:lnTo>
                  <a:lnTo>
                    <a:pt x="248" y="405"/>
                  </a:lnTo>
                  <a:lnTo>
                    <a:pt x="251" y="392"/>
                  </a:lnTo>
                  <a:lnTo>
                    <a:pt x="255" y="378"/>
                  </a:lnTo>
                  <a:lnTo>
                    <a:pt x="260" y="363"/>
                  </a:lnTo>
                  <a:lnTo>
                    <a:pt x="260" y="363"/>
                  </a:lnTo>
                  <a:lnTo>
                    <a:pt x="267" y="347"/>
                  </a:lnTo>
                  <a:lnTo>
                    <a:pt x="274" y="330"/>
                  </a:lnTo>
                  <a:lnTo>
                    <a:pt x="283" y="315"/>
                  </a:lnTo>
                  <a:lnTo>
                    <a:pt x="291" y="298"/>
                  </a:lnTo>
                  <a:lnTo>
                    <a:pt x="300" y="284"/>
                  </a:lnTo>
                  <a:lnTo>
                    <a:pt x="311" y="269"/>
                  </a:lnTo>
                  <a:lnTo>
                    <a:pt x="321" y="255"/>
                  </a:lnTo>
                  <a:lnTo>
                    <a:pt x="332" y="240"/>
                  </a:lnTo>
                  <a:lnTo>
                    <a:pt x="345" y="227"/>
                  </a:lnTo>
                  <a:lnTo>
                    <a:pt x="357" y="215"/>
                  </a:lnTo>
                  <a:lnTo>
                    <a:pt x="370" y="202"/>
                  </a:lnTo>
                  <a:lnTo>
                    <a:pt x="384" y="190"/>
                  </a:lnTo>
                  <a:lnTo>
                    <a:pt x="397" y="178"/>
                  </a:lnTo>
                  <a:lnTo>
                    <a:pt x="413" y="168"/>
                  </a:lnTo>
                  <a:lnTo>
                    <a:pt x="428" y="158"/>
                  </a:lnTo>
                  <a:lnTo>
                    <a:pt x="444" y="147"/>
                  </a:lnTo>
                  <a:lnTo>
                    <a:pt x="444" y="147"/>
                  </a:lnTo>
                  <a:lnTo>
                    <a:pt x="454" y="143"/>
                  </a:lnTo>
                  <a:lnTo>
                    <a:pt x="464" y="137"/>
                  </a:lnTo>
                  <a:lnTo>
                    <a:pt x="464" y="137"/>
                  </a:lnTo>
                  <a:lnTo>
                    <a:pt x="492" y="123"/>
                  </a:lnTo>
                  <a:lnTo>
                    <a:pt x="492" y="123"/>
                  </a:lnTo>
                  <a:lnTo>
                    <a:pt x="512" y="115"/>
                  </a:lnTo>
                  <a:lnTo>
                    <a:pt x="532" y="110"/>
                  </a:lnTo>
                  <a:lnTo>
                    <a:pt x="553" y="107"/>
                  </a:lnTo>
                  <a:lnTo>
                    <a:pt x="574" y="106"/>
                  </a:lnTo>
                  <a:lnTo>
                    <a:pt x="574" y="106"/>
                  </a:lnTo>
                  <a:lnTo>
                    <a:pt x="590" y="106"/>
                  </a:lnTo>
                  <a:lnTo>
                    <a:pt x="605" y="108"/>
                  </a:lnTo>
                  <a:lnTo>
                    <a:pt x="621" y="110"/>
                  </a:lnTo>
                  <a:lnTo>
                    <a:pt x="636" y="114"/>
                  </a:lnTo>
                  <a:lnTo>
                    <a:pt x="636" y="114"/>
                  </a:lnTo>
                  <a:lnTo>
                    <a:pt x="657" y="120"/>
                  </a:lnTo>
                  <a:lnTo>
                    <a:pt x="657" y="120"/>
                  </a:lnTo>
                  <a:lnTo>
                    <a:pt x="670" y="122"/>
                  </a:lnTo>
                  <a:lnTo>
                    <a:pt x="682" y="126"/>
                  </a:lnTo>
                  <a:lnTo>
                    <a:pt x="695" y="131"/>
                  </a:lnTo>
                  <a:lnTo>
                    <a:pt x="701" y="134"/>
                  </a:lnTo>
                  <a:lnTo>
                    <a:pt x="706" y="137"/>
                  </a:lnTo>
                  <a:lnTo>
                    <a:pt x="706" y="137"/>
                  </a:lnTo>
                  <a:lnTo>
                    <a:pt x="725" y="152"/>
                  </a:lnTo>
                  <a:lnTo>
                    <a:pt x="738" y="162"/>
                  </a:lnTo>
                  <a:lnTo>
                    <a:pt x="740" y="162"/>
                  </a:lnTo>
                  <a:lnTo>
                    <a:pt x="740" y="162"/>
                  </a:lnTo>
                  <a:lnTo>
                    <a:pt x="745" y="163"/>
                  </a:lnTo>
                  <a:lnTo>
                    <a:pt x="751" y="166"/>
                  </a:lnTo>
                  <a:lnTo>
                    <a:pt x="755" y="170"/>
                  </a:lnTo>
                  <a:lnTo>
                    <a:pt x="757" y="175"/>
                  </a:lnTo>
                  <a:lnTo>
                    <a:pt x="758" y="177"/>
                  </a:lnTo>
                  <a:lnTo>
                    <a:pt x="759" y="177"/>
                  </a:lnTo>
                  <a:lnTo>
                    <a:pt x="759" y="177"/>
                  </a:lnTo>
                  <a:lnTo>
                    <a:pt x="771" y="190"/>
                  </a:lnTo>
                  <a:lnTo>
                    <a:pt x="785" y="201"/>
                  </a:lnTo>
                  <a:lnTo>
                    <a:pt x="812" y="223"/>
                  </a:lnTo>
                  <a:lnTo>
                    <a:pt x="812" y="223"/>
                  </a:lnTo>
                  <a:lnTo>
                    <a:pt x="837" y="244"/>
                  </a:lnTo>
                  <a:lnTo>
                    <a:pt x="850" y="255"/>
                  </a:lnTo>
                  <a:lnTo>
                    <a:pt x="862" y="266"/>
                  </a:lnTo>
                  <a:lnTo>
                    <a:pt x="862" y="266"/>
                  </a:lnTo>
                  <a:lnTo>
                    <a:pt x="948" y="356"/>
                  </a:lnTo>
                  <a:lnTo>
                    <a:pt x="1033" y="446"/>
                  </a:lnTo>
                  <a:lnTo>
                    <a:pt x="1033" y="446"/>
                  </a:lnTo>
                  <a:lnTo>
                    <a:pt x="1054" y="472"/>
                  </a:lnTo>
                  <a:lnTo>
                    <a:pt x="1054" y="472"/>
                  </a:lnTo>
                  <a:lnTo>
                    <a:pt x="1071" y="489"/>
                  </a:lnTo>
                  <a:lnTo>
                    <a:pt x="1086" y="508"/>
                  </a:lnTo>
                  <a:lnTo>
                    <a:pt x="1104" y="523"/>
                  </a:lnTo>
                  <a:lnTo>
                    <a:pt x="1113" y="531"/>
                  </a:lnTo>
                  <a:lnTo>
                    <a:pt x="1123" y="538"/>
                  </a:lnTo>
                  <a:lnTo>
                    <a:pt x="1123" y="538"/>
                  </a:lnTo>
                  <a:lnTo>
                    <a:pt x="1139" y="549"/>
                  </a:lnTo>
                  <a:lnTo>
                    <a:pt x="1155" y="563"/>
                  </a:lnTo>
                  <a:lnTo>
                    <a:pt x="1169" y="577"/>
                  </a:lnTo>
                  <a:lnTo>
                    <a:pt x="1182" y="592"/>
                  </a:lnTo>
                  <a:lnTo>
                    <a:pt x="1182" y="592"/>
                  </a:lnTo>
                  <a:lnTo>
                    <a:pt x="1186" y="597"/>
                  </a:lnTo>
                  <a:lnTo>
                    <a:pt x="1187" y="602"/>
                  </a:lnTo>
                  <a:lnTo>
                    <a:pt x="1187" y="604"/>
                  </a:lnTo>
                  <a:lnTo>
                    <a:pt x="1188" y="605"/>
                  </a:lnTo>
                  <a:lnTo>
                    <a:pt x="1188" y="605"/>
                  </a:lnTo>
                  <a:lnTo>
                    <a:pt x="1194" y="614"/>
                  </a:lnTo>
                  <a:lnTo>
                    <a:pt x="1199" y="624"/>
                  </a:lnTo>
                  <a:lnTo>
                    <a:pt x="1199" y="624"/>
                  </a:lnTo>
                  <a:lnTo>
                    <a:pt x="1213" y="660"/>
                  </a:lnTo>
                  <a:lnTo>
                    <a:pt x="1213" y="660"/>
                  </a:lnTo>
                  <a:lnTo>
                    <a:pt x="1224" y="685"/>
                  </a:lnTo>
                  <a:lnTo>
                    <a:pt x="1233" y="709"/>
                  </a:lnTo>
                  <a:lnTo>
                    <a:pt x="1233" y="709"/>
                  </a:lnTo>
                  <a:lnTo>
                    <a:pt x="1239" y="730"/>
                  </a:lnTo>
                  <a:lnTo>
                    <a:pt x="1244" y="750"/>
                  </a:lnTo>
                  <a:lnTo>
                    <a:pt x="1249" y="769"/>
                  </a:lnTo>
                  <a:lnTo>
                    <a:pt x="1253" y="788"/>
                  </a:lnTo>
                  <a:lnTo>
                    <a:pt x="1255" y="808"/>
                  </a:lnTo>
                  <a:lnTo>
                    <a:pt x="1256" y="826"/>
                  </a:lnTo>
                  <a:lnTo>
                    <a:pt x="1256" y="846"/>
                  </a:lnTo>
                  <a:lnTo>
                    <a:pt x="1254" y="864"/>
                  </a:lnTo>
                  <a:lnTo>
                    <a:pt x="1254" y="864"/>
                  </a:lnTo>
                  <a:lnTo>
                    <a:pt x="1252" y="876"/>
                  </a:lnTo>
                  <a:lnTo>
                    <a:pt x="1246" y="887"/>
                  </a:lnTo>
                  <a:lnTo>
                    <a:pt x="1235" y="911"/>
                  </a:lnTo>
                  <a:lnTo>
                    <a:pt x="1235" y="911"/>
                  </a:lnTo>
                  <a:lnTo>
                    <a:pt x="1228" y="926"/>
                  </a:lnTo>
                  <a:lnTo>
                    <a:pt x="1228" y="926"/>
                  </a:lnTo>
                  <a:lnTo>
                    <a:pt x="1218" y="950"/>
                  </a:lnTo>
                  <a:lnTo>
                    <a:pt x="1218" y="950"/>
                  </a:lnTo>
                  <a:lnTo>
                    <a:pt x="1204" y="979"/>
                  </a:lnTo>
                  <a:lnTo>
                    <a:pt x="1197" y="993"/>
                  </a:lnTo>
                  <a:lnTo>
                    <a:pt x="1190" y="1007"/>
                  </a:lnTo>
                  <a:lnTo>
                    <a:pt x="1190" y="1007"/>
                  </a:lnTo>
                  <a:lnTo>
                    <a:pt x="1180" y="1021"/>
                  </a:lnTo>
                  <a:lnTo>
                    <a:pt x="1170" y="1036"/>
                  </a:lnTo>
                  <a:lnTo>
                    <a:pt x="1159" y="1049"/>
                  </a:lnTo>
                  <a:lnTo>
                    <a:pt x="1146" y="1064"/>
                  </a:lnTo>
                  <a:lnTo>
                    <a:pt x="1133" y="1077"/>
                  </a:lnTo>
                  <a:lnTo>
                    <a:pt x="1119" y="1090"/>
                  </a:lnTo>
                  <a:lnTo>
                    <a:pt x="1105" y="1102"/>
                  </a:lnTo>
                  <a:lnTo>
                    <a:pt x="1089" y="1113"/>
                  </a:lnTo>
                  <a:lnTo>
                    <a:pt x="1079" y="1121"/>
                  </a:lnTo>
                  <a:lnTo>
                    <a:pt x="1079" y="1121"/>
                  </a:lnTo>
                  <a:lnTo>
                    <a:pt x="1051" y="1141"/>
                  </a:lnTo>
                  <a:lnTo>
                    <a:pt x="1022" y="1162"/>
                  </a:lnTo>
                  <a:lnTo>
                    <a:pt x="992" y="1180"/>
                  </a:lnTo>
                  <a:lnTo>
                    <a:pt x="962" y="1197"/>
                  </a:lnTo>
                  <a:lnTo>
                    <a:pt x="947" y="1205"/>
                  </a:lnTo>
                  <a:lnTo>
                    <a:pt x="930" y="1212"/>
                  </a:lnTo>
                  <a:lnTo>
                    <a:pt x="915" y="1219"/>
                  </a:lnTo>
                  <a:lnTo>
                    <a:pt x="898" y="1224"/>
                  </a:lnTo>
                  <a:lnTo>
                    <a:pt x="881" y="1228"/>
                  </a:lnTo>
                  <a:lnTo>
                    <a:pt x="863" y="1231"/>
                  </a:lnTo>
                  <a:lnTo>
                    <a:pt x="846" y="1233"/>
                  </a:lnTo>
                  <a:lnTo>
                    <a:pt x="828" y="1235"/>
                  </a:lnTo>
                  <a:lnTo>
                    <a:pt x="828" y="1235"/>
                  </a:lnTo>
                  <a:lnTo>
                    <a:pt x="808" y="1235"/>
                  </a:lnTo>
                  <a:lnTo>
                    <a:pt x="808" y="123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4" name="Freeform 605"/>
            <p:cNvSpPr/>
            <p:nvPr/>
          </p:nvSpPr>
          <p:spPr bwMode="auto">
            <a:xfrm>
              <a:off x="5305426" y="2120900"/>
              <a:ext cx="365125" cy="185738"/>
            </a:xfrm>
            <a:custGeom>
              <a:avLst/>
              <a:gdLst/>
              <a:ahLst/>
              <a:cxnLst>
                <a:cxn ang="0">
                  <a:pos x="588" y="352"/>
                </a:cxn>
                <a:cxn ang="0">
                  <a:pos x="575" y="342"/>
                </a:cxn>
                <a:cxn ang="0">
                  <a:pos x="572" y="332"/>
                </a:cxn>
                <a:cxn ang="0">
                  <a:pos x="578" y="321"/>
                </a:cxn>
                <a:cxn ang="0">
                  <a:pos x="590" y="315"/>
                </a:cxn>
                <a:cxn ang="0">
                  <a:pos x="621" y="298"/>
                </a:cxn>
                <a:cxn ang="0">
                  <a:pos x="648" y="276"/>
                </a:cxn>
                <a:cxn ang="0">
                  <a:pos x="656" y="257"/>
                </a:cxn>
                <a:cxn ang="0">
                  <a:pos x="657" y="247"/>
                </a:cxn>
                <a:cxn ang="0">
                  <a:pos x="649" y="228"/>
                </a:cxn>
                <a:cxn ang="0">
                  <a:pos x="630" y="207"/>
                </a:cxn>
                <a:cxn ang="0">
                  <a:pos x="597" y="182"/>
                </a:cxn>
                <a:cxn ang="0">
                  <a:pos x="556" y="149"/>
                </a:cxn>
                <a:cxn ang="0">
                  <a:pos x="503" y="102"/>
                </a:cxn>
                <a:cxn ang="0">
                  <a:pos x="445" y="66"/>
                </a:cxn>
                <a:cxn ang="0">
                  <a:pos x="412" y="55"/>
                </a:cxn>
                <a:cxn ang="0">
                  <a:pos x="368" y="45"/>
                </a:cxn>
                <a:cxn ang="0">
                  <a:pos x="276" y="37"/>
                </a:cxn>
                <a:cxn ang="0">
                  <a:pos x="224" y="40"/>
                </a:cxn>
                <a:cxn ang="0">
                  <a:pos x="172" y="48"/>
                </a:cxn>
                <a:cxn ang="0">
                  <a:pos x="131" y="60"/>
                </a:cxn>
                <a:cxn ang="0">
                  <a:pos x="95" y="77"/>
                </a:cxn>
                <a:cxn ang="0">
                  <a:pos x="75" y="91"/>
                </a:cxn>
                <a:cxn ang="0">
                  <a:pos x="57" y="106"/>
                </a:cxn>
                <a:cxn ang="0">
                  <a:pos x="28" y="128"/>
                </a:cxn>
                <a:cxn ang="0">
                  <a:pos x="20" y="130"/>
                </a:cxn>
                <a:cxn ang="0">
                  <a:pos x="13" y="129"/>
                </a:cxn>
                <a:cxn ang="0">
                  <a:pos x="0" y="113"/>
                </a:cxn>
                <a:cxn ang="0">
                  <a:pos x="0" y="106"/>
                </a:cxn>
                <a:cxn ang="0">
                  <a:pos x="8" y="98"/>
                </a:cxn>
                <a:cxn ang="0">
                  <a:pos x="23" y="89"/>
                </a:cxn>
                <a:cxn ang="0">
                  <a:pos x="48" y="66"/>
                </a:cxn>
                <a:cxn ang="0">
                  <a:pos x="71" y="50"/>
                </a:cxn>
                <a:cxn ang="0">
                  <a:pos x="104" y="31"/>
                </a:cxn>
                <a:cxn ang="0">
                  <a:pos x="149" y="14"/>
                </a:cxn>
                <a:cxn ang="0">
                  <a:pos x="199" y="5"/>
                </a:cxn>
                <a:cxn ang="0">
                  <a:pos x="259" y="1"/>
                </a:cxn>
                <a:cxn ang="0">
                  <a:pos x="318" y="1"/>
                </a:cxn>
                <a:cxn ang="0">
                  <a:pos x="404" y="12"/>
                </a:cxn>
                <a:cxn ang="0">
                  <a:pos x="473" y="37"/>
                </a:cxn>
                <a:cxn ang="0">
                  <a:pos x="512" y="62"/>
                </a:cxn>
                <a:cxn ang="0">
                  <a:pos x="570" y="112"/>
                </a:cxn>
                <a:cxn ang="0">
                  <a:pos x="585" y="126"/>
                </a:cxn>
                <a:cxn ang="0">
                  <a:pos x="619" y="153"/>
                </a:cxn>
                <a:cxn ang="0">
                  <a:pos x="662" y="190"/>
                </a:cxn>
                <a:cxn ang="0">
                  <a:pos x="681" y="213"/>
                </a:cxn>
                <a:cxn ang="0">
                  <a:pos x="690" y="243"/>
                </a:cxn>
                <a:cxn ang="0">
                  <a:pos x="687" y="274"/>
                </a:cxn>
                <a:cxn ang="0">
                  <a:pos x="677" y="295"/>
                </a:cxn>
                <a:cxn ang="0">
                  <a:pos x="654" y="320"/>
                </a:cxn>
                <a:cxn ang="0">
                  <a:pos x="615" y="343"/>
                </a:cxn>
                <a:cxn ang="0">
                  <a:pos x="600" y="350"/>
                </a:cxn>
                <a:cxn ang="0">
                  <a:pos x="591" y="352"/>
                </a:cxn>
              </a:cxnLst>
              <a:rect l="0" t="0" r="r" b="b"/>
              <a:pathLst>
                <a:path w="690" h="352">
                  <a:moveTo>
                    <a:pt x="591" y="352"/>
                  </a:moveTo>
                  <a:lnTo>
                    <a:pt x="591" y="352"/>
                  </a:lnTo>
                  <a:lnTo>
                    <a:pt x="588" y="352"/>
                  </a:lnTo>
                  <a:lnTo>
                    <a:pt x="585" y="351"/>
                  </a:lnTo>
                  <a:lnTo>
                    <a:pt x="579" y="347"/>
                  </a:lnTo>
                  <a:lnTo>
                    <a:pt x="575" y="342"/>
                  </a:lnTo>
                  <a:lnTo>
                    <a:pt x="572" y="337"/>
                  </a:lnTo>
                  <a:lnTo>
                    <a:pt x="572" y="337"/>
                  </a:lnTo>
                  <a:lnTo>
                    <a:pt x="572" y="332"/>
                  </a:lnTo>
                  <a:lnTo>
                    <a:pt x="572" y="328"/>
                  </a:lnTo>
                  <a:lnTo>
                    <a:pt x="575" y="323"/>
                  </a:lnTo>
                  <a:lnTo>
                    <a:pt x="578" y="321"/>
                  </a:lnTo>
                  <a:lnTo>
                    <a:pt x="581" y="319"/>
                  </a:lnTo>
                  <a:lnTo>
                    <a:pt x="581" y="319"/>
                  </a:lnTo>
                  <a:lnTo>
                    <a:pt x="590" y="315"/>
                  </a:lnTo>
                  <a:lnTo>
                    <a:pt x="590" y="315"/>
                  </a:lnTo>
                  <a:lnTo>
                    <a:pt x="610" y="305"/>
                  </a:lnTo>
                  <a:lnTo>
                    <a:pt x="621" y="298"/>
                  </a:lnTo>
                  <a:lnTo>
                    <a:pt x="630" y="291"/>
                  </a:lnTo>
                  <a:lnTo>
                    <a:pt x="640" y="284"/>
                  </a:lnTo>
                  <a:lnTo>
                    <a:pt x="648" y="276"/>
                  </a:lnTo>
                  <a:lnTo>
                    <a:pt x="653" y="266"/>
                  </a:lnTo>
                  <a:lnTo>
                    <a:pt x="655" y="261"/>
                  </a:lnTo>
                  <a:lnTo>
                    <a:pt x="656" y="257"/>
                  </a:lnTo>
                  <a:lnTo>
                    <a:pt x="656" y="257"/>
                  </a:lnTo>
                  <a:lnTo>
                    <a:pt x="657" y="252"/>
                  </a:lnTo>
                  <a:lnTo>
                    <a:pt x="657" y="247"/>
                  </a:lnTo>
                  <a:lnTo>
                    <a:pt x="656" y="243"/>
                  </a:lnTo>
                  <a:lnTo>
                    <a:pt x="654" y="237"/>
                  </a:lnTo>
                  <a:lnTo>
                    <a:pt x="649" y="228"/>
                  </a:lnTo>
                  <a:lnTo>
                    <a:pt x="641" y="218"/>
                  </a:lnTo>
                  <a:lnTo>
                    <a:pt x="641" y="218"/>
                  </a:lnTo>
                  <a:lnTo>
                    <a:pt x="630" y="207"/>
                  </a:lnTo>
                  <a:lnTo>
                    <a:pt x="620" y="198"/>
                  </a:lnTo>
                  <a:lnTo>
                    <a:pt x="597" y="182"/>
                  </a:lnTo>
                  <a:lnTo>
                    <a:pt x="597" y="182"/>
                  </a:lnTo>
                  <a:lnTo>
                    <a:pt x="580" y="169"/>
                  </a:lnTo>
                  <a:lnTo>
                    <a:pt x="563" y="155"/>
                  </a:lnTo>
                  <a:lnTo>
                    <a:pt x="556" y="149"/>
                  </a:lnTo>
                  <a:lnTo>
                    <a:pt x="556" y="149"/>
                  </a:lnTo>
                  <a:lnTo>
                    <a:pt x="521" y="118"/>
                  </a:lnTo>
                  <a:lnTo>
                    <a:pt x="503" y="102"/>
                  </a:lnTo>
                  <a:lnTo>
                    <a:pt x="485" y="89"/>
                  </a:lnTo>
                  <a:lnTo>
                    <a:pt x="466" y="77"/>
                  </a:lnTo>
                  <a:lnTo>
                    <a:pt x="445" y="66"/>
                  </a:lnTo>
                  <a:lnTo>
                    <a:pt x="435" y="62"/>
                  </a:lnTo>
                  <a:lnTo>
                    <a:pt x="424" y="58"/>
                  </a:lnTo>
                  <a:lnTo>
                    <a:pt x="412" y="55"/>
                  </a:lnTo>
                  <a:lnTo>
                    <a:pt x="400" y="51"/>
                  </a:lnTo>
                  <a:lnTo>
                    <a:pt x="400" y="51"/>
                  </a:lnTo>
                  <a:lnTo>
                    <a:pt x="368" y="45"/>
                  </a:lnTo>
                  <a:lnTo>
                    <a:pt x="337" y="41"/>
                  </a:lnTo>
                  <a:lnTo>
                    <a:pt x="306" y="38"/>
                  </a:lnTo>
                  <a:lnTo>
                    <a:pt x="276" y="37"/>
                  </a:lnTo>
                  <a:lnTo>
                    <a:pt x="276" y="37"/>
                  </a:lnTo>
                  <a:lnTo>
                    <a:pt x="250" y="38"/>
                  </a:lnTo>
                  <a:lnTo>
                    <a:pt x="224" y="40"/>
                  </a:lnTo>
                  <a:lnTo>
                    <a:pt x="198" y="43"/>
                  </a:lnTo>
                  <a:lnTo>
                    <a:pt x="172" y="48"/>
                  </a:lnTo>
                  <a:lnTo>
                    <a:pt x="172" y="48"/>
                  </a:lnTo>
                  <a:lnTo>
                    <a:pt x="158" y="51"/>
                  </a:lnTo>
                  <a:lnTo>
                    <a:pt x="145" y="56"/>
                  </a:lnTo>
                  <a:lnTo>
                    <a:pt x="131" y="60"/>
                  </a:lnTo>
                  <a:lnTo>
                    <a:pt x="119" y="65"/>
                  </a:lnTo>
                  <a:lnTo>
                    <a:pt x="107" y="71"/>
                  </a:lnTo>
                  <a:lnTo>
                    <a:pt x="95" y="77"/>
                  </a:lnTo>
                  <a:lnTo>
                    <a:pt x="85" y="83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65" y="98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44" y="119"/>
                  </a:lnTo>
                  <a:lnTo>
                    <a:pt x="36" y="124"/>
                  </a:lnTo>
                  <a:lnTo>
                    <a:pt x="28" y="128"/>
                  </a:lnTo>
                  <a:lnTo>
                    <a:pt x="28" y="128"/>
                  </a:lnTo>
                  <a:lnTo>
                    <a:pt x="24" y="130"/>
                  </a:lnTo>
                  <a:lnTo>
                    <a:pt x="20" y="130"/>
                  </a:lnTo>
                  <a:lnTo>
                    <a:pt x="20" y="130"/>
                  </a:lnTo>
                  <a:lnTo>
                    <a:pt x="16" y="130"/>
                  </a:lnTo>
                  <a:lnTo>
                    <a:pt x="13" y="129"/>
                  </a:lnTo>
                  <a:lnTo>
                    <a:pt x="7" y="125"/>
                  </a:lnTo>
                  <a:lnTo>
                    <a:pt x="2" y="120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0"/>
                  </a:lnTo>
                  <a:lnTo>
                    <a:pt x="0" y="106"/>
                  </a:lnTo>
                  <a:lnTo>
                    <a:pt x="3" y="101"/>
                  </a:lnTo>
                  <a:lnTo>
                    <a:pt x="5" y="100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16" y="94"/>
                  </a:lnTo>
                  <a:lnTo>
                    <a:pt x="23" y="89"/>
                  </a:lnTo>
                  <a:lnTo>
                    <a:pt x="35" y="78"/>
                  </a:lnTo>
                  <a:lnTo>
                    <a:pt x="35" y="78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59" y="58"/>
                  </a:lnTo>
                  <a:lnTo>
                    <a:pt x="71" y="50"/>
                  </a:lnTo>
                  <a:lnTo>
                    <a:pt x="97" y="35"/>
                  </a:lnTo>
                  <a:lnTo>
                    <a:pt x="104" y="31"/>
                  </a:lnTo>
                  <a:lnTo>
                    <a:pt x="104" y="31"/>
                  </a:lnTo>
                  <a:lnTo>
                    <a:pt x="118" y="25"/>
                  </a:lnTo>
                  <a:lnTo>
                    <a:pt x="133" y="18"/>
                  </a:lnTo>
                  <a:lnTo>
                    <a:pt x="149" y="14"/>
                  </a:lnTo>
                  <a:lnTo>
                    <a:pt x="165" y="10"/>
                  </a:lnTo>
                  <a:lnTo>
                    <a:pt x="183" y="7"/>
                  </a:lnTo>
                  <a:lnTo>
                    <a:pt x="199" y="5"/>
                  </a:lnTo>
                  <a:lnTo>
                    <a:pt x="233" y="2"/>
                  </a:lnTo>
                  <a:lnTo>
                    <a:pt x="233" y="2"/>
                  </a:lnTo>
                  <a:lnTo>
                    <a:pt x="259" y="1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18" y="1"/>
                  </a:lnTo>
                  <a:lnTo>
                    <a:pt x="348" y="3"/>
                  </a:lnTo>
                  <a:lnTo>
                    <a:pt x="377" y="7"/>
                  </a:lnTo>
                  <a:lnTo>
                    <a:pt x="404" y="12"/>
                  </a:lnTo>
                  <a:lnTo>
                    <a:pt x="429" y="18"/>
                  </a:lnTo>
                  <a:lnTo>
                    <a:pt x="452" y="27"/>
                  </a:lnTo>
                  <a:lnTo>
                    <a:pt x="473" y="37"/>
                  </a:lnTo>
                  <a:lnTo>
                    <a:pt x="492" y="47"/>
                  </a:lnTo>
                  <a:lnTo>
                    <a:pt x="492" y="47"/>
                  </a:lnTo>
                  <a:lnTo>
                    <a:pt x="512" y="62"/>
                  </a:lnTo>
                  <a:lnTo>
                    <a:pt x="532" y="78"/>
                  </a:lnTo>
                  <a:lnTo>
                    <a:pt x="551" y="95"/>
                  </a:lnTo>
                  <a:lnTo>
                    <a:pt x="570" y="112"/>
                  </a:lnTo>
                  <a:lnTo>
                    <a:pt x="570" y="112"/>
                  </a:lnTo>
                  <a:lnTo>
                    <a:pt x="585" y="126"/>
                  </a:lnTo>
                  <a:lnTo>
                    <a:pt x="585" y="126"/>
                  </a:lnTo>
                  <a:lnTo>
                    <a:pt x="601" y="139"/>
                  </a:lnTo>
                  <a:lnTo>
                    <a:pt x="619" y="153"/>
                  </a:lnTo>
                  <a:lnTo>
                    <a:pt x="619" y="153"/>
                  </a:lnTo>
                  <a:lnTo>
                    <a:pt x="633" y="164"/>
                  </a:lnTo>
                  <a:lnTo>
                    <a:pt x="649" y="176"/>
                  </a:lnTo>
                  <a:lnTo>
                    <a:pt x="662" y="190"/>
                  </a:lnTo>
                  <a:lnTo>
                    <a:pt x="676" y="204"/>
                  </a:lnTo>
                  <a:lnTo>
                    <a:pt x="676" y="204"/>
                  </a:lnTo>
                  <a:lnTo>
                    <a:pt x="681" y="213"/>
                  </a:lnTo>
                  <a:lnTo>
                    <a:pt x="686" y="222"/>
                  </a:lnTo>
                  <a:lnTo>
                    <a:pt x="688" y="232"/>
                  </a:lnTo>
                  <a:lnTo>
                    <a:pt x="690" y="243"/>
                  </a:lnTo>
                  <a:lnTo>
                    <a:pt x="690" y="253"/>
                  </a:lnTo>
                  <a:lnTo>
                    <a:pt x="689" y="263"/>
                  </a:lnTo>
                  <a:lnTo>
                    <a:pt x="687" y="274"/>
                  </a:lnTo>
                  <a:lnTo>
                    <a:pt x="683" y="284"/>
                  </a:lnTo>
                  <a:lnTo>
                    <a:pt x="683" y="284"/>
                  </a:lnTo>
                  <a:lnTo>
                    <a:pt x="677" y="295"/>
                  </a:lnTo>
                  <a:lnTo>
                    <a:pt x="669" y="305"/>
                  </a:lnTo>
                  <a:lnTo>
                    <a:pt x="662" y="313"/>
                  </a:lnTo>
                  <a:lnTo>
                    <a:pt x="654" y="320"/>
                  </a:lnTo>
                  <a:lnTo>
                    <a:pt x="645" y="326"/>
                  </a:lnTo>
                  <a:lnTo>
                    <a:pt x="635" y="331"/>
                  </a:lnTo>
                  <a:lnTo>
                    <a:pt x="615" y="343"/>
                  </a:lnTo>
                  <a:lnTo>
                    <a:pt x="615" y="343"/>
                  </a:lnTo>
                  <a:lnTo>
                    <a:pt x="600" y="350"/>
                  </a:lnTo>
                  <a:lnTo>
                    <a:pt x="600" y="350"/>
                  </a:lnTo>
                  <a:lnTo>
                    <a:pt x="595" y="351"/>
                  </a:lnTo>
                  <a:lnTo>
                    <a:pt x="591" y="352"/>
                  </a:lnTo>
                  <a:lnTo>
                    <a:pt x="591" y="35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5" name="Freeform 606"/>
            <p:cNvSpPr/>
            <p:nvPr/>
          </p:nvSpPr>
          <p:spPr bwMode="auto">
            <a:xfrm>
              <a:off x="5356226" y="2198688"/>
              <a:ext cx="147638" cy="49213"/>
            </a:xfrm>
            <a:custGeom>
              <a:avLst/>
              <a:gdLst/>
              <a:ahLst/>
              <a:cxnLst>
                <a:cxn ang="0">
                  <a:pos x="16" y="94"/>
                </a:cxn>
                <a:cxn ang="0">
                  <a:pos x="9" y="93"/>
                </a:cxn>
                <a:cxn ang="0">
                  <a:pos x="2" y="85"/>
                </a:cxn>
                <a:cxn ang="0">
                  <a:pos x="0" y="79"/>
                </a:cxn>
                <a:cxn ang="0">
                  <a:pos x="2" y="68"/>
                </a:cxn>
                <a:cxn ang="0">
                  <a:pos x="6" y="62"/>
                </a:cxn>
                <a:cxn ang="0">
                  <a:pos x="13" y="59"/>
                </a:cxn>
                <a:cxn ang="0">
                  <a:pos x="18" y="57"/>
                </a:cxn>
                <a:cxn ang="0">
                  <a:pos x="31" y="46"/>
                </a:cxn>
                <a:cxn ang="0">
                  <a:pos x="38" y="41"/>
                </a:cxn>
                <a:cxn ang="0">
                  <a:pos x="46" y="36"/>
                </a:cxn>
                <a:cxn ang="0">
                  <a:pos x="60" y="28"/>
                </a:cxn>
                <a:cxn ang="0">
                  <a:pos x="77" y="20"/>
                </a:cxn>
                <a:cxn ang="0">
                  <a:pos x="115" y="7"/>
                </a:cxn>
                <a:cxn ang="0">
                  <a:pos x="134" y="2"/>
                </a:cxn>
                <a:cxn ang="0">
                  <a:pos x="154" y="0"/>
                </a:cxn>
                <a:cxn ang="0">
                  <a:pos x="173" y="2"/>
                </a:cxn>
                <a:cxn ang="0">
                  <a:pos x="208" y="9"/>
                </a:cxn>
                <a:cxn ang="0">
                  <a:pos x="240" y="24"/>
                </a:cxn>
                <a:cxn ang="0">
                  <a:pos x="266" y="45"/>
                </a:cxn>
                <a:cxn ang="0">
                  <a:pos x="276" y="58"/>
                </a:cxn>
                <a:cxn ang="0">
                  <a:pos x="279" y="67"/>
                </a:cxn>
                <a:cxn ang="0">
                  <a:pos x="278" y="74"/>
                </a:cxn>
                <a:cxn ang="0">
                  <a:pos x="275" y="78"/>
                </a:cxn>
                <a:cxn ang="0">
                  <a:pos x="266" y="83"/>
                </a:cxn>
                <a:cxn ang="0">
                  <a:pos x="259" y="84"/>
                </a:cxn>
                <a:cxn ang="0">
                  <a:pos x="256" y="83"/>
                </a:cxn>
                <a:cxn ang="0">
                  <a:pos x="248" y="80"/>
                </a:cxn>
                <a:cxn ang="0">
                  <a:pos x="245" y="76"/>
                </a:cxn>
                <a:cxn ang="0">
                  <a:pos x="230" y="59"/>
                </a:cxn>
                <a:cxn ang="0">
                  <a:pos x="210" y="47"/>
                </a:cxn>
                <a:cxn ang="0">
                  <a:pos x="186" y="40"/>
                </a:cxn>
                <a:cxn ang="0">
                  <a:pos x="160" y="37"/>
                </a:cxn>
                <a:cxn ang="0">
                  <a:pos x="150" y="37"/>
                </a:cxn>
                <a:cxn ang="0">
                  <a:pos x="121" y="42"/>
                </a:cxn>
                <a:cxn ang="0">
                  <a:pos x="94" y="51"/>
                </a:cxn>
                <a:cxn ang="0">
                  <a:pos x="86" y="56"/>
                </a:cxn>
                <a:cxn ang="0">
                  <a:pos x="62" y="71"/>
                </a:cxn>
                <a:cxn ang="0">
                  <a:pos x="43" y="84"/>
                </a:cxn>
                <a:cxn ang="0">
                  <a:pos x="22" y="94"/>
                </a:cxn>
                <a:cxn ang="0">
                  <a:pos x="16" y="94"/>
                </a:cxn>
              </a:cxnLst>
              <a:rect l="0" t="0" r="r" b="b"/>
              <a:pathLst>
                <a:path w="279" h="94">
                  <a:moveTo>
                    <a:pt x="16" y="94"/>
                  </a:moveTo>
                  <a:lnTo>
                    <a:pt x="16" y="94"/>
                  </a:lnTo>
                  <a:lnTo>
                    <a:pt x="13" y="94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5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4"/>
                  </a:lnTo>
                  <a:lnTo>
                    <a:pt x="2" y="68"/>
                  </a:lnTo>
                  <a:lnTo>
                    <a:pt x="3" y="66"/>
                  </a:lnTo>
                  <a:lnTo>
                    <a:pt x="6" y="62"/>
                  </a:lnTo>
                  <a:lnTo>
                    <a:pt x="8" y="60"/>
                  </a:lnTo>
                  <a:lnTo>
                    <a:pt x="13" y="59"/>
                  </a:lnTo>
                  <a:lnTo>
                    <a:pt x="13" y="59"/>
                  </a:lnTo>
                  <a:lnTo>
                    <a:pt x="18" y="57"/>
                  </a:lnTo>
                  <a:lnTo>
                    <a:pt x="22" y="54"/>
                  </a:lnTo>
                  <a:lnTo>
                    <a:pt x="31" y="46"/>
                  </a:lnTo>
                  <a:lnTo>
                    <a:pt x="31" y="46"/>
                  </a:lnTo>
                  <a:lnTo>
                    <a:pt x="38" y="41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95" y="13"/>
                  </a:lnTo>
                  <a:lnTo>
                    <a:pt x="115" y="7"/>
                  </a:lnTo>
                  <a:lnTo>
                    <a:pt x="124" y="4"/>
                  </a:lnTo>
                  <a:lnTo>
                    <a:pt x="134" y="2"/>
                  </a:lnTo>
                  <a:lnTo>
                    <a:pt x="144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3" y="2"/>
                  </a:lnTo>
                  <a:lnTo>
                    <a:pt x="191" y="5"/>
                  </a:lnTo>
                  <a:lnTo>
                    <a:pt x="208" y="9"/>
                  </a:lnTo>
                  <a:lnTo>
                    <a:pt x="224" y="16"/>
                  </a:lnTo>
                  <a:lnTo>
                    <a:pt x="240" y="24"/>
                  </a:lnTo>
                  <a:lnTo>
                    <a:pt x="253" y="34"/>
                  </a:lnTo>
                  <a:lnTo>
                    <a:pt x="266" y="45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8" y="62"/>
                  </a:lnTo>
                  <a:lnTo>
                    <a:pt x="279" y="67"/>
                  </a:lnTo>
                  <a:lnTo>
                    <a:pt x="279" y="70"/>
                  </a:lnTo>
                  <a:lnTo>
                    <a:pt x="278" y="74"/>
                  </a:lnTo>
                  <a:lnTo>
                    <a:pt x="278" y="74"/>
                  </a:lnTo>
                  <a:lnTo>
                    <a:pt x="275" y="78"/>
                  </a:lnTo>
                  <a:lnTo>
                    <a:pt x="271" y="81"/>
                  </a:lnTo>
                  <a:lnTo>
                    <a:pt x="266" y="83"/>
                  </a:lnTo>
                  <a:lnTo>
                    <a:pt x="259" y="84"/>
                  </a:lnTo>
                  <a:lnTo>
                    <a:pt x="259" y="84"/>
                  </a:lnTo>
                  <a:lnTo>
                    <a:pt x="259" y="84"/>
                  </a:lnTo>
                  <a:lnTo>
                    <a:pt x="256" y="83"/>
                  </a:lnTo>
                  <a:lnTo>
                    <a:pt x="252" y="82"/>
                  </a:lnTo>
                  <a:lnTo>
                    <a:pt x="248" y="80"/>
                  </a:lnTo>
                  <a:lnTo>
                    <a:pt x="245" y="76"/>
                  </a:lnTo>
                  <a:lnTo>
                    <a:pt x="245" y="76"/>
                  </a:lnTo>
                  <a:lnTo>
                    <a:pt x="238" y="67"/>
                  </a:lnTo>
                  <a:lnTo>
                    <a:pt x="230" y="59"/>
                  </a:lnTo>
                  <a:lnTo>
                    <a:pt x="220" y="52"/>
                  </a:lnTo>
                  <a:lnTo>
                    <a:pt x="210" y="47"/>
                  </a:lnTo>
                  <a:lnTo>
                    <a:pt x="199" y="43"/>
                  </a:lnTo>
                  <a:lnTo>
                    <a:pt x="186" y="40"/>
                  </a:lnTo>
                  <a:lnTo>
                    <a:pt x="174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50" y="37"/>
                  </a:lnTo>
                  <a:lnTo>
                    <a:pt x="141" y="38"/>
                  </a:lnTo>
                  <a:lnTo>
                    <a:pt x="121" y="42"/>
                  </a:lnTo>
                  <a:lnTo>
                    <a:pt x="102" y="48"/>
                  </a:lnTo>
                  <a:lnTo>
                    <a:pt x="94" y="51"/>
                  </a:lnTo>
                  <a:lnTo>
                    <a:pt x="86" y="56"/>
                  </a:lnTo>
                  <a:lnTo>
                    <a:pt x="86" y="56"/>
                  </a:lnTo>
                  <a:lnTo>
                    <a:pt x="74" y="64"/>
                  </a:lnTo>
                  <a:lnTo>
                    <a:pt x="62" y="71"/>
                  </a:lnTo>
                  <a:lnTo>
                    <a:pt x="62" y="71"/>
                  </a:lnTo>
                  <a:lnTo>
                    <a:pt x="43" y="84"/>
                  </a:lnTo>
                  <a:lnTo>
                    <a:pt x="32" y="90"/>
                  </a:lnTo>
                  <a:lnTo>
                    <a:pt x="22" y="94"/>
                  </a:lnTo>
                  <a:lnTo>
                    <a:pt x="22" y="94"/>
                  </a:lnTo>
                  <a:lnTo>
                    <a:pt x="16" y="94"/>
                  </a:lnTo>
                  <a:lnTo>
                    <a:pt x="16" y="9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2319535" y="4447856"/>
            <a:ext cx="621672" cy="645698"/>
            <a:chOff x="2254250" y="2162175"/>
            <a:chExt cx="657225" cy="682625"/>
          </a:xfrm>
          <a:solidFill>
            <a:srgbClr val="005790"/>
          </a:solidFill>
        </p:grpSpPr>
        <p:sp>
          <p:nvSpPr>
            <p:cNvPr id="127" name="Freeform 262"/>
            <p:cNvSpPr/>
            <p:nvPr/>
          </p:nvSpPr>
          <p:spPr bwMode="auto">
            <a:xfrm>
              <a:off x="2292350" y="2236788"/>
              <a:ext cx="38100" cy="179388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58" y="7"/>
                </a:cxn>
                <a:cxn ang="0">
                  <a:pos x="52" y="16"/>
                </a:cxn>
                <a:cxn ang="0">
                  <a:pos x="50" y="36"/>
                </a:cxn>
                <a:cxn ang="0">
                  <a:pos x="48" y="64"/>
                </a:cxn>
                <a:cxn ang="0">
                  <a:pos x="41" y="122"/>
                </a:cxn>
                <a:cxn ang="0">
                  <a:pos x="36" y="150"/>
                </a:cxn>
                <a:cxn ang="0">
                  <a:pos x="14" y="245"/>
                </a:cxn>
                <a:cxn ang="0">
                  <a:pos x="9" y="267"/>
                </a:cxn>
                <a:cxn ang="0">
                  <a:pos x="1" y="311"/>
                </a:cxn>
                <a:cxn ang="0">
                  <a:pos x="0" y="333"/>
                </a:cxn>
                <a:cxn ang="0">
                  <a:pos x="0" y="335"/>
                </a:cxn>
                <a:cxn ang="0">
                  <a:pos x="2" y="338"/>
                </a:cxn>
                <a:cxn ang="0">
                  <a:pos x="10" y="338"/>
                </a:cxn>
                <a:cxn ang="0">
                  <a:pos x="12" y="338"/>
                </a:cxn>
                <a:cxn ang="0">
                  <a:pos x="14" y="335"/>
                </a:cxn>
                <a:cxn ang="0">
                  <a:pos x="14" y="331"/>
                </a:cxn>
                <a:cxn ang="0">
                  <a:pos x="12" y="328"/>
                </a:cxn>
                <a:cxn ang="0">
                  <a:pos x="9" y="328"/>
                </a:cxn>
                <a:cxn ang="0">
                  <a:pos x="10" y="310"/>
                </a:cxn>
                <a:cxn ang="0">
                  <a:pos x="16" y="272"/>
                </a:cxn>
                <a:cxn ang="0">
                  <a:pos x="31" y="215"/>
                </a:cxn>
                <a:cxn ang="0">
                  <a:pos x="39" y="178"/>
                </a:cxn>
                <a:cxn ang="0">
                  <a:pos x="50" y="118"/>
                </a:cxn>
                <a:cxn ang="0">
                  <a:pos x="52" y="98"/>
                </a:cxn>
                <a:cxn ang="0">
                  <a:pos x="58" y="54"/>
                </a:cxn>
                <a:cxn ang="0">
                  <a:pos x="61" y="24"/>
                </a:cxn>
                <a:cxn ang="0">
                  <a:pos x="65" y="14"/>
                </a:cxn>
                <a:cxn ang="0">
                  <a:pos x="67" y="15"/>
                </a:cxn>
                <a:cxn ang="0">
                  <a:pos x="71" y="13"/>
                </a:cxn>
                <a:cxn ang="0">
                  <a:pos x="72" y="4"/>
                </a:cxn>
                <a:cxn ang="0">
                  <a:pos x="71" y="2"/>
                </a:cxn>
                <a:cxn ang="0">
                  <a:pos x="67" y="0"/>
                </a:cxn>
                <a:cxn ang="0">
                  <a:pos x="65" y="0"/>
                </a:cxn>
              </a:cxnLst>
              <a:rect l="0" t="0" r="r" b="b"/>
              <a:pathLst>
                <a:path w="72" h="338">
                  <a:moveTo>
                    <a:pt x="65" y="0"/>
                  </a:moveTo>
                  <a:lnTo>
                    <a:pt x="65" y="0"/>
                  </a:lnTo>
                  <a:lnTo>
                    <a:pt x="61" y="4"/>
                  </a:lnTo>
                  <a:lnTo>
                    <a:pt x="58" y="7"/>
                  </a:lnTo>
                  <a:lnTo>
                    <a:pt x="55" y="11"/>
                  </a:lnTo>
                  <a:lnTo>
                    <a:pt x="52" y="16"/>
                  </a:lnTo>
                  <a:lnTo>
                    <a:pt x="50" y="26"/>
                  </a:lnTo>
                  <a:lnTo>
                    <a:pt x="50" y="36"/>
                  </a:lnTo>
                  <a:lnTo>
                    <a:pt x="50" y="36"/>
                  </a:lnTo>
                  <a:lnTo>
                    <a:pt x="48" y="64"/>
                  </a:lnTo>
                  <a:lnTo>
                    <a:pt x="45" y="93"/>
                  </a:lnTo>
                  <a:lnTo>
                    <a:pt x="41" y="122"/>
                  </a:lnTo>
                  <a:lnTo>
                    <a:pt x="36" y="150"/>
                  </a:lnTo>
                  <a:lnTo>
                    <a:pt x="36" y="150"/>
                  </a:lnTo>
                  <a:lnTo>
                    <a:pt x="25" y="197"/>
                  </a:lnTo>
                  <a:lnTo>
                    <a:pt x="14" y="245"/>
                  </a:lnTo>
                  <a:lnTo>
                    <a:pt x="14" y="245"/>
                  </a:lnTo>
                  <a:lnTo>
                    <a:pt x="9" y="267"/>
                  </a:lnTo>
                  <a:lnTo>
                    <a:pt x="4" y="289"/>
                  </a:lnTo>
                  <a:lnTo>
                    <a:pt x="1" y="311"/>
                  </a:lnTo>
                  <a:lnTo>
                    <a:pt x="0" y="322"/>
                  </a:lnTo>
                  <a:lnTo>
                    <a:pt x="0" y="333"/>
                  </a:lnTo>
                  <a:lnTo>
                    <a:pt x="0" y="333"/>
                  </a:lnTo>
                  <a:lnTo>
                    <a:pt x="0" y="335"/>
                  </a:lnTo>
                  <a:lnTo>
                    <a:pt x="1" y="337"/>
                  </a:lnTo>
                  <a:lnTo>
                    <a:pt x="2" y="338"/>
                  </a:lnTo>
                  <a:lnTo>
                    <a:pt x="4" y="338"/>
                  </a:lnTo>
                  <a:lnTo>
                    <a:pt x="10" y="338"/>
                  </a:lnTo>
                  <a:lnTo>
                    <a:pt x="10" y="338"/>
                  </a:lnTo>
                  <a:lnTo>
                    <a:pt x="12" y="338"/>
                  </a:lnTo>
                  <a:lnTo>
                    <a:pt x="14" y="337"/>
                  </a:lnTo>
                  <a:lnTo>
                    <a:pt x="14" y="335"/>
                  </a:lnTo>
                  <a:lnTo>
                    <a:pt x="15" y="333"/>
                  </a:lnTo>
                  <a:lnTo>
                    <a:pt x="14" y="331"/>
                  </a:lnTo>
                  <a:lnTo>
                    <a:pt x="14" y="329"/>
                  </a:lnTo>
                  <a:lnTo>
                    <a:pt x="12" y="328"/>
                  </a:lnTo>
                  <a:lnTo>
                    <a:pt x="10" y="328"/>
                  </a:lnTo>
                  <a:lnTo>
                    <a:pt x="9" y="328"/>
                  </a:lnTo>
                  <a:lnTo>
                    <a:pt x="9" y="328"/>
                  </a:lnTo>
                  <a:lnTo>
                    <a:pt x="10" y="310"/>
                  </a:lnTo>
                  <a:lnTo>
                    <a:pt x="13" y="290"/>
                  </a:lnTo>
                  <a:lnTo>
                    <a:pt x="16" y="272"/>
                  </a:lnTo>
                  <a:lnTo>
                    <a:pt x="20" y="253"/>
                  </a:lnTo>
                  <a:lnTo>
                    <a:pt x="31" y="215"/>
                  </a:lnTo>
                  <a:lnTo>
                    <a:pt x="39" y="178"/>
                  </a:lnTo>
                  <a:lnTo>
                    <a:pt x="39" y="178"/>
                  </a:lnTo>
                  <a:lnTo>
                    <a:pt x="46" y="138"/>
                  </a:lnTo>
                  <a:lnTo>
                    <a:pt x="50" y="118"/>
                  </a:lnTo>
                  <a:lnTo>
                    <a:pt x="52" y="98"/>
                  </a:lnTo>
                  <a:lnTo>
                    <a:pt x="52" y="98"/>
                  </a:lnTo>
                  <a:lnTo>
                    <a:pt x="58" y="54"/>
                  </a:lnTo>
                  <a:lnTo>
                    <a:pt x="58" y="54"/>
                  </a:lnTo>
                  <a:lnTo>
                    <a:pt x="59" y="34"/>
                  </a:lnTo>
                  <a:lnTo>
                    <a:pt x="61" y="24"/>
                  </a:lnTo>
                  <a:lnTo>
                    <a:pt x="62" y="18"/>
                  </a:lnTo>
                  <a:lnTo>
                    <a:pt x="65" y="14"/>
                  </a:lnTo>
                  <a:lnTo>
                    <a:pt x="65" y="14"/>
                  </a:lnTo>
                  <a:lnTo>
                    <a:pt x="67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2" y="10"/>
                  </a:lnTo>
                  <a:lnTo>
                    <a:pt x="72" y="4"/>
                  </a:lnTo>
                  <a:lnTo>
                    <a:pt x="72" y="4"/>
                  </a:lnTo>
                  <a:lnTo>
                    <a:pt x="71" y="2"/>
                  </a:lnTo>
                  <a:lnTo>
                    <a:pt x="70" y="0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8" name="Freeform 263"/>
            <p:cNvSpPr/>
            <p:nvPr/>
          </p:nvSpPr>
          <p:spPr bwMode="auto">
            <a:xfrm>
              <a:off x="2309813" y="2203450"/>
              <a:ext cx="53975" cy="276225"/>
            </a:xfrm>
            <a:custGeom>
              <a:avLst/>
              <a:gdLst/>
              <a:ahLst/>
              <a:cxnLst>
                <a:cxn ang="0">
                  <a:pos x="104" y="4"/>
                </a:cxn>
                <a:cxn ang="0">
                  <a:pos x="103" y="1"/>
                </a:cxn>
                <a:cxn ang="0">
                  <a:pos x="100" y="0"/>
                </a:cxn>
                <a:cxn ang="0">
                  <a:pos x="97" y="1"/>
                </a:cxn>
                <a:cxn ang="0">
                  <a:pos x="95" y="4"/>
                </a:cxn>
                <a:cxn ang="0">
                  <a:pos x="94" y="16"/>
                </a:cxn>
                <a:cxn ang="0">
                  <a:pos x="90" y="42"/>
                </a:cxn>
                <a:cxn ang="0">
                  <a:pos x="89" y="55"/>
                </a:cxn>
                <a:cxn ang="0">
                  <a:pos x="89" y="103"/>
                </a:cxn>
                <a:cxn ang="0">
                  <a:pos x="87" y="120"/>
                </a:cxn>
                <a:cxn ang="0">
                  <a:pos x="62" y="234"/>
                </a:cxn>
                <a:cxn ang="0">
                  <a:pos x="52" y="273"/>
                </a:cxn>
                <a:cxn ang="0">
                  <a:pos x="32" y="341"/>
                </a:cxn>
                <a:cxn ang="0">
                  <a:pos x="17" y="391"/>
                </a:cxn>
                <a:cxn ang="0">
                  <a:pos x="14" y="409"/>
                </a:cxn>
                <a:cxn ang="0">
                  <a:pos x="12" y="437"/>
                </a:cxn>
                <a:cxn ang="0">
                  <a:pos x="10" y="465"/>
                </a:cxn>
                <a:cxn ang="0">
                  <a:pos x="9" y="478"/>
                </a:cxn>
                <a:cxn ang="0">
                  <a:pos x="9" y="497"/>
                </a:cxn>
                <a:cxn ang="0">
                  <a:pos x="5" y="508"/>
                </a:cxn>
                <a:cxn ang="0">
                  <a:pos x="1" y="513"/>
                </a:cxn>
                <a:cxn ang="0">
                  <a:pos x="0" y="516"/>
                </a:cxn>
                <a:cxn ang="0">
                  <a:pos x="2" y="519"/>
                </a:cxn>
                <a:cxn ang="0">
                  <a:pos x="5" y="520"/>
                </a:cxn>
                <a:cxn ang="0">
                  <a:pos x="8" y="519"/>
                </a:cxn>
                <a:cxn ang="0">
                  <a:pos x="13" y="513"/>
                </a:cxn>
                <a:cxn ang="0">
                  <a:pos x="18" y="502"/>
                </a:cxn>
                <a:cxn ang="0">
                  <a:pos x="18" y="494"/>
                </a:cxn>
                <a:cxn ang="0">
                  <a:pos x="22" y="433"/>
                </a:cxn>
                <a:cxn ang="0">
                  <a:pos x="24" y="413"/>
                </a:cxn>
                <a:cxn ang="0">
                  <a:pos x="31" y="376"/>
                </a:cxn>
                <a:cxn ang="0">
                  <a:pos x="47" y="321"/>
                </a:cxn>
                <a:cxn ang="0">
                  <a:pos x="59" y="285"/>
                </a:cxn>
                <a:cxn ang="0">
                  <a:pos x="79" y="203"/>
                </a:cxn>
                <a:cxn ang="0">
                  <a:pos x="96" y="122"/>
                </a:cxn>
                <a:cxn ang="0">
                  <a:pos x="98" y="92"/>
                </a:cxn>
                <a:cxn ang="0">
                  <a:pos x="98" y="62"/>
                </a:cxn>
                <a:cxn ang="0">
                  <a:pos x="101" y="33"/>
                </a:cxn>
                <a:cxn ang="0">
                  <a:pos x="104" y="4"/>
                </a:cxn>
              </a:cxnLst>
              <a:rect l="0" t="0" r="r" b="b"/>
              <a:pathLst>
                <a:path w="104" h="520">
                  <a:moveTo>
                    <a:pt x="104" y="4"/>
                  </a:move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7" y="1"/>
                  </a:lnTo>
                  <a:lnTo>
                    <a:pt x="95" y="2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4" y="16"/>
                  </a:lnTo>
                  <a:lnTo>
                    <a:pt x="92" y="30"/>
                  </a:lnTo>
                  <a:lnTo>
                    <a:pt x="90" y="42"/>
                  </a:lnTo>
                  <a:lnTo>
                    <a:pt x="89" y="55"/>
                  </a:lnTo>
                  <a:lnTo>
                    <a:pt x="89" y="55"/>
                  </a:lnTo>
                  <a:lnTo>
                    <a:pt x="90" y="88"/>
                  </a:lnTo>
                  <a:lnTo>
                    <a:pt x="89" y="103"/>
                  </a:lnTo>
                  <a:lnTo>
                    <a:pt x="87" y="120"/>
                  </a:lnTo>
                  <a:lnTo>
                    <a:pt x="87" y="120"/>
                  </a:lnTo>
                  <a:lnTo>
                    <a:pt x="71" y="196"/>
                  </a:lnTo>
                  <a:lnTo>
                    <a:pt x="62" y="234"/>
                  </a:lnTo>
                  <a:lnTo>
                    <a:pt x="52" y="273"/>
                  </a:lnTo>
                  <a:lnTo>
                    <a:pt x="52" y="273"/>
                  </a:lnTo>
                  <a:lnTo>
                    <a:pt x="42" y="307"/>
                  </a:lnTo>
                  <a:lnTo>
                    <a:pt x="32" y="341"/>
                  </a:lnTo>
                  <a:lnTo>
                    <a:pt x="21" y="375"/>
                  </a:lnTo>
                  <a:lnTo>
                    <a:pt x="17" y="391"/>
                  </a:lnTo>
                  <a:lnTo>
                    <a:pt x="14" y="409"/>
                  </a:lnTo>
                  <a:lnTo>
                    <a:pt x="14" y="409"/>
                  </a:lnTo>
                  <a:lnTo>
                    <a:pt x="13" y="423"/>
                  </a:lnTo>
                  <a:lnTo>
                    <a:pt x="12" y="437"/>
                  </a:lnTo>
                  <a:lnTo>
                    <a:pt x="11" y="451"/>
                  </a:lnTo>
                  <a:lnTo>
                    <a:pt x="10" y="465"/>
                  </a:lnTo>
                  <a:lnTo>
                    <a:pt x="10" y="465"/>
                  </a:lnTo>
                  <a:lnTo>
                    <a:pt x="9" y="478"/>
                  </a:lnTo>
                  <a:lnTo>
                    <a:pt x="10" y="490"/>
                  </a:lnTo>
                  <a:lnTo>
                    <a:pt x="9" y="497"/>
                  </a:lnTo>
                  <a:lnTo>
                    <a:pt x="8" y="502"/>
                  </a:lnTo>
                  <a:lnTo>
                    <a:pt x="5" y="508"/>
                  </a:lnTo>
                  <a:lnTo>
                    <a:pt x="1" y="513"/>
                  </a:lnTo>
                  <a:lnTo>
                    <a:pt x="1" y="513"/>
                  </a:lnTo>
                  <a:lnTo>
                    <a:pt x="0" y="514"/>
                  </a:lnTo>
                  <a:lnTo>
                    <a:pt x="0" y="516"/>
                  </a:lnTo>
                  <a:lnTo>
                    <a:pt x="1" y="518"/>
                  </a:lnTo>
                  <a:lnTo>
                    <a:pt x="2" y="519"/>
                  </a:lnTo>
                  <a:lnTo>
                    <a:pt x="3" y="520"/>
                  </a:lnTo>
                  <a:lnTo>
                    <a:pt x="5" y="520"/>
                  </a:lnTo>
                  <a:lnTo>
                    <a:pt x="6" y="520"/>
                  </a:lnTo>
                  <a:lnTo>
                    <a:pt x="8" y="519"/>
                  </a:lnTo>
                  <a:lnTo>
                    <a:pt x="8" y="519"/>
                  </a:lnTo>
                  <a:lnTo>
                    <a:pt x="13" y="513"/>
                  </a:lnTo>
                  <a:lnTo>
                    <a:pt x="16" y="508"/>
                  </a:lnTo>
                  <a:lnTo>
                    <a:pt x="18" y="502"/>
                  </a:lnTo>
                  <a:lnTo>
                    <a:pt x="18" y="494"/>
                  </a:lnTo>
                  <a:lnTo>
                    <a:pt x="18" y="494"/>
                  </a:lnTo>
                  <a:lnTo>
                    <a:pt x="20" y="463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24" y="413"/>
                  </a:lnTo>
                  <a:lnTo>
                    <a:pt x="27" y="394"/>
                  </a:lnTo>
                  <a:lnTo>
                    <a:pt x="31" y="376"/>
                  </a:lnTo>
                  <a:lnTo>
                    <a:pt x="36" y="357"/>
                  </a:lnTo>
                  <a:lnTo>
                    <a:pt x="47" y="321"/>
                  </a:lnTo>
                  <a:lnTo>
                    <a:pt x="59" y="285"/>
                  </a:lnTo>
                  <a:lnTo>
                    <a:pt x="59" y="285"/>
                  </a:lnTo>
                  <a:lnTo>
                    <a:pt x="69" y="245"/>
                  </a:lnTo>
                  <a:lnTo>
                    <a:pt x="79" y="203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8" y="107"/>
                  </a:lnTo>
                  <a:lnTo>
                    <a:pt x="98" y="92"/>
                  </a:lnTo>
                  <a:lnTo>
                    <a:pt x="98" y="62"/>
                  </a:lnTo>
                  <a:lnTo>
                    <a:pt x="98" y="62"/>
                  </a:lnTo>
                  <a:lnTo>
                    <a:pt x="99" y="47"/>
                  </a:lnTo>
                  <a:lnTo>
                    <a:pt x="101" y="33"/>
                  </a:lnTo>
                  <a:lnTo>
                    <a:pt x="103" y="18"/>
                  </a:lnTo>
                  <a:lnTo>
                    <a:pt x="104" y="4"/>
                  </a:lnTo>
                  <a:lnTo>
                    <a:pt x="10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29" name="Freeform 264"/>
            <p:cNvSpPr/>
            <p:nvPr/>
          </p:nvSpPr>
          <p:spPr bwMode="auto">
            <a:xfrm>
              <a:off x="2349500" y="2176463"/>
              <a:ext cx="61913" cy="349250"/>
            </a:xfrm>
            <a:custGeom>
              <a:avLst/>
              <a:gdLst/>
              <a:ahLst/>
              <a:cxnLst>
                <a:cxn ang="0">
                  <a:pos x="108" y="2"/>
                </a:cxn>
                <a:cxn ang="0">
                  <a:pos x="100" y="16"/>
                </a:cxn>
                <a:cxn ang="0">
                  <a:pos x="96" y="30"/>
                </a:cxn>
                <a:cxn ang="0">
                  <a:pos x="93" y="61"/>
                </a:cxn>
                <a:cxn ang="0">
                  <a:pos x="90" y="83"/>
                </a:cxn>
                <a:cxn ang="0">
                  <a:pos x="78" y="150"/>
                </a:cxn>
                <a:cxn ang="0">
                  <a:pos x="69" y="192"/>
                </a:cxn>
                <a:cxn ang="0">
                  <a:pos x="39" y="318"/>
                </a:cxn>
                <a:cxn ang="0">
                  <a:pos x="30" y="360"/>
                </a:cxn>
                <a:cxn ang="0">
                  <a:pos x="18" y="444"/>
                </a:cxn>
                <a:cxn ang="0">
                  <a:pos x="14" y="487"/>
                </a:cxn>
                <a:cxn ang="0">
                  <a:pos x="7" y="577"/>
                </a:cxn>
                <a:cxn ang="0">
                  <a:pos x="2" y="616"/>
                </a:cxn>
                <a:cxn ang="0">
                  <a:pos x="0" y="656"/>
                </a:cxn>
                <a:cxn ang="0">
                  <a:pos x="0" y="657"/>
                </a:cxn>
                <a:cxn ang="0">
                  <a:pos x="2" y="660"/>
                </a:cxn>
                <a:cxn ang="0">
                  <a:pos x="6" y="660"/>
                </a:cxn>
                <a:cxn ang="0">
                  <a:pos x="8" y="657"/>
                </a:cxn>
                <a:cxn ang="0">
                  <a:pos x="9" y="656"/>
                </a:cxn>
                <a:cxn ang="0">
                  <a:pos x="15" y="576"/>
                </a:cxn>
                <a:cxn ang="0">
                  <a:pos x="22" y="496"/>
                </a:cxn>
                <a:cxn ang="0">
                  <a:pos x="26" y="452"/>
                </a:cxn>
                <a:cxn ang="0">
                  <a:pos x="39" y="364"/>
                </a:cxn>
                <a:cxn ang="0">
                  <a:pos x="49" y="320"/>
                </a:cxn>
                <a:cxn ang="0">
                  <a:pos x="85" y="161"/>
                </a:cxn>
                <a:cxn ang="0">
                  <a:pos x="92" y="123"/>
                </a:cxn>
                <a:cxn ang="0">
                  <a:pos x="99" y="86"/>
                </a:cxn>
                <a:cxn ang="0">
                  <a:pos x="103" y="45"/>
                </a:cxn>
                <a:cxn ang="0">
                  <a:pos x="108" y="25"/>
                </a:cxn>
                <a:cxn ang="0">
                  <a:pos x="116" y="6"/>
                </a:cxn>
                <a:cxn ang="0">
                  <a:pos x="117" y="5"/>
                </a:cxn>
                <a:cxn ang="0">
                  <a:pos x="116" y="2"/>
                </a:cxn>
                <a:cxn ang="0">
                  <a:pos x="111" y="0"/>
                </a:cxn>
                <a:cxn ang="0">
                  <a:pos x="108" y="2"/>
                </a:cxn>
              </a:cxnLst>
              <a:rect l="0" t="0" r="r" b="b"/>
              <a:pathLst>
                <a:path w="117" h="660">
                  <a:moveTo>
                    <a:pt x="108" y="2"/>
                  </a:moveTo>
                  <a:lnTo>
                    <a:pt x="108" y="2"/>
                  </a:lnTo>
                  <a:lnTo>
                    <a:pt x="103" y="8"/>
                  </a:lnTo>
                  <a:lnTo>
                    <a:pt x="100" y="16"/>
                  </a:lnTo>
                  <a:lnTo>
                    <a:pt x="98" y="23"/>
                  </a:lnTo>
                  <a:lnTo>
                    <a:pt x="96" y="30"/>
                  </a:lnTo>
                  <a:lnTo>
                    <a:pt x="94" y="46"/>
                  </a:lnTo>
                  <a:lnTo>
                    <a:pt x="93" y="61"/>
                  </a:lnTo>
                  <a:lnTo>
                    <a:pt x="93" y="61"/>
                  </a:lnTo>
                  <a:lnTo>
                    <a:pt x="90" y="83"/>
                  </a:lnTo>
                  <a:lnTo>
                    <a:pt x="87" y="106"/>
                  </a:lnTo>
                  <a:lnTo>
                    <a:pt x="78" y="150"/>
                  </a:lnTo>
                  <a:lnTo>
                    <a:pt x="78" y="150"/>
                  </a:lnTo>
                  <a:lnTo>
                    <a:pt x="69" y="192"/>
                  </a:lnTo>
                  <a:lnTo>
                    <a:pt x="60" y="235"/>
                  </a:lnTo>
                  <a:lnTo>
                    <a:pt x="39" y="318"/>
                  </a:lnTo>
                  <a:lnTo>
                    <a:pt x="39" y="318"/>
                  </a:lnTo>
                  <a:lnTo>
                    <a:pt x="30" y="360"/>
                  </a:lnTo>
                  <a:lnTo>
                    <a:pt x="23" y="402"/>
                  </a:lnTo>
                  <a:lnTo>
                    <a:pt x="18" y="444"/>
                  </a:lnTo>
                  <a:lnTo>
                    <a:pt x="14" y="487"/>
                  </a:lnTo>
                  <a:lnTo>
                    <a:pt x="14" y="487"/>
                  </a:lnTo>
                  <a:lnTo>
                    <a:pt x="11" y="532"/>
                  </a:lnTo>
                  <a:lnTo>
                    <a:pt x="7" y="577"/>
                  </a:lnTo>
                  <a:lnTo>
                    <a:pt x="7" y="577"/>
                  </a:lnTo>
                  <a:lnTo>
                    <a:pt x="2" y="616"/>
                  </a:lnTo>
                  <a:lnTo>
                    <a:pt x="1" y="637"/>
                  </a:lnTo>
                  <a:lnTo>
                    <a:pt x="0" y="656"/>
                  </a:lnTo>
                  <a:lnTo>
                    <a:pt x="0" y="656"/>
                  </a:lnTo>
                  <a:lnTo>
                    <a:pt x="0" y="657"/>
                  </a:lnTo>
                  <a:lnTo>
                    <a:pt x="1" y="659"/>
                  </a:lnTo>
                  <a:lnTo>
                    <a:pt x="2" y="660"/>
                  </a:lnTo>
                  <a:lnTo>
                    <a:pt x="4" y="660"/>
                  </a:lnTo>
                  <a:lnTo>
                    <a:pt x="6" y="660"/>
                  </a:lnTo>
                  <a:lnTo>
                    <a:pt x="7" y="659"/>
                  </a:lnTo>
                  <a:lnTo>
                    <a:pt x="8" y="657"/>
                  </a:lnTo>
                  <a:lnTo>
                    <a:pt x="9" y="656"/>
                  </a:lnTo>
                  <a:lnTo>
                    <a:pt x="9" y="656"/>
                  </a:lnTo>
                  <a:lnTo>
                    <a:pt x="12" y="616"/>
                  </a:lnTo>
                  <a:lnTo>
                    <a:pt x="15" y="576"/>
                  </a:lnTo>
                  <a:lnTo>
                    <a:pt x="19" y="535"/>
                  </a:lnTo>
                  <a:lnTo>
                    <a:pt x="22" y="496"/>
                  </a:lnTo>
                  <a:lnTo>
                    <a:pt x="22" y="496"/>
                  </a:lnTo>
                  <a:lnTo>
                    <a:pt x="26" y="452"/>
                  </a:lnTo>
                  <a:lnTo>
                    <a:pt x="32" y="408"/>
                  </a:lnTo>
                  <a:lnTo>
                    <a:pt x="39" y="364"/>
                  </a:lnTo>
                  <a:lnTo>
                    <a:pt x="49" y="320"/>
                  </a:lnTo>
                  <a:lnTo>
                    <a:pt x="49" y="320"/>
                  </a:lnTo>
                  <a:lnTo>
                    <a:pt x="67" y="241"/>
                  </a:lnTo>
                  <a:lnTo>
                    <a:pt x="85" y="161"/>
                  </a:lnTo>
                  <a:lnTo>
                    <a:pt x="85" y="161"/>
                  </a:lnTo>
                  <a:lnTo>
                    <a:pt x="92" y="123"/>
                  </a:lnTo>
                  <a:lnTo>
                    <a:pt x="99" y="86"/>
                  </a:lnTo>
                  <a:lnTo>
                    <a:pt x="99" y="86"/>
                  </a:lnTo>
                  <a:lnTo>
                    <a:pt x="101" y="65"/>
                  </a:lnTo>
                  <a:lnTo>
                    <a:pt x="103" y="45"/>
                  </a:lnTo>
                  <a:lnTo>
                    <a:pt x="106" y="34"/>
                  </a:lnTo>
                  <a:lnTo>
                    <a:pt x="108" y="25"/>
                  </a:lnTo>
                  <a:lnTo>
                    <a:pt x="111" y="16"/>
                  </a:lnTo>
                  <a:lnTo>
                    <a:pt x="116" y="6"/>
                  </a:lnTo>
                  <a:lnTo>
                    <a:pt x="116" y="6"/>
                  </a:lnTo>
                  <a:lnTo>
                    <a:pt x="117" y="5"/>
                  </a:lnTo>
                  <a:lnTo>
                    <a:pt x="117" y="3"/>
                  </a:lnTo>
                  <a:lnTo>
                    <a:pt x="116" y="2"/>
                  </a:lnTo>
                  <a:lnTo>
                    <a:pt x="115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2"/>
                  </a:lnTo>
                  <a:lnTo>
                    <a:pt x="10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0" name="Freeform 265"/>
            <p:cNvSpPr/>
            <p:nvPr/>
          </p:nvSpPr>
          <p:spPr bwMode="auto">
            <a:xfrm>
              <a:off x="2386013" y="2193925"/>
              <a:ext cx="58738" cy="395288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94" y="49"/>
                </a:cxn>
                <a:cxn ang="0">
                  <a:pos x="89" y="93"/>
                </a:cxn>
                <a:cxn ang="0">
                  <a:pos x="88" y="142"/>
                </a:cxn>
                <a:cxn ang="0">
                  <a:pos x="85" y="190"/>
                </a:cxn>
                <a:cxn ang="0">
                  <a:pos x="81" y="216"/>
                </a:cxn>
                <a:cxn ang="0">
                  <a:pos x="73" y="268"/>
                </a:cxn>
                <a:cxn ang="0">
                  <a:pos x="54" y="343"/>
                </a:cxn>
                <a:cxn ang="0">
                  <a:pos x="41" y="394"/>
                </a:cxn>
                <a:cxn ang="0">
                  <a:pos x="30" y="438"/>
                </a:cxn>
                <a:cxn ang="0">
                  <a:pos x="24" y="484"/>
                </a:cxn>
                <a:cxn ang="0">
                  <a:pos x="16" y="576"/>
                </a:cxn>
                <a:cxn ang="0">
                  <a:pos x="13" y="618"/>
                </a:cxn>
                <a:cxn ang="0">
                  <a:pos x="12" y="628"/>
                </a:cxn>
                <a:cxn ang="0">
                  <a:pos x="8" y="648"/>
                </a:cxn>
                <a:cxn ang="0">
                  <a:pos x="7" y="657"/>
                </a:cxn>
                <a:cxn ang="0">
                  <a:pos x="7" y="705"/>
                </a:cxn>
                <a:cxn ang="0">
                  <a:pos x="6" y="715"/>
                </a:cxn>
                <a:cxn ang="0">
                  <a:pos x="1" y="735"/>
                </a:cxn>
                <a:cxn ang="0">
                  <a:pos x="0" y="745"/>
                </a:cxn>
                <a:cxn ang="0">
                  <a:pos x="1" y="748"/>
                </a:cxn>
                <a:cxn ang="0">
                  <a:pos x="5" y="749"/>
                </a:cxn>
                <a:cxn ang="0">
                  <a:pos x="10" y="747"/>
                </a:cxn>
                <a:cxn ang="0">
                  <a:pos x="10" y="745"/>
                </a:cxn>
                <a:cxn ang="0">
                  <a:pos x="13" y="729"/>
                </a:cxn>
                <a:cxn ang="0">
                  <a:pos x="16" y="713"/>
                </a:cxn>
                <a:cxn ang="0">
                  <a:pos x="17" y="701"/>
                </a:cxn>
                <a:cxn ang="0">
                  <a:pos x="16" y="662"/>
                </a:cxn>
                <a:cxn ang="0">
                  <a:pos x="17" y="655"/>
                </a:cxn>
                <a:cxn ang="0">
                  <a:pos x="21" y="633"/>
                </a:cxn>
                <a:cxn ang="0">
                  <a:pos x="23" y="609"/>
                </a:cxn>
                <a:cxn ang="0">
                  <a:pos x="25" y="585"/>
                </a:cxn>
                <a:cxn ang="0">
                  <a:pos x="34" y="481"/>
                </a:cxn>
                <a:cxn ang="0">
                  <a:pos x="43" y="430"/>
                </a:cxn>
                <a:cxn ang="0">
                  <a:pos x="54" y="379"/>
                </a:cxn>
                <a:cxn ang="0">
                  <a:pos x="66" y="335"/>
                </a:cxn>
                <a:cxn ang="0">
                  <a:pos x="86" y="245"/>
                </a:cxn>
                <a:cxn ang="0">
                  <a:pos x="93" y="200"/>
                </a:cxn>
                <a:cxn ang="0">
                  <a:pos x="97" y="151"/>
                </a:cxn>
                <a:cxn ang="0">
                  <a:pos x="99" y="102"/>
                </a:cxn>
                <a:cxn ang="0">
                  <a:pos x="100" y="78"/>
                </a:cxn>
                <a:cxn ang="0">
                  <a:pos x="108" y="29"/>
                </a:cxn>
                <a:cxn ang="0">
                  <a:pos x="111" y="5"/>
                </a:cxn>
                <a:cxn ang="0">
                  <a:pos x="110" y="1"/>
                </a:cxn>
                <a:cxn ang="0">
                  <a:pos x="107" y="0"/>
                </a:cxn>
                <a:cxn ang="0">
                  <a:pos x="102" y="3"/>
                </a:cxn>
                <a:cxn ang="0">
                  <a:pos x="102" y="5"/>
                </a:cxn>
              </a:cxnLst>
              <a:rect l="0" t="0" r="r" b="b"/>
              <a:pathLst>
                <a:path w="111" h="749">
                  <a:moveTo>
                    <a:pt x="102" y="5"/>
                  </a:moveTo>
                  <a:lnTo>
                    <a:pt x="102" y="5"/>
                  </a:lnTo>
                  <a:lnTo>
                    <a:pt x="99" y="27"/>
                  </a:lnTo>
                  <a:lnTo>
                    <a:pt x="94" y="49"/>
                  </a:lnTo>
                  <a:lnTo>
                    <a:pt x="91" y="71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88" y="142"/>
                  </a:lnTo>
                  <a:lnTo>
                    <a:pt x="87" y="167"/>
                  </a:lnTo>
                  <a:lnTo>
                    <a:pt x="85" y="190"/>
                  </a:lnTo>
                  <a:lnTo>
                    <a:pt x="85" y="190"/>
                  </a:lnTo>
                  <a:lnTo>
                    <a:pt x="81" y="216"/>
                  </a:lnTo>
                  <a:lnTo>
                    <a:pt x="77" y="242"/>
                  </a:lnTo>
                  <a:lnTo>
                    <a:pt x="73" y="268"/>
                  </a:lnTo>
                  <a:lnTo>
                    <a:pt x="66" y="293"/>
                  </a:lnTo>
                  <a:lnTo>
                    <a:pt x="54" y="343"/>
                  </a:lnTo>
                  <a:lnTo>
                    <a:pt x="41" y="394"/>
                  </a:lnTo>
                  <a:lnTo>
                    <a:pt x="41" y="394"/>
                  </a:lnTo>
                  <a:lnTo>
                    <a:pt x="36" y="416"/>
                  </a:lnTo>
                  <a:lnTo>
                    <a:pt x="30" y="438"/>
                  </a:lnTo>
                  <a:lnTo>
                    <a:pt x="27" y="461"/>
                  </a:lnTo>
                  <a:lnTo>
                    <a:pt x="24" y="484"/>
                  </a:lnTo>
                  <a:lnTo>
                    <a:pt x="19" y="530"/>
                  </a:lnTo>
                  <a:lnTo>
                    <a:pt x="16" y="576"/>
                  </a:lnTo>
                  <a:lnTo>
                    <a:pt x="16" y="576"/>
                  </a:lnTo>
                  <a:lnTo>
                    <a:pt x="13" y="618"/>
                  </a:lnTo>
                  <a:lnTo>
                    <a:pt x="13" y="618"/>
                  </a:lnTo>
                  <a:lnTo>
                    <a:pt x="12" y="628"/>
                  </a:lnTo>
                  <a:lnTo>
                    <a:pt x="10" y="638"/>
                  </a:lnTo>
                  <a:lnTo>
                    <a:pt x="8" y="648"/>
                  </a:lnTo>
                  <a:lnTo>
                    <a:pt x="7" y="657"/>
                  </a:lnTo>
                  <a:lnTo>
                    <a:pt x="7" y="657"/>
                  </a:lnTo>
                  <a:lnTo>
                    <a:pt x="7" y="681"/>
                  </a:lnTo>
                  <a:lnTo>
                    <a:pt x="7" y="705"/>
                  </a:lnTo>
                  <a:lnTo>
                    <a:pt x="7" y="705"/>
                  </a:lnTo>
                  <a:lnTo>
                    <a:pt x="6" y="715"/>
                  </a:lnTo>
                  <a:lnTo>
                    <a:pt x="3" y="724"/>
                  </a:lnTo>
                  <a:lnTo>
                    <a:pt x="1" y="735"/>
                  </a:lnTo>
                  <a:lnTo>
                    <a:pt x="0" y="745"/>
                  </a:lnTo>
                  <a:lnTo>
                    <a:pt x="0" y="745"/>
                  </a:lnTo>
                  <a:lnTo>
                    <a:pt x="0" y="747"/>
                  </a:lnTo>
                  <a:lnTo>
                    <a:pt x="1" y="748"/>
                  </a:lnTo>
                  <a:lnTo>
                    <a:pt x="2" y="749"/>
                  </a:lnTo>
                  <a:lnTo>
                    <a:pt x="5" y="749"/>
                  </a:lnTo>
                  <a:lnTo>
                    <a:pt x="8" y="748"/>
                  </a:lnTo>
                  <a:lnTo>
                    <a:pt x="10" y="747"/>
                  </a:lnTo>
                  <a:lnTo>
                    <a:pt x="10" y="745"/>
                  </a:lnTo>
                  <a:lnTo>
                    <a:pt x="10" y="745"/>
                  </a:lnTo>
                  <a:lnTo>
                    <a:pt x="11" y="737"/>
                  </a:lnTo>
                  <a:lnTo>
                    <a:pt x="13" y="729"/>
                  </a:lnTo>
                  <a:lnTo>
                    <a:pt x="15" y="721"/>
                  </a:lnTo>
                  <a:lnTo>
                    <a:pt x="16" y="713"/>
                  </a:lnTo>
                  <a:lnTo>
                    <a:pt x="16" y="713"/>
                  </a:lnTo>
                  <a:lnTo>
                    <a:pt x="17" y="701"/>
                  </a:lnTo>
                  <a:lnTo>
                    <a:pt x="17" y="688"/>
                  </a:lnTo>
                  <a:lnTo>
                    <a:pt x="16" y="662"/>
                  </a:lnTo>
                  <a:lnTo>
                    <a:pt x="16" y="662"/>
                  </a:lnTo>
                  <a:lnTo>
                    <a:pt x="17" y="655"/>
                  </a:lnTo>
                  <a:lnTo>
                    <a:pt x="18" y="648"/>
                  </a:lnTo>
                  <a:lnTo>
                    <a:pt x="21" y="633"/>
                  </a:lnTo>
                  <a:lnTo>
                    <a:pt x="21" y="633"/>
                  </a:lnTo>
                  <a:lnTo>
                    <a:pt x="23" y="609"/>
                  </a:lnTo>
                  <a:lnTo>
                    <a:pt x="25" y="585"/>
                  </a:lnTo>
                  <a:lnTo>
                    <a:pt x="25" y="585"/>
                  </a:lnTo>
                  <a:lnTo>
                    <a:pt x="29" y="532"/>
                  </a:lnTo>
                  <a:lnTo>
                    <a:pt x="34" y="481"/>
                  </a:lnTo>
                  <a:lnTo>
                    <a:pt x="39" y="456"/>
                  </a:lnTo>
                  <a:lnTo>
                    <a:pt x="43" y="430"/>
                  </a:lnTo>
                  <a:lnTo>
                    <a:pt x="48" y="404"/>
                  </a:lnTo>
                  <a:lnTo>
                    <a:pt x="54" y="379"/>
                  </a:lnTo>
                  <a:lnTo>
                    <a:pt x="54" y="379"/>
                  </a:lnTo>
                  <a:lnTo>
                    <a:pt x="66" y="335"/>
                  </a:lnTo>
                  <a:lnTo>
                    <a:pt x="77" y="289"/>
                  </a:lnTo>
                  <a:lnTo>
                    <a:pt x="86" y="245"/>
                  </a:lnTo>
                  <a:lnTo>
                    <a:pt x="93" y="200"/>
                  </a:lnTo>
                  <a:lnTo>
                    <a:pt x="93" y="200"/>
                  </a:lnTo>
                  <a:lnTo>
                    <a:pt x="95" y="175"/>
                  </a:lnTo>
                  <a:lnTo>
                    <a:pt x="97" y="151"/>
                  </a:lnTo>
                  <a:lnTo>
                    <a:pt x="99" y="102"/>
                  </a:lnTo>
                  <a:lnTo>
                    <a:pt x="99" y="102"/>
                  </a:lnTo>
                  <a:lnTo>
                    <a:pt x="99" y="90"/>
                  </a:lnTo>
                  <a:lnTo>
                    <a:pt x="100" y="78"/>
                  </a:lnTo>
                  <a:lnTo>
                    <a:pt x="104" y="54"/>
                  </a:lnTo>
                  <a:lnTo>
                    <a:pt x="108" y="29"/>
                  </a:lnTo>
                  <a:lnTo>
                    <a:pt x="111" y="5"/>
                  </a:lnTo>
                  <a:lnTo>
                    <a:pt x="111" y="5"/>
                  </a:lnTo>
                  <a:lnTo>
                    <a:pt x="111" y="3"/>
                  </a:lnTo>
                  <a:lnTo>
                    <a:pt x="110" y="1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4" y="1"/>
                  </a:lnTo>
                  <a:lnTo>
                    <a:pt x="102" y="3"/>
                  </a:lnTo>
                  <a:lnTo>
                    <a:pt x="102" y="5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1" name="Freeform 266"/>
            <p:cNvSpPr/>
            <p:nvPr/>
          </p:nvSpPr>
          <p:spPr bwMode="auto">
            <a:xfrm>
              <a:off x="2413000" y="2193925"/>
              <a:ext cx="79375" cy="442913"/>
            </a:xfrm>
            <a:custGeom>
              <a:avLst/>
              <a:gdLst/>
              <a:ahLst/>
              <a:cxnLst>
                <a:cxn ang="0">
                  <a:pos x="139" y="5"/>
                </a:cxn>
                <a:cxn ang="0">
                  <a:pos x="135" y="30"/>
                </a:cxn>
                <a:cxn ang="0">
                  <a:pos x="128" y="56"/>
                </a:cxn>
                <a:cxn ang="0">
                  <a:pos x="116" y="93"/>
                </a:cxn>
                <a:cxn ang="0">
                  <a:pos x="113" y="106"/>
                </a:cxn>
                <a:cxn ang="0">
                  <a:pos x="106" y="155"/>
                </a:cxn>
                <a:cxn ang="0">
                  <a:pos x="102" y="206"/>
                </a:cxn>
                <a:cxn ang="0">
                  <a:pos x="95" y="257"/>
                </a:cxn>
                <a:cxn ang="0">
                  <a:pos x="85" y="309"/>
                </a:cxn>
                <a:cxn ang="0">
                  <a:pos x="77" y="337"/>
                </a:cxn>
                <a:cxn ang="0">
                  <a:pos x="62" y="392"/>
                </a:cxn>
                <a:cxn ang="0">
                  <a:pos x="56" y="420"/>
                </a:cxn>
                <a:cxn ang="0">
                  <a:pos x="36" y="532"/>
                </a:cxn>
                <a:cxn ang="0">
                  <a:pos x="19" y="646"/>
                </a:cxn>
                <a:cxn ang="0">
                  <a:pos x="7" y="719"/>
                </a:cxn>
                <a:cxn ang="0">
                  <a:pos x="6" y="744"/>
                </a:cxn>
                <a:cxn ang="0">
                  <a:pos x="3" y="788"/>
                </a:cxn>
                <a:cxn ang="0">
                  <a:pos x="0" y="834"/>
                </a:cxn>
                <a:cxn ang="0">
                  <a:pos x="0" y="835"/>
                </a:cxn>
                <a:cxn ang="0">
                  <a:pos x="3" y="838"/>
                </a:cxn>
                <a:cxn ang="0">
                  <a:pos x="6" y="838"/>
                </a:cxn>
                <a:cxn ang="0">
                  <a:pos x="9" y="835"/>
                </a:cxn>
                <a:cxn ang="0">
                  <a:pos x="9" y="834"/>
                </a:cxn>
                <a:cxn ang="0">
                  <a:pos x="12" y="792"/>
                </a:cxn>
                <a:cxn ang="0">
                  <a:pos x="15" y="752"/>
                </a:cxn>
                <a:cxn ang="0">
                  <a:pos x="18" y="721"/>
                </a:cxn>
                <a:cxn ang="0">
                  <a:pos x="26" y="660"/>
                </a:cxn>
                <a:cxn ang="0">
                  <a:pos x="31" y="629"/>
                </a:cxn>
                <a:cxn ang="0">
                  <a:pos x="58" y="461"/>
                </a:cxn>
                <a:cxn ang="0">
                  <a:pos x="68" y="405"/>
                </a:cxn>
                <a:cxn ang="0">
                  <a:pos x="82" y="353"/>
                </a:cxn>
                <a:cxn ang="0">
                  <a:pos x="96" y="304"/>
                </a:cxn>
                <a:cxn ang="0">
                  <a:pos x="101" y="279"/>
                </a:cxn>
                <a:cxn ang="0">
                  <a:pos x="112" y="206"/>
                </a:cxn>
                <a:cxn ang="0">
                  <a:pos x="115" y="179"/>
                </a:cxn>
                <a:cxn ang="0">
                  <a:pos x="120" y="126"/>
                </a:cxn>
                <a:cxn ang="0">
                  <a:pos x="124" y="100"/>
                </a:cxn>
                <a:cxn ang="0">
                  <a:pos x="130" y="76"/>
                </a:cxn>
                <a:cxn ang="0">
                  <a:pos x="142" y="42"/>
                </a:cxn>
                <a:cxn ang="0">
                  <a:pos x="147" y="18"/>
                </a:cxn>
                <a:cxn ang="0">
                  <a:pos x="149" y="5"/>
                </a:cxn>
                <a:cxn ang="0">
                  <a:pos x="147" y="1"/>
                </a:cxn>
                <a:cxn ang="0">
                  <a:pos x="144" y="0"/>
                </a:cxn>
                <a:cxn ang="0">
                  <a:pos x="140" y="1"/>
                </a:cxn>
                <a:cxn ang="0">
                  <a:pos x="139" y="5"/>
                </a:cxn>
              </a:cxnLst>
              <a:rect l="0" t="0" r="r" b="b"/>
              <a:pathLst>
                <a:path w="149" h="838">
                  <a:moveTo>
                    <a:pt x="139" y="5"/>
                  </a:moveTo>
                  <a:lnTo>
                    <a:pt x="139" y="5"/>
                  </a:lnTo>
                  <a:lnTo>
                    <a:pt x="137" y="18"/>
                  </a:lnTo>
                  <a:lnTo>
                    <a:pt x="135" y="30"/>
                  </a:lnTo>
                  <a:lnTo>
                    <a:pt x="131" y="44"/>
                  </a:lnTo>
                  <a:lnTo>
                    <a:pt x="128" y="56"/>
                  </a:lnTo>
                  <a:lnTo>
                    <a:pt x="120" y="81"/>
                  </a:lnTo>
                  <a:lnTo>
                    <a:pt x="116" y="93"/>
                  </a:lnTo>
                  <a:lnTo>
                    <a:pt x="113" y="106"/>
                  </a:lnTo>
                  <a:lnTo>
                    <a:pt x="113" y="106"/>
                  </a:lnTo>
                  <a:lnTo>
                    <a:pt x="109" y="130"/>
                  </a:lnTo>
                  <a:lnTo>
                    <a:pt x="106" y="155"/>
                  </a:lnTo>
                  <a:lnTo>
                    <a:pt x="102" y="206"/>
                  </a:lnTo>
                  <a:lnTo>
                    <a:pt x="102" y="206"/>
                  </a:lnTo>
                  <a:lnTo>
                    <a:pt x="99" y="232"/>
                  </a:lnTo>
                  <a:lnTo>
                    <a:pt x="95" y="257"/>
                  </a:lnTo>
                  <a:lnTo>
                    <a:pt x="90" y="283"/>
                  </a:lnTo>
                  <a:lnTo>
                    <a:pt x="85" y="309"/>
                  </a:lnTo>
                  <a:lnTo>
                    <a:pt x="85" y="309"/>
                  </a:lnTo>
                  <a:lnTo>
                    <a:pt x="77" y="337"/>
                  </a:lnTo>
                  <a:lnTo>
                    <a:pt x="69" y="364"/>
                  </a:lnTo>
                  <a:lnTo>
                    <a:pt x="62" y="392"/>
                  </a:lnTo>
                  <a:lnTo>
                    <a:pt x="56" y="420"/>
                  </a:lnTo>
                  <a:lnTo>
                    <a:pt x="56" y="420"/>
                  </a:lnTo>
                  <a:lnTo>
                    <a:pt x="45" y="476"/>
                  </a:lnTo>
                  <a:lnTo>
                    <a:pt x="36" y="532"/>
                  </a:lnTo>
                  <a:lnTo>
                    <a:pt x="19" y="646"/>
                  </a:lnTo>
                  <a:lnTo>
                    <a:pt x="19" y="646"/>
                  </a:lnTo>
                  <a:lnTo>
                    <a:pt x="10" y="694"/>
                  </a:lnTo>
                  <a:lnTo>
                    <a:pt x="7" y="719"/>
                  </a:lnTo>
                  <a:lnTo>
                    <a:pt x="6" y="744"/>
                  </a:lnTo>
                  <a:lnTo>
                    <a:pt x="6" y="744"/>
                  </a:lnTo>
                  <a:lnTo>
                    <a:pt x="5" y="767"/>
                  </a:lnTo>
                  <a:lnTo>
                    <a:pt x="3" y="788"/>
                  </a:lnTo>
                  <a:lnTo>
                    <a:pt x="1" y="811"/>
                  </a:lnTo>
                  <a:lnTo>
                    <a:pt x="0" y="834"/>
                  </a:lnTo>
                  <a:lnTo>
                    <a:pt x="0" y="834"/>
                  </a:lnTo>
                  <a:lnTo>
                    <a:pt x="0" y="835"/>
                  </a:lnTo>
                  <a:lnTo>
                    <a:pt x="1" y="837"/>
                  </a:lnTo>
                  <a:lnTo>
                    <a:pt x="3" y="838"/>
                  </a:lnTo>
                  <a:lnTo>
                    <a:pt x="4" y="838"/>
                  </a:lnTo>
                  <a:lnTo>
                    <a:pt x="6" y="838"/>
                  </a:lnTo>
                  <a:lnTo>
                    <a:pt x="8" y="837"/>
                  </a:lnTo>
                  <a:lnTo>
                    <a:pt x="9" y="835"/>
                  </a:lnTo>
                  <a:lnTo>
                    <a:pt x="9" y="834"/>
                  </a:lnTo>
                  <a:lnTo>
                    <a:pt x="9" y="834"/>
                  </a:lnTo>
                  <a:lnTo>
                    <a:pt x="10" y="813"/>
                  </a:lnTo>
                  <a:lnTo>
                    <a:pt x="12" y="792"/>
                  </a:lnTo>
                  <a:lnTo>
                    <a:pt x="14" y="773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8" y="721"/>
                  </a:lnTo>
                  <a:lnTo>
                    <a:pt x="21" y="690"/>
                  </a:lnTo>
                  <a:lnTo>
                    <a:pt x="26" y="660"/>
                  </a:lnTo>
                  <a:lnTo>
                    <a:pt x="31" y="629"/>
                  </a:lnTo>
                  <a:lnTo>
                    <a:pt x="31" y="629"/>
                  </a:lnTo>
                  <a:lnTo>
                    <a:pt x="49" y="517"/>
                  </a:lnTo>
                  <a:lnTo>
                    <a:pt x="58" y="461"/>
                  </a:lnTo>
                  <a:lnTo>
                    <a:pt x="68" y="405"/>
                  </a:lnTo>
                  <a:lnTo>
                    <a:pt x="68" y="405"/>
                  </a:lnTo>
                  <a:lnTo>
                    <a:pt x="74" y="379"/>
                  </a:lnTo>
                  <a:lnTo>
                    <a:pt x="82" y="353"/>
                  </a:lnTo>
                  <a:lnTo>
                    <a:pt x="89" y="329"/>
                  </a:lnTo>
                  <a:lnTo>
                    <a:pt x="96" y="304"/>
                  </a:lnTo>
                  <a:lnTo>
                    <a:pt x="96" y="304"/>
                  </a:lnTo>
                  <a:lnTo>
                    <a:pt x="101" y="279"/>
                  </a:lnTo>
                  <a:lnTo>
                    <a:pt x="105" y="255"/>
                  </a:lnTo>
                  <a:lnTo>
                    <a:pt x="112" y="206"/>
                  </a:lnTo>
                  <a:lnTo>
                    <a:pt x="112" y="206"/>
                  </a:lnTo>
                  <a:lnTo>
                    <a:pt x="115" y="179"/>
                  </a:lnTo>
                  <a:lnTo>
                    <a:pt x="117" y="153"/>
                  </a:lnTo>
                  <a:lnTo>
                    <a:pt x="120" y="126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6" y="88"/>
                  </a:lnTo>
                  <a:lnTo>
                    <a:pt x="130" y="76"/>
                  </a:lnTo>
                  <a:lnTo>
                    <a:pt x="137" y="53"/>
                  </a:lnTo>
                  <a:lnTo>
                    <a:pt x="142" y="42"/>
                  </a:lnTo>
                  <a:lnTo>
                    <a:pt x="145" y="29"/>
                  </a:lnTo>
                  <a:lnTo>
                    <a:pt x="147" y="18"/>
                  </a:lnTo>
                  <a:lnTo>
                    <a:pt x="149" y="5"/>
                  </a:lnTo>
                  <a:lnTo>
                    <a:pt x="149" y="5"/>
                  </a:lnTo>
                  <a:lnTo>
                    <a:pt x="148" y="3"/>
                  </a:lnTo>
                  <a:lnTo>
                    <a:pt x="147" y="1"/>
                  </a:lnTo>
                  <a:lnTo>
                    <a:pt x="146" y="1"/>
                  </a:lnTo>
                  <a:lnTo>
                    <a:pt x="144" y="0"/>
                  </a:lnTo>
                  <a:lnTo>
                    <a:pt x="143" y="1"/>
                  </a:lnTo>
                  <a:lnTo>
                    <a:pt x="140" y="1"/>
                  </a:lnTo>
                  <a:lnTo>
                    <a:pt x="139" y="3"/>
                  </a:lnTo>
                  <a:lnTo>
                    <a:pt x="139" y="5"/>
                  </a:lnTo>
                  <a:lnTo>
                    <a:pt x="13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2" name="Freeform 267"/>
            <p:cNvSpPr/>
            <p:nvPr/>
          </p:nvSpPr>
          <p:spPr bwMode="auto">
            <a:xfrm>
              <a:off x="2476500" y="2239963"/>
              <a:ext cx="38100" cy="149225"/>
            </a:xfrm>
            <a:custGeom>
              <a:avLst/>
              <a:gdLst/>
              <a:ahLst/>
              <a:cxnLst>
                <a:cxn ang="0">
                  <a:pos x="65" y="1"/>
                </a:cxn>
                <a:cxn ang="0">
                  <a:pos x="65" y="1"/>
                </a:cxn>
                <a:cxn ang="0">
                  <a:pos x="56" y="13"/>
                </a:cxn>
                <a:cxn ang="0">
                  <a:pos x="48" y="26"/>
                </a:cxn>
                <a:cxn ang="0">
                  <a:pos x="42" y="39"/>
                </a:cxn>
                <a:cxn ang="0">
                  <a:pos x="38" y="53"/>
                </a:cxn>
                <a:cxn ang="0">
                  <a:pos x="35" y="67"/>
                </a:cxn>
                <a:cxn ang="0">
                  <a:pos x="32" y="82"/>
                </a:cxn>
                <a:cxn ang="0">
                  <a:pos x="29" y="111"/>
                </a:cxn>
                <a:cxn ang="0">
                  <a:pos x="29" y="111"/>
                </a:cxn>
                <a:cxn ang="0">
                  <a:pos x="26" y="132"/>
                </a:cxn>
                <a:cxn ang="0">
                  <a:pos x="22" y="153"/>
                </a:cxn>
                <a:cxn ang="0">
                  <a:pos x="12" y="193"/>
                </a:cxn>
                <a:cxn ang="0">
                  <a:pos x="8" y="214"/>
                </a:cxn>
                <a:cxn ang="0">
                  <a:pos x="4" y="235"/>
                </a:cxn>
                <a:cxn ang="0">
                  <a:pos x="1" y="255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1" y="279"/>
                </a:cxn>
                <a:cxn ang="0">
                  <a:pos x="2" y="280"/>
                </a:cxn>
                <a:cxn ang="0">
                  <a:pos x="3" y="281"/>
                </a:cxn>
                <a:cxn ang="0">
                  <a:pos x="5" y="281"/>
                </a:cxn>
                <a:cxn ang="0">
                  <a:pos x="6" y="281"/>
                </a:cxn>
                <a:cxn ang="0">
                  <a:pos x="8" y="280"/>
                </a:cxn>
                <a:cxn ang="0">
                  <a:pos x="9" y="279"/>
                </a:cxn>
                <a:cxn ang="0">
                  <a:pos x="9" y="277"/>
                </a:cxn>
                <a:cxn ang="0">
                  <a:pos x="9" y="277"/>
                </a:cxn>
                <a:cxn ang="0">
                  <a:pos x="10" y="258"/>
                </a:cxn>
                <a:cxn ang="0">
                  <a:pos x="12" y="240"/>
                </a:cxn>
                <a:cxn ang="0">
                  <a:pos x="14" y="222"/>
                </a:cxn>
                <a:cxn ang="0">
                  <a:pos x="18" y="204"/>
                </a:cxn>
                <a:cxn ang="0">
                  <a:pos x="18" y="204"/>
                </a:cxn>
                <a:cxn ang="0">
                  <a:pos x="23" y="186"/>
                </a:cxn>
                <a:cxn ang="0">
                  <a:pos x="28" y="168"/>
                </a:cxn>
                <a:cxn ang="0">
                  <a:pos x="32" y="150"/>
                </a:cxn>
                <a:cxn ang="0">
                  <a:pos x="35" y="132"/>
                </a:cxn>
                <a:cxn ang="0">
                  <a:pos x="35" y="132"/>
                </a:cxn>
                <a:cxn ang="0">
                  <a:pos x="39" y="99"/>
                </a:cxn>
                <a:cxn ang="0">
                  <a:pos x="41" y="83"/>
                </a:cxn>
                <a:cxn ang="0">
                  <a:pos x="44" y="67"/>
                </a:cxn>
                <a:cxn ang="0">
                  <a:pos x="48" y="51"/>
                </a:cxn>
                <a:cxn ang="0">
                  <a:pos x="54" y="35"/>
                </a:cxn>
                <a:cxn ang="0">
                  <a:pos x="57" y="28"/>
                </a:cxn>
                <a:cxn ang="0">
                  <a:pos x="61" y="21"/>
                </a:cxn>
                <a:cxn ang="0">
                  <a:pos x="66" y="14"/>
                </a:cxn>
                <a:cxn ang="0">
                  <a:pos x="71" y="8"/>
                </a:cxn>
                <a:cxn ang="0">
                  <a:pos x="71" y="8"/>
                </a:cxn>
                <a:cxn ang="0">
                  <a:pos x="72" y="6"/>
                </a:cxn>
                <a:cxn ang="0">
                  <a:pos x="72" y="4"/>
                </a:cxn>
                <a:cxn ang="0">
                  <a:pos x="72" y="3"/>
                </a:cxn>
                <a:cxn ang="0">
                  <a:pos x="71" y="1"/>
                </a:cxn>
                <a:cxn ang="0">
                  <a:pos x="70" y="0"/>
                </a:cxn>
                <a:cxn ang="0">
                  <a:pos x="68" y="0"/>
                </a:cxn>
                <a:cxn ang="0">
                  <a:pos x="66" y="0"/>
                </a:cxn>
                <a:cxn ang="0">
                  <a:pos x="65" y="1"/>
                </a:cxn>
                <a:cxn ang="0">
                  <a:pos x="65" y="1"/>
                </a:cxn>
              </a:cxnLst>
              <a:rect l="0" t="0" r="r" b="b"/>
              <a:pathLst>
                <a:path w="72" h="281">
                  <a:moveTo>
                    <a:pt x="65" y="1"/>
                  </a:moveTo>
                  <a:lnTo>
                    <a:pt x="65" y="1"/>
                  </a:lnTo>
                  <a:lnTo>
                    <a:pt x="56" y="13"/>
                  </a:lnTo>
                  <a:lnTo>
                    <a:pt x="48" y="26"/>
                  </a:lnTo>
                  <a:lnTo>
                    <a:pt x="42" y="39"/>
                  </a:lnTo>
                  <a:lnTo>
                    <a:pt x="38" y="53"/>
                  </a:lnTo>
                  <a:lnTo>
                    <a:pt x="35" y="67"/>
                  </a:lnTo>
                  <a:lnTo>
                    <a:pt x="32" y="82"/>
                  </a:lnTo>
                  <a:lnTo>
                    <a:pt x="29" y="111"/>
                  </a:lnTo>
                  <a:lnTo>
                    <a:pt x="29" y="111"/>
                  </a:lnTo>
                  <a:lnTo>
                    <a:pt x="26" y="132"/>
                  </a:lnTo>
                  <a:lnTo>
                    <a:pt x="22" y="153"/>
                  </a:lnTo>
                  <a:lnTo>
                    <a:pt x="12" y="193"/>
                  </a:lnTo>
                  <a:lnTo>
                    <a:pt x="8" y="214"/>
                  </a:lnTo>
                  <a:lnTo>
                    <a:pt x="4" y="235"/>
                  </a:lnTo>
                  <a:lnTo>
                    <a:pt x="1" y="255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1" y="279"/>
                  </a:lnTo>
                  <a:lnTo>
                    <a:pt x="2" y="280"/>
                  </a:lnTo>
                  <a:lnTo>
                    <a:pt x="3" y="281"/>
                  </a:lnTo>
                  <a:lnTo>
                    <a:pt x="5" y="281"/>
                  </a:lnTo>
                  <a:lnTo>
                    <a:pt x="6" y="281"/>
                  </a:lnTo>
                  <a:lnTo>
                    <a:pt x="8" y="280"/>
                  </a:lnTo>
                  <a:lnTo>
                    <a:pt x="9" y="279"/>
                  </a:lnTo>
                  <a:lnTo>
                    <a:pt x="9" y="277"/>
                  </a:lnTo>
                  <a:lnTo>
                    <a:pt x="9" y="277"/>
                  </a:lnTo>
                  <a:lnTo>
                    <a:pt x="10" y="258"/>
                  </a:lnTo>
                  <a:lnTo>
                    <a:pt x="12" y="240"/>
                  </a:lnTo>
                  <a:lnTo>
                    <a:pt x="14" y="222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23" y="186"/>
                  </a:lnTo>
                  <a:lnTo>
                    <a:pt x="28" y="168"/>
                  </a:lnTo>
                  <a:lnTo>
                    <a:pt x="32" y="150"/>
                  </a:lnTo>
                  <a:lnTo>
                    <a:pt x="35" y="132"/>
                  </a:lnTo>
                  <a:lnTo>
                    <a:pt x="35" y="132"/>
                  </a:lnTo>
                  <a:lnTo>
                    <a:pt x="39" y="99"/>
                  </a:lnTo>
                  <a:lnTo>
                    <a:pt x="41" y="83"/>
                  </a:lnTo>
                  <a:lnTo>
                    <a:pt x="44" y="67"/>
                  </a:lnTo>
                  <a:lnTo>
                    <a:pt x="48" y="51"/>
                  </a:lnTo>
                  <a:lnTo>
                    <a:pt x="54" y="35"/>
                  </a:lnTo>
                  <a:lnTo>
                    <a:pt x="57" y="28"/>
                  </a:lnTo>
                  <a:lnTo>
                    <a:pt x="61" y="21"/>
                  </a:lnTo>
                  <a:lnTo>
                    <a:pt x="66" y="14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72" y="6"/>
                  </a:lnTo>
                  <a:lnTo>
                    <a:pt x="72" y="4"/>
                  </a:lnTo>
                  <a:lnTo>
                    <a:pt x="72" y="3"/>
                  </a:lnTo>
                  <a:lnTo>
                    <a:pt x="71" y="1"/>
                  </a:lnTo>
                  <a:lnTo>
                    <a:pt x="70" y="0"/>
                  </a:lnTo>
                  <a:lnTo>
                    <a:pt x="68" y="0"/>
                  </a:lnTo>
                  <a:lnTo>
                    <a:pt x="66" y="0"/>
                  </a:lnTo>
                  <a:lnTo>
                    <a:pt x="65" y="1"/>
                  </a:lnTo>
                  <a:lnTo>
                    <a:pt x="65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3" name="Freeform 268"/>
            <p:cNvSpPr/>
            <p:nvPr/>
          </p:nvSpPr>
          <p:spPr bwMode="auto">
            <a:xfrm>
              <a:off x="2516188" y="2290763"/>
              <a:ext cx="19050" cy="74613"/>
            </a:xfrm>
            <a:custGeom>
              <a:avLst/>
              <a:gdLst/>
              <a:ahLst/>
              <a:cxnLst>
                <a:cxn ang="0">
                  <a:pos x="26" y="4"/>
                </a:cxn>
                <a:cxn ang="0">
                  <a:pos x="26" y="4"/>
                </a:cxn>
                <a:cxn ang="0">
                  <a:pos x="25" y="11"/>
                </a:cxn>
                <a:cxn ang="0">
                  <a:pos x="23" y="19"/>
                </a:cxn>
                <a:cxn ang="0">
                  <a:pos x="19" y="32"/>
                </a:cxn>
                <a:cxn ang="0">
                  <a:pos x="14" y="46"/>
                </a:cxn>
                <a:cxn ang="0">
                  <a:pos x="13" y="53"/>
                </a:cxn>
                <a:cxn ang="0">
                  <a:pos x="12" y="60"/>
                </a:cxn>
                <a:cxn ang="0">
                  <a:pos x="12" y="60"/>
                </a:cxn>
                <a:cxn ang="0">
                  <a:pos x="10" y="79"/>
                </a:cxn>
                <a:cxn ang="0">
                  <a:pos x="8" y="98"/>
                </a:cxn>
                <a:cxn ang="0">
                  <a:pos x="5" y="117"/>
                </a:cxn>
                <a:cxn ang="0">
                  <a:pos x="4" y="126"/>
                </a:cxn>
                <a:cxn ang="0">
                  <a:pos x="1" y="136"/>
                </a:cxn>
                <a:cxn ang="0">
                  <a:pos x="1" y="136"/>
                </a:cxn>
                <a:cxn ang="0">
                  <a:pos x="0" y="138"/>
                </a:cxn>
                <a:cxn ang="0">
                  <a:pos x="1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2"/>
                </a:cxn>
                <a:cxn ang="0">
                  <a:pos x="10" y="141"/>
                </a:cxn>
                <a:cxn ang="0">
                  <a:pos x="11" y="138"/>
                </a:cxn>
                <a:cxn ang="0">
                  <a:pos x="11" y="138"/>
                </a:cxn>
                <a:cxn ang="0">
                  <a:pos x="15" y="123"/>
                </a:cxn>
                <a:cxn ang="0">
                  <a:pos x="17" y="109"/>
                </a:cxn>
                <a:cxn ang="0">
                  <a:pos x="19" y="93"/>
                </a:cxn>
                <a:cxn ang="0">
                  <a:pos x="20" y="77"/>
                </a:cxn>
                <a:cxn ang="0">
                  <a:pos x="20" y="77"/>
                </a:cxn>
                <a:cxn ang="0">
                  <a:pos x="21" y="67"/>
                </a:cxn>
                <a:cxn ang="0">
                  <a:pos x="22" y="58"/>
                </a:cxn>
                <a:cxn ang="0">
                  <a:pos x="27" y="40"/>
                </a:cxn>
                <a:cxn ang="0">
                  <a:pos x="32" y="23"/>
                </a:cxn>
                <a:cxn ang="0">
                  <a:pos x="34" y="13"/>
                </a:cxn>
                <a:cxn ang="0">
                  <a:pos x="35" y="4"/>
                </a:cxn>
                <a:cxn ang="0">
                  <a:pos x="35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8" y="1"/>
                </a:cxn>
                <a:cxn ang="0">
                  <a:pos x="27" y="2"/>
                </a:cxn>
                <a:cxn ang="0">
                  <a:pos x="26" y="4"/>
                </a:cxn>
                <a:cxn ang="0">
                  <a:pos x="26" y="4"/>
                </a:cxn>
              </a:cxnLst>
              <a:rect l="0" t="0" r="r" b="b"/>
              <a:pathLst>
                <a:path w="35" h="142">
                  <a:moveTo>
                    <a:pt x="26" y="4"/>
                  </a:moveTo>
                  <a:lnTo>
                    <a:pt x="26" y="4"/>
                  </a:lnTo>
                  <a:lnTo>
                    <a:pt x="25" y="11"/>
                  </a:lnTo>
                  <a:lnTo>
                    <a:pt x="23" y="19"/>
                  </a:lnTo>
                  <a:lnTo>
                    <a:pt x="19" y="32"/>
                  </a:lnTo>
                  <a:lnTo>
                    <a:pt x="14" y="46"/>
                  </a:lnTo>
                  <a:lnTo>
                    <a:pt x="13" y="53"/>
                  </a:lnTo>
                  <a:lnTo>
                    <a:pt x="12" y="60"/>
                  </a:lnTo>
                  <a:lnTo>
                    <a:pt x="12" y="60"/>
                  </a:lnTo>
                  <a:lnTo>
                    <a:pt x="10" y="79"/>
                  </a:lnTo>
                  <a:lnTo>
                    <a:pt x="8" y="98"/>
                  </a:lnTo>
                  <a:lnTo>
                    <a:pt x="5" y="117"/>
                  </a:lnTo>
                  <a:lnTo>
                    <a:pt x="4" y="126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0" y="138"/>
                  </a:lnTo>
                  <a:lnTo>
                    <a:pt x="1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2"/>
                  </a:lnTo>
                  <a:lnTo>
                    <a:pt x="10" y="141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5" y="123"/>
                  </a:lnTo>
                  <a:lnTo>
                    <a:pt x="17" y="109"/>
                  </a:lnTo>
                  <a:lnTo>
                    <a:pt x="19" y="93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21" y="67"/>
                  </a:lnTo>
                  <a:lnTo>
                    <a:pt x="22" y="58"/>
                  </a:lnTo>
                  <a:lnTo>
                    <a:pt x="27" y="40"/>
                  </a:lnTo>
                  <a:lnTo>
                    <a:pt x="32" y="23"/>
                  </a:lnTo>
                  <a:lnTo>
                    <a:pt x="34" y="13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8" y="1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4" name="Freeform 269"/>
            <p:cNvSpPr/>
            <p:nvPr/>
          </p:nvSpPr>
          <p:spPr bwMode="auto">
            <a:xfrm>
              <a:off x="2443163" y="2420938"/>
              <a:ext cx="38100" cy="215900"/>
            </a:xfrm>
            <a:custGeom>
              <a:avLst/>
              <a:gdLst/>
              <a:ahLst/>
              <a:cxnLst>
                <a:cxn ang="0">
                  <a:pos x="65" y="2"/>
                </a:cxn>
                <a:cxn ang="0">
                  <a:pos x="53" y="21"/>
                </a:cxn>
                <a:cxn ang="0">
                  <a:pos x="48" y="39"/>
                </a:cxn>
                <a:cxn ang="0">
                  <a:pos x="44" y="82"/>
                </a:cxn>
                <a:cxn ang="0">
                  <a:pos x="35" y="143"/>
                </a:cxn>
                <a:cxn ang="0">
                  <a:pos x="23" y="204"/>
                </a:cxn>
                <a:cxn ang="0">
                  <a:pos x="19" y="217"/>
                </a:cxn>
                <a:cxn ang="0">
                  <a:pos x="16" y="241"/>
                </a:cxn>
                <a:cxn ang="0">
                  <a:pos x="13" y="252"/>
                </a:cxn>
                <a:cxn ang="0">
                  <a:pos x="5" y="289"/>
                </a:cxn>
                <a:cxn ang="0">
                  <a:pos x="3" y="303"/>
                </a:cxn>
                <a:cxn ang="0">
                  <a:pos x="0" y="352"/>
                </a:cxn>
                <a:cxn ang="0">
                  <a:pos x="1" y="404"/>
                </a:cxn>
                <a:cxn ang="0">
                  <a:pos x="2" y="407"/>
                </a:cxn>
                <a:cxn ang="0">
                  <a:pos x="6" y="408"/>
                </a:cxn>
                <a:cxn ang="0">
                  <a:pos x="9" y="407"/>
                </a:cxn>
                <a:cxn ang="0">
                  <a:pos x="10" y="404"/>
                </a:cxn>
                <a:cxn ang="0">
                  <a:pos x="10" y="361"/>
                </a:cxn>
                <a:cxn ang="0">
                  <a:pos x="11" y="319"/>
                </a:cxn>
                <a:cxn ang="0">
                  <a:pos x="13" y="294"/>
                </a:cxn>
                <a:cxn ang="0">
                  <a:pos x="25" y="245"/>
                </a:cxn>
                <a:cxn ang="0">
                  <a:pos x="29" y="220"/>
                </a:cxn>
                <a:cxn ang="0">
                  <a:pos x="31" y="206"/>
                </a:cxn>
                <a:cxn ang="0">
                  <a:pos x="39" y="164"/>
                </a:cxn>
                <a:cxn ang="0">
                  <a:pos x="49" y="108"/>
                </a:cxn>
                <a:cxn ang="0">
                  <a:pos x="51" y="95"/>
                </a:cxn>
                <a:cxn ang="0">
                  <a:pos x="55" y="56"/>
                </a:cxn>
                <a:cxn ang="0">
                  <a:pos x="60" y="30"/>
                </a:cxn>
                <a:cxn ang="0">
                  <a:pos x="68" y="13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2" y="2"/>
                </a:cxn>
                <a:cxn ang="0">
                  <a:pos x="69" y="0"/>
                </a:cxn>
                <a:cxn ang="0">
                  <a:pos x="65" y="2"/>
                </a:cxn>
              </a:cxnLst>
              <a:rect l="0" t="0" r="r" b="b"/>
              <a:pathLst>
                <a:path w="73" h="408">
                  <a:moveTo>
                    <a:pt x="65" y="2"/>
                  </a:moveTo>
                  <a:lnTo>
                    <a:pt x="65" y="2"/>
                  </a:lnTo>
                  <a:lnTo>
                    <a:pt x="59" y="11"/>
                  </a:lnTo>
                  <a:lnTo>
                    <a:pt x="53" y="21"/>
                  </a:lnTo>
                  <a:lnTo>
                    <a:pt x="50" y="30"/>
                  </a:lnTo>
                  <a:lnTo>
                    <a:pt x="48" y="39"/>
                  </a:lnTo>
                  <a:lnTo>
                    <a:pt x="46" y="60"/>
                  </a:lnTo>
                  <a:lnTo>
                    <a:pt x="44" y="82"/>
                  </a:lnTo>
                  <a:lnTo>
                    <a:pt x="44" y="82"/>
                  </a:lnTo>
                  <a:lnTo>
                    <a:pt x="35" y="143"/>
                  </a:lnTo>
                  <a:lnTo>
                    <a:pt x="29" y="173"/>
                  </a:lnTo>
                  <a:lnTo>
                    <a:pt x="23" y="204"/>
                  </a:lnTo>
                  <a:lnTo>
                    <a:pt x="23" y="204"/>
                  </a:lnTo>
                  <a:lnTo>
                    <a:pt x="19" y="217"/>
                  </a:lnTo>
                  <a:lnTo>
                    <a:pt x="17" y="228"/>
                  </a:lnTo>
                  <a:lnTo>
                    <a:pt x="16" y="241"/>
                  </a:lnTo>
                  <a:lnTo>
                    <a:pt x="13" y="252"/>
                  </a:lnTo>
                  <a:lnTo>
                    <a:pt x="13" y="252"/>
                  </a:lnTo>
                  <a:lnTo>
                    <a:pt x="7" y="277"/>
                  </a:lnTo>
                  <a:lnTo>
                    <a:pt x="5" y="289"/>
                  </a:lnTo>
                  <a:lnTo>
                    <a:pt x="3" y="303"/>
                  </a:lnTo>
                  <a:lnTo>
                    <a:pt x="3" y="303"/>
                  </a:lnTo>
                  <a:lnTo>
                    <a:pt x="1" y="327"/>
                  </a:lnTo>
                  <a:lnTo>
                    <a:pt x="0" y="352"/>
                  </a:lnTo>
                  <a:lnTo>
                    <a:pt x="1" y="404"/>
                  </a:lnTo>
                  <a:lnTo>
                    <a:pt x="1" y="404"/>
                  </a:lnTo>
                  <a:lnTo>
                    <a:pt x="1" y="405"/>
                  </a:lnTo>
                  <a:lnTo>
                    <a:pt x="2" y="407"/>
                  </a:lnTo>
                  <a:lnTo>
                    <a:pt x="4" y="408"/>
                  </a:lnTo>
                  <a:lnTo>
                    <a:pt x="6" y="408"/>
                  </a:lnTo>
                  <a:lnTo>
                    <a:pt x="7" y="408"/>
                  </a:lnTo>
                  <a:lnTo>
                    <a:pt x="9" y="407"/>
                  </a:lnTo>
                  <a:lnTo>
                    <a:pt x="10" y="405"/>
                  </a:lnTo>
                  <a:lnTo>
                    <a:pt x="10" y="404"/>
                  </a:lnTo>
                  <a:lnTo>
                    <a:pt x="10" y="404"/>
                  </a:lnTo>
                  <a:lnTo>
                    <a:pt x="10" y="361"/>
                  </a:lnTo>
                  <a:lnTo>
                    <a:pt x="11" y="319"/>
                  </a:lnTo>
                  <a:lnTo>
                    <a:pt x="11" y="319"/>
                  </a:lnTo>
                  <a:lnTo>
                    <a:pt x="12" y="307"/>
                  </a:lnTo>
                  <a:lnTo>
                    <a:pt x="13" y="294"/>
                  </a:lnTo>
                  <a:lnTo>
                    <a:pt x="19" y="270"/>
                  </a:lnTo>
                  <a:lnTo>
                    <a:pt x="25" y="245"/>
                  </a:lnTo>
                  <a:lnTo>
                    <a:pt x="28" y="232"/>
                  </a:lnTo>
                  <a:lnTo>
                    <a:pt x="29" y="220"/>
                  </a:lnTo>
                  <a:lnTo>
                    <a:pt x="29" y="220"/>
                  </a:lnTo>
                  <a:lnTo>
                    <a:pt x="31" y="206"/>
                  </a:lnTo>
                  <a:lnTo>
                    <a:pt x="33" y="192"/>
                  </a:lnTo>
                  <a:lnTo>
                    <a:pt x="39" y="164"/>
                  </a:lnTo>
                  <a:lnTo>
                    <a:pt x="45" y="136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51" y="95"/>
                  </a:lnTo>
                  <a:lnTo>
                    <a:pt x="52" y="83"/>
                  </a:lnTo>
                  <a:lnTo>
                    <a:pt x="55" y="56"/>
                  </a:lnTo>
                  <a:lnTo>
                    <a:pt x="57" y="42"/>
                  </a:lnTo>
                  <a:lnTo>
                    <a:pt x="60" y="30"/>
                  </a:lnTo>
                  <a:lnTo>
                    <a:pt x="65" y="19"/>
                  </a:lnTo>
                  <a:lnTo>
                    <a:pt x="68" y="13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6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0" y="1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5" y="2"/>
                  </a:lnTo>
                  <a:lnTo>
                    <a:pt x="6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5" name="Freeform 270"/>
            <p:cNvSpPr/>
            <p:nvPr/>
          </p:nvSpPr>
          <p:spPr bwMode="auto">
            <a:xfrm>
              <a:off x="2463800" y="2487613"/>
              <a:ext cx="34925" cy="16986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7" y="4"/>
                </a:cxn>
                <a:cxn ang="0">
                  <a:pos x="55" y="22"/>
                </a:cxn>
                <a:cxn ang="0">
                  <a:pos x="51" y="40"/>
                </a:cxn>
                <a:cxn ang="0">
                  <a:pos x="42" y="75"/>
                </a:cxn>
                <a:cxn ang="0">
                  <a:pos x="42" y="75"/>
                </a:cxn>
                <a:cxn ang="0">
                  <a:pos x="25" y="161"/>
                </a:cxn>
                <a:cxn ang="0">
                  <a:pos x="25" y="161"/>
                </a:cxn>
                <a:cxn ang="0">
                  <a:pos x="17" y="199"/>
                </a:cxn>
                <a:cxn ang="0">
                  <a:pos x="9" y="238"/>
                </a:cxn>
                <a:cxn ang="0">
                  <a:pos x="5" y="256"/>
                </a:cxn>
                <a:cxn ang="0">
                  <a:pos x="3" y="276"/>
                </a:cxn>
                <a:cxn ang="0">
                  <a:pos x="1" y="295"/>
                </a:cxn>
                <a:cxn ang="0">
                  <a:pos x="0" y="314"/>
                </a:cxn>
                <a:cxn ang="0">
                  <a:pos x="0" y="314"/>
                </a:cxn>
                <a:cxn ang="0">
                  <a:pos x="0" y="316"/>
                </a:cxn>
                <a:cxn ang="0">
                  <a:pos x="1" y="318"/>
                </a:cxn>
                <a:cxn ang="0">
                  <a:pos x="3" y="318"/>
                </a:cxn>
                <a:cxn ang="0">
                  <a:pos x="4" y="319"/>
                </a:cxn>
                <a:cxn ang="0">
                  <a:pos x="6" y="318"/>
                </a:cxn>
                <a:cxn ang="0">
                  <a:pos x="7" y="318"/>
                </a:cxn>
                <a:cxn ang="0">
                  <a:pos x="8" y="316"/>
                </a:cxn>
                <a:cxn ang="0">
                  <a:pos x="9" y="314"/>
                </a:cxn>
                <a:cxn ang="0">
                  <a:pos x="9" y="314"/>
                </a:cxn>
                <a:cxn ang="0">
                  <a:pos x="10" y="294"/>
                </a:cxn>
                <a:cxn ang="0">
                  <a:pos x="12" y="274"/>
                </a:cxn>
                <a:cxn ang="0">
                  <a:pos x="16" y="254"/>
                </a:cxn>
                <a:cxn ang="0">
                  <a:pos x="19" y="234"/>
                </a:cxn>
                <a:cxn ang="0">
                  <a:pos x="36" y="155"/>
                </a:cxn>
                <a:cxn ang="0">
                  <a:pos x="36" y="155"/>
                </a:cxn>
                <a:cxn ang="0">
                  <a:pos x="54" y="69"/>
                </a:cxn>
                <a:cxn ang="0">
                  <a:pos x="54" y="69"/>
                </a:cxn>
                <a:cxn ang="0">
                  <a:pos x="61" y="37"/>
                </a:cxn>
                <a:cxn ang="0">
                  <a:pos x="64" y="21"/>
                </a:cxn>
                <a:cxn ang="0">
                  <a:pos x="66" y="4"/>
                </a:cxn>
                <a:cxn ang="0">
                  <a:pos x="66" y="4"/>
                </a:cxn>
                <a:cxn ang="0">
                  <a:pos x="66" y="2"/>
                </a:cxn>
                <a:cxn ang="0">
                  <a:pos x="65" y="1"/>
                </a:cxn>
                <a:cxn ang="0">
                  <a:pos x="63" y="0"/>
                </a:cxn>
                <a:cxn ang="0">
                  <a:pos x="62" y="0"/>
                </a:cxn>
                <a:cxn ang="0">
                  <a:pos x="60" y="0"/>
                </a:cxn>
                <a:cxn ang="0">
                  <a:pos x="58" y="1"/>
                </a:cxn>
                <a:cxn ang="0">
                  <a:pos x="57" y="2"/>
                </a:cxn>
                <a:cxn ang="0">
                  <a:pos x="57" y="4"/>
                </a:cxn>
                <a:cxn ang="0">
                  <a:pos x="57" y="4"/>
                </a:cxn>
              </a:cxnLst>
              <a:rect l="0" t="0" r="r" b="b"/>
              <a:pathLst>
                <a:path w="66" h="319">
                  <a:moveTo>
                    <a:pt x="57" y="4"/>
                  </a:moveTo>
                  <a:lnTo>
                    <a:pt x="57" y="4"/>
                  </a:lnTo>
                  <a:lnTo>
                    <a:pt x="55" y="22"/>
                  </a:lnTo>
                  <a:lnTo>
                    <a:pt x="51" y="40"/>
                  </a:lnTo>
                  <a:lnTo>
                    <a:pt x="42" y="75"/>
                  </a:lnTo>
                  <a:lnTo>
                    <a:pt x="42" y="75"/>
                  </a:lnTo>
                  <a:lnTo>
                    <a:pt x="25" y="161"/>
                  </a:lnTo>
                  <a:lnTo>
                    <a:pt x="25" y="161"/>
                  </a:lnTo>
                  <a:lnTo>
                    <a:pt x="17" y="199"/>
                  </a:lnTo>
                  <a:lnTo>
                    <a:pt x="9" y="238"/>
                  </a:lnTo>
                  <a:lnTo>
                    <a:pt x="5" y="256"/>
                  </a:lnTo>
                  <a:lnTo>
                    <a:pt x="3" y="276"/>
                  </a:lnTo>
                  <a:lnTo>
                    <a:pt x="1" y="295"/>
                  </a:lnTo>
                  <a:lnTo>
                    <a:pt x="0" y="314"/>
                  </a:lnTo>
                  <a:lnTo>
                    <a:pt x="0" y="314"/>
                  </a:lnTo>
                  <a:lnTo>
                    <a:pt x="0" y="316"/>
                  </a:lnTo>
                  <a:lnTo>
                    <a:pt x="1" y="318"/>
                  </a:lnTo>
                  <a:lnTo>
                    <a:pt x="3" y="318"/>
                  </a:lnTo>
                  <a:lnTo>
                    <a:pt x="4" y="319"/>
                  </a:lnTo>
                  <a:lnTo>
                    <a:pt x="6" y="318"/>
                  </a:lnTo>
                  <a:lnTo>
                    <a:pt x="7" y="318"/>
                  </a:lnTo>
                  <a:lnTo>
                    <a:pt x="8" y="316"/>
                  </a:lnTo>
                  <a:lnTo>
                    <a:pt x="9" y="314"/>
                  </a:lnTo>
                  <a:lnTo>
                    <a:pt x="9" y="314"/>
                  </a:lnTo>
                  <a:lnTo>
                    <a:pt x="10" y="294"/>
                  </a:lnTo>
                  <a:lnTo>
                    <a:pt x="12" y="274"/>
                  </a:lnTo>
                  <a:lnTo>
                    <a:pt x="16" y="254"/>
                  </a:lnTo>
                  <a:lnTo>
                    <a:pt x="19" y="234"/>
                  </a:lnTo>
                  <a:lnTo>
                    <a:pt x="36" y="155"/>
                  </a:lnTo>
                  <a:lnTo>
                    <a:pt x="36" y="155"/>
                  </a:lnTo>
                  <a:lnTo>
                    <a:pt x="54" y="69"/>
                  </a:lnTo>
                  <a:lnTo>
                    <a:pt x="54" y="69"/>
                  </a:lnTo>
                  <a:lnTo>
                    <a:pt x="61" y="37"/>
                  </a:lnTo>
                  <a:lnTo>
                    <a:pt x="64" y="21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6" y="2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2" y="0"/>
                  </a:lnTo>
                  <a:lnTo>
                    <a:pt x="60" y="0"/>
                  </a:lnTo>
                  <a:lnTo>
                    <a:pt x="58" y="1"/>
                  </a:lnTo>
                  <a:lnTo>
                    <a:pt x="57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6" name="Freeform 271"/>
            <p:cNvSpPr/>
            <p:nvPr/>
          </p:nvSpPr>
          <p:spPr bwMode="auto">
            <a:xfrm>
              <a:off x="2482850" y="2514600"/>
              <a:ext cx="46038" cy="158750"/>
            </a:xfrm>
            <a:custGeom>
              <a:avLst/>
              <a:gdLst/>
              <a:ahLst/>
              <a:cxnLst>
                <a:cxn ang="0">
                  <a:pos x="77" y="4"/>
                </a:cxn>
                <a:cxn ang="0">
                  <a:pos x="77" y="4"/>
                </a:cxn>
                <a:cxn ang="0">
                  <a:pos x="76" y="13"/>
                </a:cxn>
                <a:cxn ang="0">
                  <a:pos x="73" y="22"/>
                </a:cxn>
                <a:cxn ang="0">
                  <a:pos x="66" y="40"/>
                </a:cxn>
                <a:cxn ang="0">
                  <a:pos x="59" y="57"/>
                </a:cxn>
                <a:cxn ang="0">
                  <a:pos x="52" y="74"/>
                </a:cxn>
                <a:cxn ang="0">
                  <a:pos x="52" y="74"/>
                </a:cxn>
                <a:cxn ang="0">
                  <a:pos x="47" y="94"/>
                </a:cxn>
                <a:cxn ang="0">
                  <a:pos x="42" y="113"/>
                </a:cxn>
                <a:cxn ang="0">
                  <a:pos x="34" y="152"/>
                </a:cxn>
                <a:cxn ang="0">
                  <a:pos x="34" y="152"/>
                </a:cxn>
                <a:cxn ang="0">
                  <a:pos x="30" y="170"/>
                </a:cxn>
                <a:cxn ang="0">
                  <a:pos x="25" y="188"/>
                </a:cxn>
                <a:cxn ang="0">
                  <a:pos x="15" y="223"/>
                </a:cxn>
                <a:cxn ang="0">
                  <a:pos x="10" y="240"/>
                </a:cxn>
                <a:cxn ang="0">
                  <a:pos x="5" y="258"/>
                </a:cxn>
                <a:cxn ang="0">
                  <a:pos x="2" y="276"/>
                </a:cxn>
                <a:cxn ang="0">
                  <a:pos x="0" y="295"/>
                </a:cxn>
                <a:cxn ang="0">
                  <a:pos x="0" y="295"/>
                </a:cxn>
                <a:cxn ang="0">
                  <a:pos x="1" y="297"/>
                </a:cxn>
                <a:cxn ang="0">
                  <a:pos x="2" y="298"/>
                </a:cxn>
                <a:cxn ang="0">
                  <a:pos x="3" y="299"/>
                </a:cxn>
                <a:cxn ang="0">
                  <a:pos x="5" y="299"/>
                </a:cxn>
                <a:cxn ang="0">
                  <a:pos x="7" y="299"/>
                </a:cxn>
                <a:cxn ang="0">
                  <a:pos x="8" y="298"/>
                </a:cxn>
                <a:cxn ang="0">
                  <a:pos x="10" y="297"/>
                </a:cxn>
                <a:cxn ang="0">
                  <a:pos x="11" y="295"/>
                </a:cxn>
                <a:cxn ang="0">
                  <a:pos x="11" y="295"/>
                </a:cxn>
                <a:cxn ang="0">
                  <a:pos x="12" y="275"/>
                </a:cxn>
                <a:cxn ang="0">
                  <a:pos x="15" y="257"/>
                </a:cxn>
                <a:cxn ang="0">
                  <a:pos x="19" y="238"/>
                </a:cxn>
                <a:cxn ang="0">
                  <a:pos x="24" y="220"/>
                </a:cxn>
                <a:cxn ang="0">
                  <a:pos x="35" y="183"/>
                </a:cxn>
                <a:cxn ang="0">
                  <a:pos x="40" y="165"/>
                </a:cxn>
                <a:cxn ang="0">
                  <a:pos x="45" y="146"/>
                </a:cxn>
                <a:cxn ang="0">
                  <a:pos x="45" y="146"/>
                </a:cxn>
                <a:cxn ang="0">
                  <a:pos x="48" y="127"/>
                </a:cxn>
                <a:cxn ang="0">
                  <a:pos x="53" y="107"/>
                </a:cxn>
                <a:cxn ang="0">
                  <a:pos x="58" y="88"/>
                </a:cxn>
                <a:cxn ang="0">
                  <a:pos x="64" y="70"/>
                </a:cxn>
                <a:cxn ang="0">
                  <a:pos x="64" y="70"/>
                </a:cxn>
                <a:cxn ang="0">
                  <a:pos x="70" y="53"/>
                </a:cxn>
                <a:cxn ang="0">
                  <a:pos x="78" y="38"/>
                </a:cxn>
                <a:cxn ang="0">
                  <a:pos x="83" y="21"/>
                </a:cxn>
                <a:cxn ang="0">
                  <a:pos x="85" y="13"/>
                </a:cxn>
                <a:cxn ang="0">
                  <a:pos x="86" y="4"/>
                </a:cxn>
                <a:cxn ang="0">
                  <a:pos x="86" y="4"/>
                </a:cxn>
                <a:cxn ang="0">
                  <a:pos x="86" y="2"/>
                </a:cxn>
                <a:cxn ang="0">
                  <a:pos x="85" y="1"/>
                </a:cxn>
                <a:cxn ang="0">
                  <a:pos x="83" y="0"/>
                </a:cxn>
                <a:cxn ang="0">
                  <a:pos x="82" y="0"/>
                </a:cxn>
                <a:cxn ang="0">
                  <a:pos x="79" y="1"/>
                </a:cxn>
                <a:cxn ang="0">
                  <a:pos x="77" y="2"/>
                </a:cxn>
                <a:cxn ang="0">
                  <a:pos x="77" y="4"/>
                </a:cxn>
                <a:cxn ang="0">
                  <a:pos x="77" y="4"/>
                </a:cxn>
              </a:cxnLst>
              <a:rect l="0" t="0" r="r" b="b"/>
              <a:pathLst>
                <a:path w="86" h="299">
                  <a:moveTo>
                    <a:pt x="77" y="4"/>
                  </a:moveTo>
                  <a:lnTo>
                    <a:pt x="77" y="4"/>
                  </a:lnTo>
                  <a:lnTo>
                    <a:pt x="76" y="13"/>
                  </a:lnTo>
                  <a:lnTo>
                    <a:pt x="73" y="22"/>
                  </a:lnTo>
                  <a:lnTo>
                    <a:pt x="66" y="40"/>
                  </a:lnTo>
                  <a:lnTo>
                    <a:pt x="59" y="57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47" y="94"/>
                  </a:lnTo>
                  <a:lnTo>
                    <a:pt x="42" y="113"/>
                  </a:lnTo>
                  <a:lnTo>
                    <a:pt x="34" y="152"/>
                  </a:lnTo>
                  <a:lnTo>
                    <a:pt x="34" y="152"/>
                  </a:lnTo>
                  <a:lnTo>
                    <a:pt x="30" y="170"/>
                  </a:lnTo>
                  <a:lnTo>
                    <a:pt x="25" y="188"/>
                  </a:lnTo>
                  <a:lnTo>
                    <a:pt x="15" y="223"/>
                  </a:lnTo>
                  <a:lnTo>
                    <a:pt x="10" y="240"/>
                  </a:lnTo>
                  <a:lnTo>
                    <a:pt x="5" y="258"/>
                  </a:lnTo>
                  <a:lnTo>
                    <a:pt x="2" y="276"/>
                  </a:lnTo>
                  <a:lnTo>
                    <a:pt x="0" y="295"/>
                  </a:lnTo>
                  <a:lnTo>
                    <a:pt x="0" y="295"/>
                  </a:lnTo>
                  <a:lnTo>
                    <a:pt x="1" y="297"/>
                  </a:lnTo>
                  <a:lnTo>
                    <a:pt x="2" y="298"/>
                  </a:lnTo>
                  <a:lnTo>
                    <a:pt x="3" y="299"/>
                  </a:lnTo>
                  <a:lnTo>
                    <a:pt x="5" y="299"/>
                  </a:lnTo>
                  <a:lnTo>
                    <a:pt x="7" y="299"/>
                  </a:lnTo>
                  <a:lnTo>
                    <a:pt x="8" y="298"/>
                  </a:lnTo>
                  <a:lnTo>
                    <a:pt x="10" y="297"/>
                  </a:lnTo>
                  <a:lnTo>
                    <a:pt x="11" y="295"/>
                  </a:lnTo>
                  <a:lnTo>
                    <a:pt x="11" y="295"/>
                  </a:lnTo>
                  <a:lnTo>
                    <a:pt x="12" y="275"/>
                  </a:lnTo>
                  <a:lnTo>
                    <a:pt x="15" y="257"/>
                  </a:lnTo>
                  <a:lnTo>
                    <a:pt x="19" y="238"/>
                  </a:lnTo>
                  <a:lnTo>
                    <a:pt x="24" y="220"/>
                  </a:lnTo>
                  <a:lnTo>
                    <a:pt x="35" y="183"/>
                  </a:lnTo>
                  <a:lnTo>
                    <a:pt x="40" y="165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8" y="127"/>
                  </a:lnTo>
                  <a:lnTo>
                    <a:pt x="53" y="107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4" y="70"/>
                  </a:lnTo>
                  <a:lnTo>
                    <a:pt x="70" y="53"/>
                  </a:lnTo>
                  <a:lnTo>
                    <a:pt x="78" y="38"/>
                  </a:lnTo>
                  <a:lnTo>
                    <a:pt x="83" y="21"/>
                  </a:lnTo>
                  <a:lnTo>
                    <a:pt x="85" y="13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86" y="2"/>
                  </a:lnTo>
                  <a:lnTo>
                    <a:pt x="85" y="1"/>
                  </a:lnTo>
                  <a:lnTo>
                    <a:pt x="83" y="0"/>
                  </a:lnTo>
                  <a:lnTo>
                    <a:pt x="82" y="0"/>
                  </a:lnTo>
                  <a:lnTo>
                    <a:pt x="79" y="1"/>
                  </a:lnTo>
                  <a:lnTo>
                    <a:pt x="77" y="2"/>
                  </a:lnTo>
                  <a:lnTo>
                    <a:pt x="77" y="4"/>
                  </a:lnTo>
                  <a:lnTo>
                    <a:pt x="7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7" name="Freeform 272"/>
            <p:cNvSpPr/>
            <p:nvPr/>
          </p:nvSpPr>
          <p:spPr bwMode="auto">
            <a:xfrm>
              <a:off x="2516188" y="2557463"/>
              <a:ext cx="28575" cy="163513"/>
            </a:xfrm>
            <a:custGeom>
              <a:avLst/>
              <a:gdLst/>
              <a:ahLst/>
              <a:cxnLst>
                <a:cxn ang="0">
                  <a:pos x="45" y="4"/>
                </a:cxn>
                <a:cxn ang="0">
                  <a:pos x="45" y="4"/>
                </a:cxn>
                <a:cxn ang="0">
                  <a:pos x="29" y="78"/>
                </a:cxn>
                <a:cxn ang="0">
                  <a:pos x="16" y="152"/>
                </a:cxn>
                <a:cxn ang="0">
                  <a:pos x="10" y="189"/>
                </a:cxn>
                <a:cxn ang="0">
                  <a:pos x="4" y="226"/>
                </a:cxn>
                <a:cxn ang="0">
                  <a:pos x="1" y="265"/>
                </a:cxn>
                <a:cxn ang="0">
                  <a:pos x="0" y="303"/>
                </a:cxn>
                <a:cxn ang="0">
                  <a:pos x="0" y="303"/>
                </a:cxn>
                <a:cxn ang="0">
                  <a:pos x="0" y="304"/>
                </a:cxn>
                <a:cxn ang="0">
                  <a:pos x="1" y="306"/>
                </a:cxn>
                <a:cxn ang="0">
                  <a:pos x="2" y="307"/>
                </a:cxn>
                <a:cxn ang="0">
                  <a:pos x="4" y="307"/>
                </a:cxn>
                <a:cxn ang="0">
                  <a:pos x="6" y="307"/>
                </a:cxn>
                <a:cxn ang="0">
                  <a:pos x="7" y="306"/>
                </a:cxn>
                <a:cxn ang="0">
                  <a:pos x="9" y="304"/>
                </a:cxn>
                <a:cxn ang="0">
                  <a:pos x="10" y="303"/>
                </a:cxn>
                <a:cxn ang="0">
                  <a:pos x="10" y="303"/>
                </a:cxn>
                <a:cxn ang="0">
                  <a:pos x="11" y="265"/>
                </a:cxn>
                <a:cxn ang="0">
                  <a:pos x="14" y="227"/>
                </a:cxn>
                <a:cxn ang="0">
                  <a:pos x="19" y="190"/>
                </a:cxn>
                <a:cxn ang="0">
                  <a:pos x="25" y="153"/>
                </a:cxn>
                <a:cxn ang="0">
                  <a:pos x="38" y="80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3" y="4"/>
                </a:cxn>
                <a:cxn ang="0">
                  <a:pos x="53" y="2"/>
                </a:cxn>
                <a:cxn ang="0">
                  <a:pos x="50" y="1"/>
                </a:cxn>
                <a:cxn ang="0">
                  <a:pos x="48" y="0"/>
                </a:cxn>
                <a:cxn ang="0">
                  <a:pos x="47" y="1"/>
                </a:cxn>
                <a:cxn ang="0">
                  <a:pos x="45" y="2"/>
                </a:cxn>
                <a:cxn ang="0">
                  <a:pos x="45" y="4"/>
                </a:cxn>
                <a:cxn ang="0">
                  <a:pos x="45" y="4"/>
                </a:cxn>
              </a:cxnLst>
              <a:rect l="0" t="0" r="r" b="b"/>
              <a:pathLst>
                <a:path w="53" h="307">
                  <a:moveTo>
                    <a:pt x="45" y="4"/>
                  </a:moveTo>
                  <a:lnTo>
                    <a:pt x="45" y="4"/>
                  </a:lnTo>
                  <a:lnTo>
                    <a:pt x="29" y="78"/>
                  </a:lnTo>
                  <a:lnTo>
                    <a:pt x="16" y="152"/>
                  </a:lnTo>
                  <a:lnTo>
                    <a:pt x="10" y="189"/>
                  </a:lnTo>
                  <a:lnTo>
                    <a:pt x="4" y="226"/>
                  </a:lnTo>
                  <a:lnTo>
                    <a:pt x="1" y="265"/>
                  </a:lnTo>
                  <a:lnTo>
                    <a:pt x="0" y="303"/>
                  </a:lnTo>
                  <a:lnTo>
                    <a:pt x="0" y="303"/>
                  </a:lnTo>
                  <a:lnTo>
                    <a:pt x="0" y="304"/>
                  </a:lnTo>
                  <a:lnTo>
                    <a:pt x="1" y="306"/>
                  </a:lnTo>
                  <a:lnTo>
                    <a:pt x="2" y="307"/>
                  </a:lnTo>
                  <a:lnTo>
                    <a:pt x="4" y="307"/>
                  </a:lnTo>
                  <a:lnTo>
                    <a:pt x="6" y="307"/>
                  </a:lnTo>
                  <a:lnTo>
                    <a:pt x="7" y="306"/>
                  </a:lnTo>
                  <a:lnTo>
                    <a:pt x="9" y="304"/>
                  </a:lnTo>
                  <a:lnTo>
                    <a:pt x="10" y="303"/>
                  </a:lnTo>
                  <a:lnTo>
                    <a:pt x="10" y="303"/>
                  </a:lnTo>
                  <a:lnTo>
                    <a:pt x="11" y="265"/>
                  </a:lnTo>
                  <a:lnTo>
                    <a:pt x="14" y="227"/>
                  </a:lnTo>
                  <a:lnTo>
                    <a:pt x="19" y="190"/>
                  </a:lnTo>
                  <a:lnTo>
                    <a:pt x="25" y="153"/>
                  </a:lnTo>
                  <a:lnTo>
                    <a:pt x="38" y="80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53" y="4"/>
                  </a:lnTo>
                  <a:lnTo>
                    <a:pt x="53" y="2"/>
                  </a:lnTo>
                  <a:lnTo>
                    <a:pt x="50" y="1"/>
                  </a:lnTo>
                  <a:lnTo>
                    <a:pt x="48" y="0"/>
                  </a:lnTo>
                  <a:lnTo>
                    <a:pt x="47" y="1"/>
                  </a:lnTo>
                  <a:lnTo>
                    <a:pt x="45" y="2"/>
                  </a:lnTo>
                  <a:lnTo>
                    <a:pt x="45" y="4"/>
                  </a:lnTo>
                  <a:lnTo>
                    <a:pt x="4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8" name="Freeform 273"/>
            <p:cNvSpPr/>
            <p:nvPr/>
          </p:nvSpPr>
          <p:spPr bwMode="auto">
            <a:xfrm>
              <a:off x="2549525" y="2571750"/>
              <a:ext cx="28575" cy="161925"/>
            </a:xfrm>
            <a:custGeom>
              <a:avLst/>
              <a:gdLst/>
              <a:ahLst/>
              <a:cxnLst>
                <a:cxn ang="0">
                  <a:pos x="45" y="4"/>
                </a:cxn>
                <a:cxn ang="0">
                  <a:pos x="45" y="4"/>
                </a:cxn>
                <a:cxn ang="0">
                  <a:pos x="44" y="12"/>
                </a:cxn>
                <a:cxn ang="0">
                  <a:pos x="42" y="21"/>
                </a:cxn>
                <a:cxn ang="0">
                  <a:pos x="37" y="37"/>
                </a:cxn>
                <a:cxn ang="0">
                  <a:pos x="33" y="53"/>
                </a:cxn>
                <a:cxn ang="0">
                  <a:pos x="29" y="68"/>
                </a:cxn>
                <a:cxn ang="0">
                  <a:pos x="29" y="68"/>
                </a:cxn>
                <a:cxn ang="0">
                  <a:pos x="27" y="88"/>
                </a:cxn>
                <a:cxn ang="0">
                  <a:pos x="25" y="107"/>
                </a:cxn>
                <a:cxn ang="0">
                  <a:pos x="21" y="147"/>
                </a:cxn>
                <a:cxn ang="0">
                  <a:pos x="21" y="147"/>
                </a:cxn>
                <a:cxn ang="0">
                  <a:pos x="15" y="185"/>
                </a:cxn>
                <a:cxn ang="0">
                  <a:pos x="7" y="224"/>
                </a:cxn>
                <a:cxn ang="0">
                  <a:pos x="2" y="262"/>
                </a:cxn>
                <a:cxn ang="0">
                  <a:pos x="1" y="282"/>
                </a:cxn>
                <a:cxn ang="0">
                  <a:pos x="0" y="302"/>
                </a:cxn>
                <a:cxn ang="0">
                  <a:pos x="0" y="302"/>
                </a:cxn>
                <a:cxn ang="0">
                  <a:pos x="0" y="304"/>
                </a:cxn>
                <a:cxn ang="0">
                  <a:pos x="1" y="305"/>
                </a:cxn>
                <a:cxn ang="0">
                  <a:pos x="3" y="306"/>
                </a:cxn>
                <a:cxn ang="0">
                  <a:pos x="4" y="306"/>
                </a:cxn>
                <a:cxn ang="0">
                  <a:pos x="6" y="306"/>
                </a:cxn>
                <a:cxn ang="0">
                  <a:pos x="7" y="305"/>
                </a:cxn>
                <a:cxn ang="0">
                  <a:pos x="10" y="304"/>
                </a:cxn>
                <a:cxn ang="0">
                  <a:pos x="10" y="302"/>
                </a:cxn>
                <a:cxn ang="0">
                  <a:pos x="10" y="302"/>
                </a:cxn>
                <a:cxn ang="0">
                  <a:pos x="11" y="281"/>
                </a:cxn>
                <a:cxn ang="0">
                  <a:pos x="13" y="261"/>
                </a:cxn>
                <a:cxn ang="0">
                  <a:pos x="18" y="221"/>
                </a:cxn>
                <a:cxn ang="0">
                  <a:pos x="24" y="181"/>
                </a:cxn>
                <a:cxn ang="0">
                  <a:pos x="31" y="140"/>
                </a:cxn>
                <a:cxn ang="0">
                  <a:pos x="31" y="140"/>
                </a:cxn>
                <a:cxn ang="0">
                  <a:pos x="35" y="102"/>
                </a:cxn>
                <a:cxn ang="0">
                  <a:pos x="37" y="83"/>
                </a:cxn>
                <a:cxn ang="0">
                  <a:pos x="40" y="64"/>
                </a:cxn>
                <a:cxn ang="0">
                  <a:pos x="40" y="64"/>
                </a:cxn>
                <a:cxn ang="0">
                  <a:pos x="43" y="49"/>
                </a:cxn>
                <a:cxn ang="0">
                  <a:pos x="48" y="34"/>
                </a:cxn>
                <a:cxn ang="0">
                  <a:pos x="52" y="20"/>
                </a:cxn>
                <a:cxn ang="0">
                  <a:pos x="53" y="12"/>
                </a:cxn>
                <a:cxn ang="0">
                  <a:pos x="54" y="4"/>
                </a:cxn>
                <a:cxn ang="0">
                  <a:pos x="54" y="4"/>
                </a:cxn>
                <a:cxn ang="0">
                  <a:pos x="54" y="2"/>
                </a:cxn>
                <a:cxn ang="0">
                  <a:pos x="53" y="1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8" y="0"/>
                </a:cxn>
                <a:cxn ang="0">
                  <a:pos x="46" y="1"/>
                </a:cxn>
                <a:cxn ang="0">
                  <a:pos x="45" y="2"/>
                </a:cxn>
                <a:cxn ang="0">
                  <a:pos x="45" y="4"/>
                </a:cxn>
                <a:cxn ang="0">
                  <a:pos x="45" y="4"/>
                </a:cxn>
              </a:cxnLst>
              <a:rect l="0" t="0" r="r" b="b"/>
              <a:pathLst>
                <a:path w="54" h="306">
                  <a:moveTo>
                    <a:pt x="45" y="4"/>
                  </a:moveTo>
                  <a:lnTo>
                    <a:pt x="45" y="4"/>
                  </a:lnTo>
                  <a:lnTo>
                    <a:pt x="44" y="12"/>
                  </a:lnTo>
                  <a:lnTo>
                    <a:pt x="42" y="21"/>
                  </a:lnTo>
                  <a:lnTo>
                    <a:pt x="37" y="37"/>
                  </a:lnTo>
                  <a:lnTo>
                    <a:pt x="33" y="53"/>
                  </a:lnTo>
                  <a:lnTo>
                    <a:pt x="29" y="68"/>
                  </a:lnTo>
                  <a:lnTo>
                    <a:pt x="29" y="68"/>
                  </a:lnTo>
                  <a:lnTo>
                    <a:pt x="27" y="88"/>
                  </a:lnTo>
                  <a:lnTo>
                    <a:pt x="25" y="107"/>
                  </a:lnTo>
                  <a:lnTo>
                    <a:pt x="21" y="147"/>
                  </a:lnTo>
                  <a:lnTo>
                    <a:pt x="21" y="147"/>
                  </a:lnTo>
                  <a:lnTo>
                    <a:pt x="15" y="185"/>
                  </a:lnTo>
                  <a:lnTo>
                    <a:pt x="7" y="224"/>
                  </a:lnTo>
                  <a:lnTo>
                    <a:pt x="2" y="262"/>
                  </a:lnTo>
                  <a:lnTo>
                    <a:pt x="1" y="282"/>
                  </a:lnTo>
                  <a:lnTo>
                    <a:pt x="0" y="302"/>
                  </a:lnTo>
                  <a:lnTo>
                    <a:pt x="0" y="302"/>
                  </a:lnTo>
                  <a:lnTo>
                    <a:pt x="0" y="304"/>
                  </a:lnTo>
                  <a:lnTo>
                    <a:pt x="1" y="305"/>
                  </a:lnTo>
                  <a:lnTo>
                    <a:pt x="3" y="306"/>
                  </a:lnTo>
                  <a:lnTo>
                    <a:pt x="4" y="306"/>
                  </a:lnTo>
                  <a:lnTo>
                    <a:pt x="6" y="306"/>
                  </a:lnTo>
                  <a:lnTo>
                    <a:pt x="7" y="305"/>
                  </a:lnTo>
                  <a:lnTo>
                    <a:pt x="10" y="304"/>
                  </a:lnTo>
                  <a:lnTo>
                    <a:pt x="10" y="302"/>
                  </a:lnTo>
                  <a:lnTo>
                    <a:pt x="10" y="302"/>
                  </a:lnTo>
                  <a:lnTo>
                    <a:pt x="11" y="281"/>
                  </a:lnTo>
                  <a:lnTo>
                    <a:pt x="13" y="261"/>
                  </a:lnTo>
                  <a:lnTo>
                    <a:pt x="18" y="221"/>
                  </a:lnTo>
                  <a:lnTo>
                    <a:pt x="24" y="181"/>
                  </a:lnTo>
                  <a:lnTo>
                    <a:pt x="31" y="140"/>
                  </a:lnTo>
                  <a:lnTo>
                    <a:pt x="31" y="140"/>
                  </a:lnTo>
                  <a:lnTo>
                    <a:pt x="35" y="102"/>
                  </a:lnTo>
                  <a:lnTo>
                    <a:pt x="37" y="83"/>
                  </a:lnTo>
                  <a:lnTo>
                    <a:pt x="40" y="64"/>
                  </a:lnTo>
                  <a:lnTo>
                    <a:pt x="40" y="64"/>
                  </a:lnTo>
                  <a:lnTo>
                    <a:pt x="43" y="49"/>
                  </a:lnTo>
                  <a:lnTo>
                    <a:pt x="48" y="34"/>
                  </a:lnTo>
                  <a:lnTo>
                    <a:pt x="52" y="20"/>
                  </a:lnTo>
                  <a:lnTo>
                    <a:pt x="53" y="1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2"/>
                  </a:lnTo>
                  <a:lnTo>
                    <a:pt x="53" y="1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8" y="0"/>
                  </a:lnTo>
                  <a:lnTo>
                    <a:pt x="46" y="1"/>
                  </a:lnTo>
                  <a:lnTo>
                    <a:pt x="45" y="2"/>
                  </a:lnTo>
                  <a:lnTo>
                    <a:pt x="45" y="4"/>
                  </a:lnTo>
                  <a:lnTo>
                    <a:pt x="4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39" name="Freeform 274"/>
            <p:cNvSpPr/>
            <p:nvPr/>
          </p:nvSpPr>
          <p:spPr bwMode="auto">
            <a:xfrm>
              <a:off x="2579688" y="2598738"/>
              <a:ext cx="15875" cy="155575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8" y="40"/>
                </a:cxn>
                <a:cxn ang="0">
                  <a:pos x="16" y="75"/>
                </a:cxn>
                <a:cxn ang="0">
                  <a:pos x="12" y="110"/>
                </a:cxn>
                <a:cxn ang="0">
                  <a:pos x="8" y="146"/>
                </a:cxn>
                <a:cxn ang="0">
                  <a:pos x="8" y="146"/>
                </a:cxn>
                <a:cxn ang="0">
                  <a:pos x="6" y="164"/>
                </a:cxn>
                <a:cxn ang="0">
                  <a:pos x="6" y="181"/>
                </a:cxn>
                <a:cxn ang="0">
                  <a:pos x="5" y="217"/>
                </a:cxn>
                <a:cxn ang="0">
                  <a:pos x="4" y="252"/>
                </a:cxn>
                <a:cxn ang="0">
                  <a:pos x="3" y="269"/>
                </a:cxn>
                <a:cxn ang="0">
                  <a:pos x="0" y="287"/>
                </a:cxn>
                <a:cxn ang="0">
                  <a:pos x="0" y="287"/>
                </a:cxn>
                <a:cxn ang="0">
                  <a:pos x="0" y="289"/>
                </a:cxn>
                <a:cxn ang="0">
                  <a:pos x="1" y="291"/>
                </a:cxn>
                <a:cxn ang="0">
                  <a:pos x="4" y="293"/>
                </a:cxn>
                <a:cxn ang="0">
                  <a:pos x="5" y="293"/>
                </a:cxn>
                <a:cxn ang="0">
                  <a:pos x="7" y="293"/>
                </a:cxn>
                <a:cxn ang="0">
                  <a:pos x="8" y="292"/>
                </a:cxn>
                <a:cxn ang="0">
                  <a:pos x="9" y="290"/>
                </a:cxn>
                <a:cxn ang="0">
                  <a:pos x="9" y="290"/>
                </a:cxn>
                <a:cxn ang="0">
                  <a:pos x="11" y="274"/>
                </a:cxn>
                <a:cxn ang="0">
                  <a:pos x="13" y="258"/>
                </a:cxn>
                <a:cxn ang="0">
                  <a:pos x="16" y="226"/>
                </a:cxn>
                <a:cxn ang="0">
                  <a:pos x="16" y="194"/>
                </a:cxn>
                <a:cxn ang="0">
                  <a:pos x="16" y="162"/>
                </a:cxn>
                <a:cxn ang="0">
                  <a:pos x="16" y="162"/>
                </a:cxn>
                <a:cxn ang="0">
                  <a:pos x="17" y="143"/>
                </a:cxn>
                <a:cxn ang="0">
                  <a:pos x="19" y="125"/>
                </a:cxn>
                <a:cxn ang="0">
                  <a:pos x="22" y="106"/>
                </a:cxn>
                <a:cxn ang="0">
                  <a:pos x="24" y="87"/>
                </a:cxn>
                <a:cxn ang="0">
                  <a:pos x="24" y="87"/>
                </a:cxn>
                <a:cxn ang="0">
                  <a:pos x="27" y="46"/>
                </a:cxn>
                <a:cxn ang="0">
                  <a:pos x="28" y="4"/>
                </a:cxn>
                <a:cxn ang="0">
                  <a:pos x="28" y="4"/>
                </a:cxn>
              </a:cxnLst>
              <a:rect l="0" t="0" r="r" b="b"/>
              <a:pathLst>
                <a:path w="28" h="293">
                  <a:moveTo>
                    <a:pt x="28" y="4"/>
                  </a:move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8" y="40"/>
                  </a:lnTo>
                  <a:lnTo>
                    <a:pt x="16" y="75"/>
                  </a:lnTo>
                  <a:lnTo>
                    <a:pt x="12" y="110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6" y="164"/>
                  </a:lnTo>
                  <a:lnTo>
                    <a:pt x="6" y="181"/>
                  </a:lnTo>
                  <a:lnTo>
                    <a:pt x="5" y="217"/>
                  </a:lnTo>
                  <a:lnTo>
                    <a:pt x="4" y="252"/>
                  </a:lnTo>
                  <a:lnTo>
                    <a:pt x="3" y="269"/>
                  </a:lnTo>
                  <a:lnTo>
                    <a:pt x="0" y="287"/>
                  </a:lnTo>
                  <a:lnTo>
                    <a:pt x="0" y="287"/>
                  </a:lnTo>
                  <a:lnTo>
                    <a:pt x="0" y="289"/>
                  </a:lnTo>
                  <a:lnTo>
                    <a:pt x="1" y="291"/>
                  </a:lnTo>
                  <a:lnTo>
                    <a:pt x="4" y="293"/>
                  </a:lnTo>
                  <a:lnTo>
                    <a:pt x="5" y="293"/>
                  </a:lnTo>
                  <a:lnTo>
                    <a:pt x="7" y="293"/>
                  </a:lnTo>
                  <a:lnTo>
                    <a:pt x="8" y="292"/>
                  </a:lnTo>
                  <a:lnTo>
                    <a:pt x="9" y="290"/>
                  </a:lnTo>
                  <a:lnTo>
                    <a:pt x="9" y="290"/>
                  </a:lnTo>
                  <a:lnTo>
                    <a:pt x="11" y="274"/>
                  </a:lnTo>
                  <a:lnTo>
                    <a:pt x="13" y="258"/>
                  </a:lnTo>
                  <a:lnTo>
                    <a:pt x="16" y="226"/>
                  </a:lnTo>
                  <a:lnTo>
                    <a:pt x="16" y="194"/>
                  </a:lnTo>
                  <a:lnTo>
                    <a:pt x="16" y="162"/>
                  </a:lnTo>
                  <a:lnTo>
                    <a:pt x="16" y="162"/>
                  </a:lnTo>
                  <a:lnTo>
                    <a:pt x="17" y="143"/>
                  </a:lnTo>
                  <a:lnTo>
                    <a:pt x="19" y="125"/>
                  </a:lnTo>
                  <a:lnTo>
                    <a:pt x="22" y="106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7" y="46"/>
                  </a:lnTo>
                  <a:lnTo>
                    <a:pt x="28" y="4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0" name="Freeform 275"/>
            <p:cNvSpPr/>
            <p:nvPr/>
          </p:nvSpPr>
          <p:spPr bwMode="auto">
            <a:xfrm>
              <a:off x="2609850" y="2592388"/>
              <a:ext cx="25400" cy="158750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23"/>
                </a:cxn>
                <a:cxn ang="0">
                  <a:pos x="36" y="42"/>
                </a:cxn>
                <a:cxn ang="0">
                  <a:pos x="32" y="78"/>
                </a:cxn>
                <a:cxn ang="0">
                  <a:pos x="26" y="114"/>
                </a:cxn>
                <a:cxn ang="0">
                  <a:pos x="18" y="150"/>
                </a:cxn>
                <a:cxn ang="0">
                  <a:pos x="12" y="186"/>
                </a:cxn>
                <a:cxn ang="0">
                  <a:pos x="6" y="222"/>
                </a:cxn>
                <a:cxn ang="0">
                  <a:pos x="2" y="258"/>
                </a:cxn>
                <a:cxn ang="0">
                  <a:pos x="1" y="277"/>
                </a:cxn>
                <a:cxn ang="0">
                  <a:pos x="0" y="296"/>
                </a:cxn>
                <a:cxn ang="0">
                  <a:pos x="0" y="296"/>
                </a:cxn>
                <a:cxn ang="0">
                  <a:pos x="0" y="298"/>
                </a:cxn>
                <a:cxn ang="0">
                  <a:pos x="1" y="299"/>
                </a:cxn>
                <a:cxn ang="0">
                  <a:pos x="3" y="300"/>
                </a:cxn>
                <a:cxn ang="0">
                  <a:pos x="4" y="300"/>
                </a:cxn>
                <a:cxn ang="0">
                  <a:pos x="6" y="300"/>
                </a:cxn>
                <a:cxn ang="0">
                  <a:pos x="8" y="299"/>
                </a:cxn>
                <a:cxn ang="0">
                  <a:pos x="9" y="298"/>
                </a:cxn>
                <a:cxn ang="0">
                  <a:pos x="9" y="296"/>
                </a:cxn>
                <a:cxn ang="0">
                  <a:pos x="9" y="296"/>
                </a:cxn>
                <a:cxn ang="0">
                  <a:pos x="10" y="277"/>
                </a:cxn>
                <a:cxn ang="0">
                  <a:pos x="11" y="258"/>
                </a:cxn>
                <a:cxn ang="0">
                  <a:pos x="15" y="222"/>
                </a:cxn>
                <a:cxn ang="0">
                  <a:pos x="22" y="186"/>
                </a:cxn>
                <a:cxn ang="0">
                  <a:pos x="29" y="150"/>
                </a:cxn>
                <a:cxn ang="0">
                  <a:pos x="35" y="114"/>
                </a:cxn>
                <a:cxn ang="0">
                  <a:pos x="41" y="78"/>
                </a:cxn>
                <a:cxn ang="0">
                  <a:pos x="45" y="42"/>
                </a:cxn>
                <a:cxn ang="0">
                  <a:pos x="46" y="23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300">
                  <a:moveTo>
                    <a:pt x="38" y="4"/>
                  </a:moveTo>
                  <a:lnTo>
                    <a:pt x="38" y="4"/>
                  </a:lnTo>
                  <a:lnTo>
                    <a:pt x="37" y="23"/>
                  </a:lnTo>
                  <a:lnTo>
                    <a:pt x="36" y="42"/>
                  </a:lnTo>
                  <a:lnTo>
                    <a:pt x="32" y="78"/>
                  </a:lnTo>
                  <a:lnTo>
                    <a:pt x="26" y="114"/>
                  </a:lnTo>
                  <a:lnTo>
                    <a:pt x="18" y="150"/>
                  </a:lnTo>
                  <a:lnTo>
                    <a:pt x="12" y="186"/>
                  </a:lnTo>
                  <a:lnTo>
                    <a:pt x="6" y="222"/>
                  </a:lnTo>
                  <a:lnTo>
                    <a:pt x="2" y="258"/>
                  </a:lnTo>
                  <a:lnTo>
                    <a:pt x="1" y="277"/>
                  </a:lnTo>
                  <a:lnTo>
                    <a:pt x="0" y="296"/>
                  </a:lnTo>
                  <a:lnTo>
                    <a:pt x="0" y="296"/>
                  </a:lnTo>
                  <a:lnTo>
                    <a:pt x="0" y="298"/>
                  </a:lnTo>
                  <a:lnTo>
                    <a:pt x="1" y="299"/>
                  </a:lnTo>
                  <a:lnTo>
                    <a:pt x="3" y="300"/>
                  </a:lnTo>
                  <a:lnTo>
                    <a:pt x="4" y="300"/>
                  </a:lnTo>
                  <a:lnTo>
                    <a:pt x="6" y="300"/>
                  </a:lnTo>
                  <a:lnTo>
                    <a:pt x="8" y="299"/>
                  </a:lnTo>
                  <a:lnTo>
                    <a:pt x="9" y="298"/>
                  </a:lnTo>
                  <a:lnTo>
                    <a:pt x="9" y="296"/>
                  </a:lnTo>
                  <a:lnTo>
                    <a:pt x="9" y="296"/>
                  </a:lnTo>
                  <a:lnTo>
                    <a:pt x="10" y="277"/>
                  </a:lnTo>
                  <a:lnTo>
                    <a:pt x="11" y="258"/>
                  </a:lnTo>
                  <a:lnTo>
                    <a:pt x="15" y="222"/>
                  </a:lnTo>
                  <a:lnTo>
                    <a:pt x="22" y="186"/>
                  </a:lnTo>
                  <a:lnTo>
                    <a:pt x="29" y="150"/>
                  </a:lnTo>
                  <a:lnTo>
                    <a:pt x="35" y="114"/>
                  </a:lnTo>
                  <a:lnTo>
                    <a:pt x="41" y="78"/>
                  </a:lnTo>
                  <a:lnTo>
                    <a:pt x="45" y="42"/>
                  </a:lnTo>
                  <a:lnTo>
                    <a:pt x="46" y="23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1" name="Freeform 276"/>
            <p:cNvSpPr/>
            <p:nvPr/>
          </p:nvSpPr>
          <p:spPr bwMode="auto">
            <a:xfrm>
              <a:off x="2649538" y="2581275"/>
              <a:ext cx="22225" cy="206375"/>
            </a:xfrm>
            <a:custGeom>
              <a:avLst/>
              <a:gdLst/>
              <a:ahLst/>
              <a:cxnLst>
                <a:cxn ang="0">
                  <a:pos x="34" y="5"/>
                </a:cxn>
                <a:cxn ang="0">
                  <a:pos x="34" y="5"/>
                </a:cxn>
                <a:cxn ang="0">
                  <a:pos x="33" y="25"/>
                </a:cxn>
                <a:cxn ang="0">
                  <a:pos x="30" y="47"/>
                </a:cxn>
                <a:cxn ang="0">
                  <a:pos x="24" y="89"/>
                </a:cxn>
                <a:cxn ang="0">
                  <a:pos x="19" y="133"/>
                </a:cxn>
                <a:cxn ang="0">
                  <a:pos x="17" y="154"/>
                </a:cxn>
                <a:cxn ang="0">
                  <a:pos x="16" y="175"/>
                </a:cxn>
                <a:cxn ang="0">
                  <a:pos x="16" y="175"/>
                </a:cxn>
                <a:cxn ang="0">
                  <a:pos x="15" y="191"/>
                </a:cxn>
                <a:cxn ang="0">
                  <a:pos x="14" y="207"/>
                </a:cxn>
                <a:cxn ang="0">
                  <a:pos x="11" y="239"/>
                </a:cxn>
                <a:cxn ang="0">
                  <a:pos x="11" y="239"/>
                </a:cxn>
                <a:cxn ang="0">
                  <a:pos x="6" y="290"/>
                </a:cxn>
                <a:cxn ang="0">
                  <a:pos x="2" y="340"/>
                </a:cxn>
                <a:cxn ang="0">
                  <a:pos x="2" y="340"/>
                </a:cxn>
                <a:cxn ang="0">
                  <a:pos x="1" y="351"/>
                </a:cxn>
                <a:cxn ang="0">
                  <a:pos x="0" y="365"/>
                </a:cxn>
                <a:cxn ang="0">
                  <a:pos x="0" y="372"/>
                </a:cxn>
                <a:cxn ang="0">
                  <a:pos x="0" y="380"/>
                </a:cxn>
                <a:cxn ang="0">
                  <a:pos x="2" y="385"/>
                </a:cxn>
                <a:cxn ang="0">
                  <a:pos x="3" y="387"/>
                </a:cxn>
                <a:cxn ang="0">
                  <a:pos x="5" y="388"/>
                </a:cxn>
                <a:cxn ang="0">
                  <a:pos x="5" y="388"/>
                </a:cxn>
                <a:cxn ang="0">
                  <a:pos x="7" y="388"/>
                </a:cxn>
                <a:cxn ang="0">
                  <a:pos x="8" y="388"/>
                </a:cxn>
                <a:cxn ang="0">
                  <a:pos x="11" y="387"/>
                </a:cxn>
                <a:cxn ang="0">
                  <a:pos x="12" y="386"/>
                </a:cxn>
                <a:cxn ang="0">
                  <a:pos x="13" y="384"/>
                </a:cxn>
                <a:cxn ang="0">
                  <a:pos x="13" y="383"/>
                </a:cxn>
                <a:cxn ang="0">
                  <a:pos x="12" y="381"/>
                </a:cxn>
                <a:cxn ang="0">
                  <a:pos x="10" y="380"/>
                </a:cxn>
                <a:cxn ang="0">
                  <a:pos x="10" y="380"/>
                </a:cxn>
                <a:cxn ang="0">
                  <a:pos x="12" y="380"/>
                </a:cxn>
                <a:cxn ang="0">
                  <a:pos x="12" y="380"/>
                </a:cxn>
                <a:cxn ang="0">
                  <a:pos x="11" y="375"/>
                </a:cxn>
                <a:cxn ang="0">
                  <a:pos x="11" y="375"/>
                </a:cxn>
                <a:cxn ang="0">
                  <a:pos x="12" y="362"/>
                </a:cxn>
                <a:cxn ang="0">
                  <a:pos x="12" y="362"/>
                </a:cxn>
                <a:cxn ang="0">
                  <a:pos x="14" y="324"/>
                </a:cxn>
                <a:cxn ang="0">
                  <a:pos x="14" y="324"/>
                </a:cxn>
                <a:cxn ang="0">
                  <a:pos x="21" y="226"/>
                </a:cxn>
                <a:cxn ang="0">
                  <a:pos x="21" y="226"/>
                </a:cxn>
                <a:cxn ang="0">
                  <a:pos x="23" y="197"/>
                </a:cxn>
                <a:cxn ang="0">
                  <a:pos x="26" y="168"/>
                </a:cxn>
                <a:cxn ang="0">
                  <a:pos x="26" y="168"/>
                </a:cxn>
                <a:cxn ang="0">
                  <a:pos x="30" y="127"/>
                </a:cxn>
                <a:cxn ang="0">
                  <a:pos x="33" y="86"/>
                </a:cxn>
                <a:cxn ang="0">
                  <a:pos x="33" y="86"/>
                </a:cxn>
                <a:cxn ang="0">
                  <a:pos x="36" y="66"/>
                </a:cxn>
                <a:cxn ang="0">
                  <a:pos x="39" y="45"/>
                </a:cxn>
                <a:cxn ang="0">
                  <a:pos x="42" y="25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1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7" y="1"/>
                </a:cxn>
                <a:cxn ang="0">
                  <a:pos x="36" y="1"/>
                </a:cxn>
                <a:cxn ang="0">
                  <a:pos x="34" y="3"/>
                </a:cxn>
                <a:cxn ang="0">
                  <a:pos x="34" y="5"/>
                </a:cxn>
                <a:cxn ang="0">
                  <a:pos x="34" y="5"/>
                </a:cxn>
              </a:cxnLst>
              <a:rect l="0" t="0" r="r" b="b"/>
              <a:pathLst>
                <a:path w="44" h="388">
                  <a:moveTo>
                    <a:pt x="34" y="5"/>
                  </a:moveTo>
                  <a:lnTo>
                    <a:pt x="34" y="5"/>
                  </a:lnTo>
                  <a:lnTo>
                    <a:pt x="33" y="25"/>
                  </a:lnTo>
                  <a:lnTo>
                    <a:pt x="30" y="47"/>
                  </a:lnTo>
                  <a:lnTo>
                    <a:pt x="24" y="89"/>
                  </a:lnTo>
                  <a:lnTo>
                    <a:pt x="19" y="133"/>
                  </a:lnTo>
                  <a:lnTo>
                    <a:pt x="17" y="154"/>
                  </a:lnTo>
                  <a:lnTo>
                    <a:pt x="16" y="175"/>
                  </a:lnTo>
                  <a:lnTo>
                    <a:pt x="16" y="175"/>
                  </a:lnTo>
                  <a:lnTo>
                    <a:pt x="15" y="191"/>
                  </a:lnTo>
                  <a:lnTo>
                    <a:pt x="14" y="207"/>
                  </a:lnTo>
                  <a:lnTo>
                    <a:pt x="11" y="239"/>
                  </a:lnTo>
                  <a:lnTo>
                    <a:pt x="11" y="239"/>
                  </a:lnTo>
                  <a:lnTo>
                    <a:pt x="6" y="290"/>
                  </a:lnTo>
                  <a:lnTo>
                    <a:pt x="2" y="340"/>
                  </a:lnTo>
                  <a:lnTo>
                    <a:pt x="2" y="340"/>
                  </a:lnTo>
                  <a:lnTo>
                    <a:pt x="1" y="351"/>
                  </a:lnTo>
                  <a:lnTo>
                    <a:pt x="0" y="365"/>
                  </a:lnTo>
                  <a:lnTo>
                    <a:pt x="0" y="372"/>
                  </a:lnTo>
                  <a:lnTo>
                    <a:pt x="0" y="380"/>
                  </a:lnTo>
                  <a:lnTo>
                    <a:pt x="2" y="385"/>
                  </a:lnTo>
                  <a:lnTo>
                    <a:pt x="3" y="387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7" y="388"/>
                  </a:lnTo>
                  <a:lnTo>
                    <a:pt x="8" y="388"/>
                  </a:lnTo>
                  <a:lnTo>
                    <a:pt x="11" y="387"/>
                  </a:lnTo>
                  <a:lnTo>
                    <a:pt x="12" y="386"/>
                  </a:lnTo>
                  <a:lnTo>
                    <a:pt x="13" y="384"/>
                  </a:lnTo>
                  <a:lnTo>
                    <a:pt x="13" y="383"/>
                  </a:lnTo>
                  <a:lnTo>
                    <a:pt x="12" y="381"/>
                  </a:lnTo>
                  <a:lnTo>
                    <a:pt x="10" y="380"/>
                  </a:lnTo>
                  <a:lnTo>
                    <a:pt x="10" y="380"/>
                  </a:lnTo>
                  <a:lnTo>
                    <a:pt x="12" y="380"/>
                  </a:lnTo>
                  <a:lnTo>
                    <a:pt x="12" y="380"/>
                  </a:lnTo>
                  <a:lnTo>
                    <a:pt x="11" y="375"/>
                  </a:lnTo>
                  <a:lnTo>
                    <a:pt x="11" y="375"/>
                  </a:lnTo>
                  <a:lnTo>
                    <a:pt x="12" y="362"/>
                  </a:lnTo>
                  <a:lnTo>
                    <a:pt x="12" y="362"/>
                  </a:lnTo>
                  <a:lnTo>
                    <a:pt x="14" y="324"/>
                  </a:lnTo>
                  <a:lnTo>
                    <a:pt x="14" y="324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3" y="197"/>
                  </a:lnTo>
                  <a:lnTo>
                    <a:pt x="26" y="168"/>
                  </a:lnTo>
                  <a:lnTo>
                    <a:pt x="26" y="168"/>
                  </a:lnTo>
                  <a:lnTo>
                    <a:pt x="30" y="127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36" y="66"/>
                  </a:lnTo>
                  <a:lnTo>
                    <a:pt x="39" y="45"/>
                  </a:lnTo>
                  <a:lnTo>
                    <a:pt x="42" y="25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4" y="3"/>
                  </a:lnTo>
                  <a:lnTo>
                    <a:pt x="34" y="5"/>
                  </a:lnTo>
                  <a:lnTo>
                    <a:pt x="3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2" name="Freeform 277"/>
            <p:cNvSpPr/>
            <p:nvPr/>
          </p:nvSpPr>
          <p:spPr bwMode="auto">
            <a:xfrm>
              <a:off x="2687638" y="2544763"/>
              <a:ext cx="20638" cy="236538"/>
            </a:xfrm>
            <a:custGeom>
              <a:avLst/>
              <a:gdLst/>
              <a:ahLst/>
              <a:cxnLst>
                <a:cxn ang="0">
                  <a:pos x="31" y="5"/>
                </a:cxn>
                <a:cxn ang="0">
                  <a:pos x="31" y="5"/>
                </a:cxn>
                <a:cxn ang="0">
                  <a:pos x="29" y="58"/>
                </a:cxn>
                <a:cxn ang="0">
                  <a:pos x="26" y="113"/>
                </a:cxn>
                <a:cxn ang="0">
                  <a:pos x="23" y="167"/>
                </a:cxn>
                <a:cxn ang="0">
                  <a:pos x="18" y="219"/>
                </a:cxn>
                <a:cxn ang="0">
                  <a:pos x="18" y="219"/>
                </a:cxn>
                <a:cxn ang="0">
                  <a:pos x="13" y="275"/>
                </a:cxn>
                <a:cxn ang="0">
                  <a:pos x="7" y="330"/>
                </a:cxn>
                <a:cxn ang="0">
                  <a:pos x="2" y="386"/>
                </a:cxn>
                <a:cxn ang="0">
                  <a:pos x="0" y="414"/>
                </a:cxn>
                <a:cxn ang="0">
                  <a:pos x="0" y="441"/>
                </a:cxn>
                <a:cxn ang="0">
                  <a:pos x="0" y="441"/>
                </a:cxn>
                <a:cxn ang="0">
                  <a:pos x="0" y="444"/>
                </a:cxn>
                <a:cxn ang="0">
                  <a:pos x="1" y="445"/>
                </a:cxn>
                <a:cxn ang="0">
                  <a:pos x="3" y="446"/>
                </a:cxn>
                <a:cxn ang="0">
                  <a:pos x="4" y="446"/>
                </a:cxn>
                <a:cxn ang="0">
                  <a:pos x="6" y="446"/>
                </a:cxn>
                <a:cxn ang="0">
                  <a:pos x="7" y="445"/>
                </a:cxn>
                <a:cxn ang="0">
                  <a:pos x="8" y="444"/>
                </a:cxn>
                <a:cxn ang="0">
                  <a:pos x="9" y="441"/>
                </a:cxn>
                <a:cxn ang="0">
                  <a:pos x="9" y="441"/>
                </a:cxn>
                <a:cxn ang="0">
                  <a:pos x="10" y="414"/>
                </a:cxn>
                <a:cxn ang="0">
                  <a:pos x="11" y="386"/>
                </a:cxn>
                <a:cxn ang="0">
                  <a:pos x="16" y="330"/>
                </a:cxn>
                <a:cxn ang="0">
                  <a:pos x="22" y="275"/>
                </a:cxn>
                <a:cxn ang="0">
                  <a:pos x="27" y="219"/>
                </a:cxn>
                <a:cxn ang="0">
                  <a:pos x="27" y="219"/>
                </a:cxn>
                <a:cxn ang="0">
                  <a:pos x="33" y="167"/>
                </a:cxn>
                <a:cxn ang="0">
                  <a:pos x="37" y="113"/>
                </a:cxn>
                <a:cxn ang="0">
                  <a:pos x="39" y="59"/>
                </a:cxn>
                <a:cxn ang="0">
                  <a:pos x="40" y="5"/>
                </a:cxn>
                <a:cxn ang="0">
                  <a:pos x="40" y="5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1" y="5"/>
                </a:cxn>
                <a:cxn ang="0">
                  <a:pos x="31" y="5"/>
                </a:cxn>
              </a:cxnLst>
              <a:rect l="0" t="0" r="r" b="b"/>
              <a:pathLst>
                <a:path w="40" h="446">
                  <a:moveTo>
                    <a:pt x="31" y="5"/>
                  </a:moveTo>
                  <a:lnTo>
                    <a:pt x="31" y="5"/>
                  </a:lnTo>
                  <a:lnTo>
                    <a:pt x="29" y="58"/>
                  </a:lnTo>
                  <a:lnTo>
                    <a:pt x="26" y="113"/>
                  </a:lnTo>
                  <a:lnTo>
                    <a:pt x="23" y="167"/>
                  </a:lnTo>
                  <a:lnTo>
                    <a:pt x="18" y="219"/>
                  </a:lnTo>
                  <a:lnTo>
                    <a:pt x="18" y="219"/>
                  </a:lnTo>
                  <a:lnTo>
                    <a:pt x="13" y="275"/>
                  </a:lnTo>
                  <a:lnTo>
                    <a:pt x="7" y="330"/>
                  </a:lnTo>
                  <a:lnTo>
                    <a:pt x="2" y="386"/>
                  </a:lnTo>
                  <a:lnTo>
                    <a:pt x="0" y="414"/>
                  </a:lnTo>
                  <a:lnTo>
                    <a:pt x="0" y="441"/>
                  </a:lnTo>
                  <a:lnTo>
                    <a:pt x="0" y="441"/>
                  </a:lnTo>
                  <a:lnTo>
                    <a:pt x="0" y="444"/>
                  </a:lnTo>
                  <a:lnTo>
                    <a:pt x="1" y="445"/>
                  </a:lnTo>
                  <a:lnTo>
                    <a:pt x="3" y="446"/>
                  </a:lnTo>
                  <a:lnTo>
                    <a:pt x="4" y="446"/>
                  </a:lnTo>
                  <a:lnTo>
                    <a:pt x="6" y="446"/>
                  </a:lnTo>
                  <a:lnTo>
                    <a:pt x="7" y="445"/>
                  </a:lnTo>
                  <a:lnTo>
                    <a:pt x="8" y="444"/>
                  </a:lnTo>
                  <a:lnTo>
                    <a:pt x="9" y="441"/>
                  </a:lnTo>
                  <a:lnTo>
                    <a:pt x="9" y="441"/>
                  </a:lnTo>
                  <a:lnTo>
                    <a:pt x="10" y="414"/>
                  </a:lnTo>
                  <a:lnTo>
                    <a:pt x="11" y="386"/>
                  </a:lnTo>
                  <a:lnTo>
                    <a:pt x="16" y="330"/>
                  </a:lnTo>
                  <a:lnTo>
                    <a:pt x="22" y="275"/>
                  </a:lnTo>
                  <a:lnTo>
                    <a:pt x="27" y="219"/>
                  </a:lnTo>
                  <a:lnTo>
                    <a:pt x="27" y="219"/>
                  </a:lnTo>
                  <a:lnTo>
                    <a:pt x="33" y="167"/>
                  </a:lnTo>
                  <a:lnTo>
                    <a:pt x="37" y="113"/>
                  </a:lnTo>
                  <a:lnTo>
                    <a:pt x="39" y="59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1" y="5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3" name="Freeform 278"/>
            <p:cNvSpPr/>
            <p:nvPr/>
          </p:nvSpPr>
          <p:spPr bwMode="auto">
            <a:xfrm>
              <a:off x="2714625" y="2535238"/>
              <a:ext cx="17463" cy="265113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20" y="34"/>
                </a:cxn>
                <a:cxn ang="0">
                  <a:pos x="21" y="64"/>
                </a:cxn>
                <a:cxn ang="0">
                  <a:pos x="23" y="125"/>
                </a:cxn>
                <a:cxn ang="0">
                  <a:pos x="24" y="155"/>
                </a:cxn>
                <a:cxn ang="0">
                  <a:pos x="24" y="185"/>
                </a:cxn>
                <a:cxn ang="0">
                  <a:pos x="23" y="215"/>
                </a:cxn>
                <a:cxn ang="0">
                  <a:pos x="20" y="245"/>
                </a:cxn>
                <a:cxn ang="0">
                  <a:pos x="20" y="245"/>
                </a:cxn>
                <a:cxn ang="0">
                  <a:pos x="13" y="306"/>
                </a:cxn>
                <a:cxn ang="0">
                  <a:pos x="9" y="335"/>
                </a:cxn>
                <a:cxn ang="0">
                  <a:pos x="7" y="366"/>
                </a:cxn>
                <a:cxn ang="0">
                  <a:pos x="7" y="366"/>
                </a:cxn>
                <a:cxn ang="0">
                  <a:pos x="3" y="427"/>
                </a:cxn>
                <a:cxn ang="0">
                  <a:pos x="1" y="458"/>
                </a:cxn>
                <a:cxn ang="0">
                  <a:pos x="0" y="489"/>
                </a:cxn>
                <a:cxn ang="0">
                  <a:pos x="0" y="489"/>
                </a:cxn>
                <a:cxn ang="0">
                  <a:pos x="0" y="490"/>
                </a:cxn>
                <a:cxn ang="0">
                  <a:pos x="0" y="497"/>
                </a:cxn>
                <a:cxn ang="0">
                  <a:pos x="0" y="497"/>
                </a:cxn>
                <a:cxn ang="0">
                  <a:pos x="0" y="499"/>
                </a:cxn>
                <a:cxn ang="0">
                  <a:pos x="1" y="501"/>
                </a:cxn>
                <a:cxn ang="0">
                  <a:pos x="3" y="502"/>
                </a:cxn>
                <a:cxn ang="0">
                  <a:pos x="4" y="502"/>
                </a:cxn>
                <a:cxn ang="0">
                  <a:pos x="6" y="502"/>
                </a:cxn>
                <a:cxn ang="0">
                  <a:pos x="7" y="501"/>
                </a:cxn>
                <a:cxn ang="0">
                  <a:pos x="8" y="499"/>
                </a:cxn>
                <a:cxn ang="0">
                  <a:pos x="9" y="497"/>
                </a:cxn>
                <a:cxn ang="0">
                  <a:pos x="9" y="497"/>
                </a:cxn>
                <a:cxn ang="0">
                  <a:pos x="10" y="467"/>
                </a:cxn>
                <a:cxn ang="0">
                  <a:pos x="13" y="436"/>
                </a:cxn>
                <a:cxn ang="0">
                  <a:pos x="15" y="406"/>
                </a:cxn>
                <a:cxn ang="0">
                  <a:pos x="17" y="376"/>
                </a:cxn>
                <a:cxn ang="0">
                  <a:pos x="17" y="376"/>
                </a:cxn>
                <a:cxn ang="0">
                  <a:pos x="18" y="345"/>
                </a:cxn>
                <a:cxn ang="0">
                  <a:pos x="21" y="314"/>
                </a:cxn>
                <a:cxn ang="0">
                  <a:pos x="29" y="253"/>
                </a:cxn>
                <a:cxn ang="0">
                  <a:pos x="29" y="253"/>
                </a:cxn>
                <a:cxn ang="0">
                  <a:pos x="32" y="222"/>
                </a:cxn>
                <a:cxn ang="0">
                  <a:pos x="33" y="191"/>
                </a:cxn>
                <a:cxn ang="0">
                  <a:pos x="33" y="160"/>
                </a:cxn>
                <a:cxn ang="0">
                  <a:pos x="32" y="129"/>
                </a:cxn>
                <a:cxn ang="0">
                  <a:pos x="30" y="67"/>
                </a:cxn>
                <a:cxn ang="0">
                  <a:pos x="29" y="35"/>
                </a:cxn>
                <a:cxn ang="0">
                  <a:pos x="28" y="4"/>
                </a:cxn>
                <a:cxn ang="0">
                  <a:pos x="28" y="4"/>
                </a:cxn>
              </a:cxnLst>
              <a:rect l="0" t="0" r="r" b="b"/>
              <a:pathLst>
                <a:path w="33" h="502">
                  <a:moveTo>
                    <a:pt x="28" y="4"/>
                  </a:move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20" y="34"/>
                  </a:lnTo>
                  <a:lnTo>
                    <a:pt x="21" y="64"/>
                  </a:lnTo>
                  <a:lnTo>
                    <a:pt x="23" y="125"/>
                  </a:lnTo>
                  <a:lnTo>
                    <a:pt x="24" y="155"/>
                  </a:lnTo>
                  <a:lnTo>
                    <a:pt x="24" y="185"/>
                  </a:lnTo>
                  <a:lnTo>
                    <a:pt x="23" y="215"/>
                  </a:lnTo>
                  <a:lnTo>
                    <a:pt x="20" y="245"/>
                  </a:lnTo>
                  <a:lnTo>
                    <a:pt x="20" y="245"/>
                  </a:lnTo>
                  <a:lnTo>
                    <a:pt x="13" y="306"/>
                  </a:lnTo>
                  <a:lnTo>
                    <a:pt x="9" y="335"/>
                  </a:lnTo>
                  <a:lnTo>
                    <a:pt x="7" y="366"/>
                  </a:lnTo>
                  <a:lnTo>
                    <a:pt x="7" y="366"/>
                  </a:lnTo>
                  <a:lnTo>
                    <a:pt x="3" y="427"/>
                  </a:lnTo>
                  <a:lnTo>
                    <a:pt x="1" y="458"/>
                  </a:lnTo>
                  <a:lnTo>
                    <a:pt x="0" y="489"/>
                  </a:lnTo>
                  <a:lnTo>
                    <a:pt x="0" y="489"/>
                  </a:lnTo>
                  <a:lnTo>
                    <a:pt x="0" y="490"/>
                  </a:lnTo>
                  <a:lnTo>
                    <a:pt x="0" y="497"/>
                  </a:lnTo>
                  <a:lnTo>
                    <a:pt x="0" y="497"/>
                  </a:lnTo>
                  <a:lnTo>
                    <a:pt x="0" y="499"/>
                  </a:lnTo>
                  <a:lnTo>
                    <a:pt x="1" y="501"/>
                  </a:lnTo>
                  <a:lnTo>
                    <a:pt x="3" y="502"/>
                  </a:lnTo>
                  <a:lnTo>
                    <a:pt x="4" y="502"/>
                  </a:lnTo>
                  <a:lnTo>
                    <a:pt x="6" y="502"/>
                  </a:lnTo>
                  <a:lnTo>
                    <a:pt x="7" y="501"/>
                  </a:lnTo>
                  <a:lnTo>
                    <a:pt x="8" y="499"/>
                  </a:lnTo>
                  <a:lnTo>
                    <a:pt x="9" y="497"/>
                  </a:lnTo>
                  <a:lnTo>
                    <a:pt x="9" y="497"/>
                  </a:lnTo>
                  <a:lnTo>
                    <a:pt x="10" y="467"/>
                  </a:lnTo>
                  <a:lnTo>
                    <a:pt x="13" y="436"/>
                  </a:lnTo>
                  <a:lnTo>
                    <a:pt x="15" y="406"/>
                  </a:lnTo>
                  <a:lnTo>
                    <a:pt x="17" y="376"/>
                  </a:lnTo>
                  <a:lnTo>
                    <a:pt x="17" y="376"/>
                  </a:lnTo>
                  <a:lnTo>
                    <a:pt x="18" y="345"/>
                  </a:lnTo>
                  <a:lnTo>
                    <a:pt x="21" y="314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32" y="222"/>
                  </a:lnTo>
                  <a:lnTo>
                    <a:pt x="33" y="191"/>
                  </a:lnTo>
                  <a:lnTo>
                    <a:pt x="33" y="160"/>
                  </a:lnTo>
                  <a:lnTo>
                    <a:pt x="32" y="129"/>
                  </a:lnTo>
                  <a:lnTo>
                    <a:pt x="30" y="67"/>
                  </a:lnTo>
                  <a:lnTo>
                    <a:pt x="29" y="35"/>
                  </a:lnTo>
                  <a:lnTo>
                    <a:pt x="28" y="4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4" name="Freeform 279"/>
            <p:cNvSpPr/>
            <p:nvPr/>
          </p:nvSpPr>
          <p:spPr bwMode="auto">
            <a:xfrm>
              <a:off x="2744788" y="2547938"/>
              <a:ext cx="19050" cy="252413"/>
            </a:xfrm>
            <a:custGeom>
              <a:avLst/>
              <a:gdLst/>
              <a:ahLst/>
              <a:cxnLst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5" y="5"/>
                </a:cxn>
                <a:cxn ang="0">
                  <a:pos x="25" y="5"/>
                </a:cxn>
                <a:cxn ang="0">
                  <a:pos x="26" y="64"/>
                </a:cxn>
                <a:cxn ang="0">
                  <a:pos x="27" y="123"/>
                </a:cxn>
                <a:cxn ang="0">
                  <a:pos x="27" y="123"/>
                </a:cxn>
                <a:cxn ang="0">
                  <a:pos x="25" y="151"/>
                </a:cxn>
                <a:cxn ang="0">
                  <a:pos x="23" y="180"/>
                </a:cxn>
                <a:cxn ang="0">
                  <a:pos x="16" y="238"/>
                </a:cxn>
                <a:cxn ang="0">
                  <a:pos x="16" y="238"/>
                </a:cxn>
                <a:cxn ang="0">
                  <a:pos x="6" y="355"/>
                </a:cxn>
                <a:cxn ang="0">
                  <a:pos x="2" y="414"/>
                </a:cxn>
                <a:cxn ang="0">
                  <a:pos x="0" y="443"/>
                </a:cxn>
                <a:cxn ang="0">
                  <a:pos x="0" y="472"/>
                </a:cxn>
                <a:cxn ang="0">
                  <a:pos x="0" y="472"/>
                </a:cxn>
                <a:cxn ang="0">
                  <a:pos x="0" y="474"/>
                </a:cxn>
                <a:cxn ang="0">
                  <a:pos x="1" y="476"/>
                </a:cxn>
                <a:cxn ang="0">
                  <a:pos x="3" y="477"/>
                </a:cxn>
                <a:cxn ang="0">
                  <a:pos x="4" y="477"/>
                </a:cxn>
                <a:cxn ang="0">
                  <a:pos x="6" y="477"/>
                </a:cxn>
                <a:cxn ang="0">
                  <a:pos x="7" y="476"/>
                </a:cxn>
                <a:cxn ang="0">
                  <a:pos x="9" y="474"/>
                </a:cxn>
                <a:cxn ang="0">
                  <a:pos x="9" y="472"/>
                </a:cxn>
                <a:cxn ang="0">
                  <a:pos x="9" y="472"/>
                </a:cxn>
                <a:cxn ang="0">
                  <a:pos x="9" y="443"/>
                </a:cxn>
                <a:cxn ang="0">
                  <a:pos x="11" y="414"/>
                </a:cxn>
                <a:cxn ang="0">
                  <a:pos x="15" y="355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32" y="180"/>
                </a:cxn>
                <a:cxn ang="0">
                  <a:pos x="35" y="151"/>
                </a:cxn>
                <a:cxn ang="0">
                  <a:pos x="36" y="123"/>
                </a:cxn>
                <a:cxn ang="0">
                  <a:pos x="36" y="123"/>
                </a:cxn>
                <a:cxn ang="0">
                  <a:pos x="36" y="93"/>
                </a:cxn>
                <a:cxn ang="0">
                  <a:pos x="35" y="64"/>
                </a:cxn>
                <a:cxn ang="0">
                  <a:pos x="34" y="5"/>
                </a:cxn>
                <a:cxn ang="0">
                  <a:pos x="34" y="5"/>
                </a:cxn>
              </a:cxnLst>
              <a:rect l="0" t="0" r="r" b="b"/>
              <a:pathLst>
                <a:path w="36" h="477">
                  <a:moveTo>
                    <a:pt x="34" y="5"/>
                  </a:move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26" y="64"/>
                  </a:lnTo>
                  <a:lnTo>
                    <a:pt x="27" y="123"/>
                  </a:lnTo>
                  <a:lnTo>
                    <a:pt x="27" y="123"/>
                  </a:lnTo>
                  <a:lnTo>
                    <a:pt x="25" y="151"/>
                  </a:lnTo>
                  <a:lnTo>
                    <a:pt x="23" y="180"/>
                  </a:lnTo>
                  <a:lnTo>
                    <a:pt x="16" y="238"/>
                  </a:lnTo>
                  <a:lnTo>
                    <a:pt x="16" y="238"/>
                  </a:lnTo>
                  <a:lnTo>
                    <a:pt x="6" y="355"/>
                  </a:lnTo>
                  <a:lnTo>
                    <a:pt x="2" y="414"/>
                  </a:lnTo>
                  <a:lnTo>
                    <a:pt x="0" y="443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74"/>
                  </a:lnTo>
                  <a:lnTo>
                    <a:pt x="1" y="476"/>
                  </a:lnTo>
                  <a:lnTo>
                    <a:pt x="3" y="477"/>
                  </a:lnTo>
                  <a:lnTo>
                    <a:pt x="4" y="477"/>
                  </a:lnTo>
                  <a:lnTo>
                    <a:pt x="6" y="477"/>
                  </a:lnTo>
                  <a:lnTo>
                    <a:pt x="7" y="476"/>
                  </a:lnTo>
                  <a:lnTo>
                    <a:pt x="9" y="474"/>
                  </a:lnTo>
                  <a:lnTo>
                    <a:pt x="9" y="472"/>
                  </a:lnTo>
                  <a:lnTo>
                    <a:pt x="9" y="472"/>
                  </a:lnTo>
                  <a:lnTo>
                    <a:pt x="9" y="443"/>
                  </a:lnTo>
                  <a:lnTo>
                    <a:pt x="11" y="414"/>
                  </a:lnTo>
                  <a:lnTo>
                    <a:pt x="15" y="355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32" y="180"/>
                  </a:lnTo>
                  <a:lnTo>
                    <a:pt x="35" y="151"/>
                  </a:lnTo>
                  <a:lnTo>
                    <a:pt x="36" y="123"/>
                  </a:lnTo>
                  <a:lnTo>
                    <a:pt x="36" y="123"/>
                  </a:lnTo>
                  <a:lnTo>
                    <a:pt x="36" y="93"/>
                  </a:lnTo>
                  <a:lnTo>
                    <a:pt x="35" y="64"/>
                  </a:lnTo>
                  <a:lnTo>
                    <a:pt x="34" y="5"/>
                  </a:lnTo>
                  <a:lnTo>
                    <a:pt x="3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5" name="Freeform 280"/>
            <p:cNvSpPr/>
            <p:nvPr/>
          </p:nvSpPr>
          <p:spPr bwMode="auto">
            <a:xfrm>
              <a:off x="2774950" y="2544763"/>
              <a:ext cx="25400" cy="242888"/>
            </a:xfrm>
            <a:custGeom>
              <a:avLst/>
              <a:gdLst/>
              <a:ahLst/>
              <a:cxnLst>
                <a:cxn ang="0">
                  <a:pos x="47" y="5"/>
                </a:cxn>
                <a:cxn ang="0">
                  <a:pos x="47" y="5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0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8" y="60"/>
                </a:cxn>
                <a:cxn ang="0">
                  <a:pos x="39" y="116"/>
                </a:cxn>
                <a:cxn ang="0">
                  <a:pos x="39" y="144"/>
                </a:cxn>
                <a:cxn ang="0">
                  <a:pos x="39" y="172"/>
                </a:cxn>
                <a:cxn ang="0">
                  <a:pos x="37" y="200"/>
                </a:cxn>
                <a:cxn ang="0">
                  <a:pos x="35" y="228"/>
                </a:cxn>
                <a:cxn ang="0">
                  <a:pos x="35" y="228"/>
                </a:cxn>
                <a:cxn ang="0">
                  <a:pos x="27" y="291"/>
                </a:cxn>
                <a:cxn ang="0">
                  <a:pos x="21" y="322"/>
                </a:cxn>
                <a:cxn ang="0">
                  <a:pos x="16" y="353"/>
                </a:cxn>
                <a:cxn ang="0">
                  <a:pos x="16" y="353"/>
                </a:cxn>
                <a:cxn ang="0">
                  <a:pos x="7" y="395"/>
                </a:cxn>
                <a:cxn ang="0">
                  <a:pos x="3" y="417"/>
                </a:cxn>
                <a:cxn ang="0">
                  <a:pos x="1" y="438"/>
                </a:cxn>
                <a:cxn ang="0">
                  <a:pos x="1" y="438"/>
                </a:cxn>
                <a:cxn ang="0">
                  <a:pos x="0" y="441"/>
                </a:cxn>
                <a:cxn ang="0">
                  <a:pos x="0" y="454"/>
                </a:cxn>
                <a:cxn ang="0">
                  <a:pos x="0" y="454"/>
                </a:cxn>
                <a:cxn ang="0">
                  <a:pos x="0" y="456"/>
                </a:cxn>
                <a:cxn ang="0">
                  <a:pos x="1" y="457"/>
                </a:cxn>
                <a:cxn ang="0">
                  <a:pos x="3" y="458"/>
                </a:cxn>
                <a:cxn ang="0">
                  <a:pos x="4" y="458"/>
                </a:cxn>
                <a:cxn ang="0">
                  <a:pos x="6" y="458"/>
                </a:cxn>
                <a:cxn ang="0">
                  <a:pos x="8" y="457"/>
                </a:cxn>
                <a:cxn ang="0">
                  <a:pos x="9" y="456"/>
                </a:cxn>
                <a:cxn ang="0">
                  <a:pos x="9" y="454"/>
                </a:cxn>
                <a:cxn ang="0">
                  <a:pos x="9" y="454"/>
                </a:cxn>
                <a:cxn ang="0">
                  <a:pos x="10" y="440"/>
                </a:cxn>
                <a:cxn ang="0">
                  <a:pos x="11" y="426"/>
                </a:cxn>
                <a:cxn ang="0">
                  <a:pos x="15" y="399"/>
                </a:cxn>
                <a:cxn ang="0">
                  <a:pos x="27" y="345"/>
                </a:cxn>
                <a:cxn ang="0">
                  <a:pos x="27" y="345"/>
                </a:cxn>
                <a:cxn ang="0">
                  <a:pos x="32" y="319"/>
                </a:cxn>
                <a:cxn ang="0">
                  <a:pos x="36" y="292"/>
                </a:cxn>
                <a:cxn ang="0">
                  <a:pos x="43" y="237"/>
                </a:cxn>
                <a:cxn ang="0">
                  <a:pos x="43" y="237"/>
                </a:cxn>
                <a:cxn ang="0">
                  <a:pos x="46" y="208"/>
                </a:cxn>
                <a:cxn ang="0">
                  <a:pos x="47" y="179"/>
                </a:cxn>
                <a:cxn ang="0">
                  <a:pos x="48" y="150"/>
                </a:cxn>
                <a:cxn ang="0">
                  <a:pos x="48" y="121"/>
                </a:cxn>
                <a:cxn ang="0">
                  <a:pos x="48" y="63"/>
                </a:cxn>
                <a:cxn ang="0">
                  <a:pos x="47" y="5"/>
                </a:cxn>
                <a:cxn ang="0">
                  <a:pos x="47" y="5"/>
                </a:cxn>
              </a:cxnLst>
              <a:rect l="0" t="0" r="r" b="b"/>
              <a:pathLst>
                <a:path w="48" h="458">
                  <a:moveTo>
                    <a:pt x="47" y="5"/>
                  </a:moveTo>
                  <a:lnTo>
                    <a:pt x="47" y="5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0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8" y="60"/>
                  </a:lnTo>
                  <a:lnTo>
                    <a:pt x="39" y="116"/>
                  </a:lnTo>
                  <a:lnTo>
                    <a:pt x="39" y="144"/>
                  </a:lnTo>
                  <a:lnTo>
                    <a:pt x="39" y="172"/>
                  </a:lnTo>
                  <a:lnTo>
                    <a:pt x="37" y="200"/>
                  </a:lnTo>
                  <a:lnTo>
                    <a:pt x="35" y="228"/>
                  </a:lnTo>
                  <a:lnTo>
                    <a:pt x="35" y="228"/>
                  </a:lnTo>
                  <a:lnTo>
                    <a:pt x="27" y="291"/>
                  </a:lnTo>
                  <a:lnTo>
                    <a:pt x="21" y="322"/>
                  </a:lnTo>
                  <a:lnTo>
                    <a:pt x="16" y="353"/>
                  </a:lnTo>
                  <a:lnTo>
                    <a:pt x="16" y="353"/>
                  </a:lnTo>
                  <a:lnTo>
                    <a:pt x="7" y="395"/>
                  </a:lnTo>
                  <a:lnTo>
                    <a:pt x="3" y="417"/>
                  </a:lnTo>
                  <a:lnTo>
                    <a:pt x="1" y="438"/>
                  </a:lnTo>
                  <a:lnTo>
                    <a:pt x="1" y="438"/>
                  </a:lnTo>
                  <a:lnTo>
                    <a:pt x="0" y="441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0" y="456"/>
                  </a:lnTo>
                  <a:lnTo>
                    <a:pt x="1" y="457"/>
                  </a:lnTo>
                  <a:lnTo>
                    <a:pt x="3" y="458"/>
                  </a:lnTo>
                  <a:lnTo>
                    <a:pt x="4" y="458"/>
                  </a:lnTo>
                  <a:lnTo>
                    <a:pt x="6" y="458"/>
                  </a:lnTo>
                  <a:lnTo>
                    <a:pt x="8" y="457"/>
                  </a:lnTo>
                  <a:lnTo>
                    <a:pt x="9" y="456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10" y="440"/>
                  </a:lnTo>
                  <a:lnTo>
                    <a:pt x="11" y="426"/>
                  </a:lnTo>
                  <a:lnTo>
                    <a:pt x="15" y="399"/>
                  </a:lnTo>
                  <a:lnTo>
                    <a:pt x="27" y="345"/>
                  </a:lnTo>
                  <a:lnTo>
                    <a:pt x="27" y="345"/>
                  </a:lnTo>
                  <a:lnTo>
                    <a:pt x="32" y="319"/>
                  </a:lnTo>
                  <a:lnTo>
                    <a:pt x="36" y="292"/>
                  </a:lnTo>
                  <a:lnTo>
                    <a:pt x="43" y="237"/>
                  </a:lnTo>
                  <a:lnTo>
                    <a:pt x="43" y="237"/>
                  </a:lnTo>
                  <a:lnTo>
                    <a:pt x="46" y="208"/>
                  </a:lnTo>
                  <a:lnTo>
                    <a:pt x="47" y="179"/>
                  </a:lnTo>
                  <a:lnTo>
                    <a:pt x="48" y="150"/>
                  </a:lnTo>
                  <a:lnTo>
                    <a:pt x="48" y="121"/>
                  </a:lnTo>
                  <a:lnTo>
                    <a:pt x="48" y="63"/>
                  </a:lnTo>
                  <a:lnTo>
                    <a:pt x="47" y="5"/>
                  </a:lnTo>
                  <a:lnTo>
                    <a:pt x="47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6" name="Freeform 281"/>
            <p:cNvSpPr/>
            <p:nvPr/>
          </p:nvSpPr>
          <p:spPr bwMode="auto">
            <a:xfrm>
              <a:off x="2808288" y="2571750"/>
              <a:ext cx="20638" cy="20955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50"/>
                </a:cxn>
                <a:cxn ang="0">
                  <a:pos x="30" y="95"/>
                </a:cxn>
                <a:cxn ang="0">
                  <a:pos x="30" y="95"/>
                </a:cxn>
                <a:cxn ang="0">
                  <a:pos x="28" y="121"/>
                </a:cxn>
                <a:cxn ang="0">
                  <a:pos x="24" y="147"/>
                </a:cxn>
                <a:cxn ang="0">
                  <a:pos x="20" y="171"/>
                </a:cxn>
                <a:cxn ang="0">
                  <a:pos x="17" y="197"/>
                </a:cxn>
                <a:cxn ang="0">
                  <a:pos x="17" y="197"/>
                </a:cxn>
                <a:cxn ang="0">
                  <a:pos x="6" y="293"/>
                </a:cxn>
                <a:cxn ang="0">
                  <a:pos x="2" y="342"/>
                </a:cxn>
                <a:cxn ang="0">
                  <a:pos x="0" y="366"/>
                </a:cxn>
                <a:cxn ang="0">
                  <a:pos x="0" y="390"/>
                </a:cxn>
                <a:cxn ang="0">
                  <a:pos x="0" y="390"/>
                </a:cxn>
                <a:cxn ang="0">
                  <a:pos x="0" y="393"/>
                </a:cxn>
                <a:cxn ang="0">
                  <a:pos x="1" y="394"/>
                </a:cxn>
                <a:cxn ang="0">
                  <a:pos x="3" y="395"/>
                </a:cxn>
                <a:cxn ang="0">
                  <a:pos x="5" y="395"/>
                </a:cxn>
                <a:cxn ang="0">
                  <a:pos x="6" y="395"/>
                </a:cxn>
                <a:cxn ang="0">
                  <a:pos x="8" y="394"/>
                </a:cxn>
                <a:cxn ang="0">
                  <a:pos x="9" y="393"/>
                </a:cxn>
                <a:cxn ang="0">
                  <a:pos x="9" y="390"/>
                </a:cxn>
                <a:cxn ang="0">
                  <a:pos x="9" y="390"/>
                </a:cxn>
                <a:cxn ang="0">
                  <a:pos x="10" y="366"/>
                </a:cxn>
                <a:cxn ang="0">
                  <a:pos x="11" y="342"/>
                </a:cxn>
                <a:cxn ang="0">
                  <a:pos x="15" y="293"/>
                </a:cxn>
                <a:cxn ang="0">
                  <a:pos x="21" y="24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30" y="174"/>
                </a:cxn>
                <a:cxn ang="0">
                  <a:pos x="33" y="151"/>
                </a:cxn>
                <a:cxn ang="0">
                  <a:pos x="36" y="127"/>
                </a:cxn>
                <a:cxn ang="0">
                  <a:pos x="39" y="103"/>
                </a:cxn>
                <a:cxn ang="0">
                  <a:pos x="39" y="103"/>
                </a:cxn>
                <a:cxn ang="0">
                  <a:pos x="40" y="79"/>
                </a:cxn>
                <a:cxn ang="0">
                  <a:pos x="41" y="54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395">
                  <a:moveTo>
                    <a:pt x="32" y="4"/>
                  </a:moveTo>
                  <a:lnTo>
                    <a:pt x="32" y="4"/>
                  </a:lnTo>
                  <a:lnTo>
                    <a:pt x="31" y="50"/>
                  </a:lnTo>
                  <a:lnTo>
                    <a:pt x="30" y="95"/>
                  </a:lnTo>
                  <a:lnTo>
                    <a:pt x="30" y="95"/>
                  </a:lnTo>
                  <a:lnTo>
                    <a:pt x="28" y="121"/>
                  </a:lnTo>
                  <a:lnTo>
                    <a:pt x="24" y="147"/>
                  </a:lnTo>
                  <a:lnTo>
                    <a:pt x="20" y="171"/>
                  </a:lnTo>
                  <a:lnTo>
                    <a:pt x="17" y="197"/>
                  </a:lnTo>
                  <a:lnTo>
                    <a:pt x="17" y="197"/>
                  </a:lnTo>
                  <a:lnTo>
                    <a:pt x="6" y="293"/>
                  </a:lnTo>
                  <a:lnTo>
                    <a:pt x="2" y="342"/>
                  </a:lnTo>
                  <a:lnTo>
                    <a:pt x="0" y="366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393"/>
                  </a:lnTo>
                  <a:lnTo>
                    <a:pt x="1" y="394"/>
                  </a:lnTo>
                  <a:lnTo>
                    <a:pt x="3" y="395"/>
                  </a:lnTo>
                  <a:lnTo>
                    <a:pt x="5" y="395"/>
                  </a:lnTo>
                  <a:lnTo>
                    <a:pt x="6" y="395"/>
                  </a:lnTo>
                  <a:lnTo>
                    <a:pt x="8" y="394"/>
                  </a:lnTo>
                  <a:lnTo>
                    <a:pt x="9" y="393"/>
                  </a:lnTo>
                  <a:lnTo>
                    <a:pt x="9" y="390"/>
                  </a:lnTo>
                  <a:lnTo>
                    <a:pt x="9" y="390"/>
                  </a:lnTo>
                  <a:lnTo>
                    <a:pt x="10" y="366"/>
                  </a:lnTo>
                  <a:lnTo>
                    <a:pt x="11" y="342"/>
                  </a:lnTo>
                  <a:lnTo>
                    <a:pt x="15" y="293"/>
                  </a:lnTo>
                  <a:lnTo>
                    <a:pt x="21" y="24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30" y="174"/>
                  </a:lnTo>
                  <a:lnTo>
                    <a:pt x="33" y="151"/>
                  </a:lnTo>
                  <a:lnTo>
                    <a:pt x="36" y="127"/>
                  </a:lnTo>
                  <a:lnTo>
                    <a:pt x="39" y="103"/>
                  </a:lnTo>
                  <a:lnTo>
                    <a:pt x="39" y="103"/>
                  </a:lnTo>
                  <a:lnTo>
                    <a:pt x="40" y="79"/>
                  </a:lnTo>
                  <a:lnTo>
                    <a:pt x="41" y="5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7" name="Freeform 282"/>
            <p:cNvSpPr/>
            <p:nvPr/>
          </p:nvSpPr>
          <p:spPr bwMode="auto">
            <a:xfrm>
              <a:off x="2847975" y="2592388"/>
              <a:ext cx="14288" cy="144463"/>
            </a:xfrm>
            <a:custGeom>
              <a:avLst/>
              <a:gdLst/>
              <a:ahLst/>
              <a:cxnLst>
                <a:cxn ang="0">
                  <a:pos x="20" y="4"/>
                </a:cxn>
                <a:cxn ang="0">
                  <a:pos x="20" y="4"/>
                </a:cxn>
                <a:cxn ang="0">
                  <a:pos x="19" y="18"/>
                </a:cxn>
                <a:cxn ang="0">
                  <a:pos x="17" y="31"/>
                </a:cxn>
                <a:cxn ang="0">
                  <a:pos x="15" y="44"/>
                </a:cxn>
                <a:cxn ang="0">
                  <a:pos x="14" y="57"/>
                </a:cxn>
                <a:cxn ang="0">
                  <a:pos x="14" y="133"/>
                </a:cxn>
                <a:cxn ang="0">
                  <a:pos x="14" y="133"/>
                </a:cxn>
                <a:cxn ang="0">
                  <a:pos x="13" y="151"/>
                </a:cxn>
                <a:cxn ang="0">
                  <a:pos x="12" y="168"/>
                </a:cxn>
                <a:cxn ang="0">
                  <a:pos x="7" y="202"/>
                </a:cxn>
                <a:cxn ang="0">
                  <a:pos x="3" y="236"/>
                </a:cxn>
                <a:cxn ang="0">
                  <a:pos x="1" y="253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1" y="272"/>
                </a:cxn>
                <a:cxn ang="0">
                  <a:pos x="2" y="273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7" y="274"/>
                </a:cxn>
                <a:cxn ang="0">
                  <a:pos x="8" y="273"/>
                </a:cxn>
                <a:cxn ang="0">
                  <a:pos x="9" y="272"/>
                </a:cxn>
                <a:cxn ang="0">
                  <a:pos x="10" y="270"/>
                </a:cxn>
                <a:cxn ang="0">
                  <a:pos x="10" y="270"/>
                </a:cxn>
                <a:cxn ang="0">
                  <a:pos x="10" y="253"/>
                </a:cxn>
                <a:cxn ang="0">
                  <a:pos x="13" y="236"/>
                </a:cxn>
                <a:cxn ang="0">
                  <a:pos x="17" y="202"/>
                </a:cxn>
                <a:cxn ang="0">
                  <a:pos x="21" y="168"/>
                </a:cxn>
                <a:cxn ang="0">
                  <a:pos x="22" y="151"/>
                </a:cxn>
                <a:cxn ang="0">
                  <a:pos x="23" y="133"/>
                </a:cxn>
                <a:cxn ang="0">
                  <a:pos x="23" y="57"/>
                </a:cxn>
                <a:cxn ang="0">
                  <a:pos x="23" y="57"/>
                </a:cxn>
                <a:cxn ang="0">
                  <a:pos x="24" y="44"/>
                </a:cxn>
                <a:cxn ang="0">
                  <a:pos x="26" y="31"/>
                </a:cxn>
                <a:cxn ang="0">
                  <a:pos x="28" y="18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2"/>
                </a:cxn>
                <a:cxn ang="0">
                  <a:pos x="28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20" y="4"/>
                </a:cxn>
                <a:cxn ang="0">
                  <a:pos x="20" y="4"/>
                </a:cxn>
              </a:cxnLst>
              <a:rect l="0" t="0" r="r" b="b"/>
              <a:pathLst>
                <a:path w="29" h="275">
                  <a:moveTo>
                    <a:pt x="20" y="4"/>
                  </a:moveTo>
                  <a:lnTo>
                    <a:pt x="20" y="4"/>
                  </a:lnTo>
                  <a:lnTo>
                    <a:pt x="19" y="18"/>
                  </a:lnTo>
                  <a:lnTo>
                    <a:pt x="17" y="31"/>
                  </a:lnTo>
                  <a:lnTo>
                    <a:pt x="15" y="44"/>
                  </a:lnTo>
                  <a:lnTo>
                    <a:pt x="14" y="57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3" y="151"/>
                  </a:lnTo>
                  <a:lnTo>
                    <a:pt x="12" y="168"/>
                  </a:lnTo>
                  <a:lnTo>
                    <a:pt x="7" y="202"/>
                  </a:lnTo>
                  <a:lnTo>
                    <a:pt x="3" y="236"/>
                  </a:lnTo>
                  <a:lnTo>
                    <a:pt x="1" y="253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1" y="272"/>
                  </a:lnTo>
                  <a:lnTo>
                    <a:pt x="2" y="273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7" y="274"/>
                  </a:lnTo>
                  <a:lnTo>
                    <a:pt x="8" y="273"/>
                  </a:lnTo>
                  <a:lnTo>
                    <a:pt x="9" y="272"/>
                  </a:lnTo>
                  <a:lnTo>
                    <a:pt x="10" y="270"/>
                  </a:lnTo>
                  <a:lnTo>
                    <a:pt x="10" y="270"/>
                  </a:lnTo>
                  <a:lnTo>
                    <a:pt x="10" y="253"/>
                  </a:lnTo>
                  <a:lnTo>
                    <a:pt x="13" y="236"/>
                  </a:lnTo>
                  <a:lnTo>
                    <a:pt x="17" y="202"/>
                  </a:lnTo>
                  <a:lnTo>
                    <a:pt x="21" y="168"/>
                  </a:lnTo>
                  <a:lnTo>
                    <a:pt x="22" y="151"/>
                  </a:lnTo>
                  <a:lnTo>
                    <a:pt x="23" y="133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4" y="44"/>
                  </a:lnTo>
                  <a:lnTo>
                    <a:pt x="26" y="31"/>
                  </a:lnTo>
                  <a:lnTo>
                    <a:pt x="28" y="18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8" name="Freeform 283"/>
            <p:cNvSpPr/>
            <p:nvPr/>
          </p:nvSpPr>
          <p:spPr bwMode="auto">
            <a:xfrm>
              <a:off x="2874963" y="2625725"/>
              <a:ext cx="14288" cy="101600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9" y="2"/>
                </a:cxn>
                <a:cxn ang="0">
                  <a:pos x="28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9" y="4"/>
                </a:cxn>
                <a:cxn ang="0">
                  <a:pos x="19" y="4"/>
                </a:cxn>
                <a:cxn ang="0">
                  <a:pos x="19" y="51"/>
                </a:cxn>
                <a:cxn ang="0">
                  <a:pos x="19" y="74"/>
                </a:cxn>
                <a:cxn ang="0">
                  <a:pos x="18" y="96"/>
                </a:cxn>
                <a:cxn ang="0">
                  <a:pos x="16" y="120"/>
                </a:cxn>
                <a:cxn ang="0">
                  <a:pos x="12" y="142"/>
                </a:cxn>
                <a:cxn ang="0">
                  <a:pos x="8" y="164"/>
                </a:cxn>
                <a:cxn ang="0">
                  <a:pos x="1" y="187"/>
                </a:cxn>
                <a:cxn ang="0">
                  <a:pos x="1" y="187"/>
                </a:cxn>
                <a:cxn ang="0">
                  <a:pos x="0" y="188"/>
                </a:cxn>
                <a:cxn ang="0">
                  <a:pos x="1" y="190"/>
                </a:cxn>
                <a:cxn ang="0">
                  <a:pos x="2" y="191"/>
                </a:cxn>
                <a:cxn ang="0">
                  <a:pos x="3" y="192"/>
                </a:cxn>
                <a:cxn ang="0">
                  <a:pos x="7" y="192"/>
                </a:cxn>
                <a:cxn ang="0">
                  <a:pos x="8" y="191"/>
                </a:cxn>
                <a:cxn ang="0">
                  <a:pos x="9" y="189"/>
                </a:cxn>
                <a:cxn ang="0">
                  <a:pos x="9" y="189"/>
                </a:cxn>
                <a:cxn ang="0">
                  <a:pos x="16" y="167"/>
                </a:cxn>
                <a:cxn ang="0">
                  <a:pos x="23" y="144"/>
                </a:cxn>
                <a:cxn ang="0">
                  <a:pos x="26" y="121"/>
                </a:cxn>
                <a:cxn ang="0">
                  <a:pos x="28" y="98"/>
                </a:cxn>
                <a:cxn ang="0">
                  <a:pos x="29" y="75"/>
                </a:cxn>
                <a:cxn ang="0">
                  <a:pos x="29" y="52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29" h="192">
                  <a:moveTo>
                    <a:pt x="29" y="4"/>
                  </a:moveTo>
                  <a:lnTo>
                    <a:pt x="29" y="4"/>
                  </a:lnTo>
                  <a:lnTo>
                    <a:pt x="29" y="2"/>
                  </a:lnTo>
                  <a:lnTo>
                    <a:pt x="28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51"/>
                  </a:lnTo>
                  <a:lnTo>
                    <a:pt x="19" y="74"/>
                  </a:lnTo>
                  <a:lnTo>
                    <a:pt x="18" y="96"/>
                  </a:lnTo>
                  <a:lnTo>
                    <a:pt x="16" y="120"/>
                  </a:lnTo>
                  <a:lnTo>
                    <a:pt x="12" y="142"/>
                  </a:lnTo>
                  <a:lnTo>
                    <a:pt x="8" y="164"/>
                  </a:lnTo>
                  <a:lnTo>
                    <a:pt x="1" y="187"/>
                  </a:lnTo>
                  <a:lnTo>
                    <a:pt x="1" y="187"/>
                  </a:lnTo>
                  <a:lnTo>
                    <a:pt x="0" y="188"/>
                  </a:lnTo>
                  <a:lnTo>
                    <a:pt x="1" y="190"/>
                  </a:lnTo>
                  <a:lnTo>
                    <a:pt x="2" y="191"/>
                  </a:lnTo>
                  <a:lnTo>
                    <a:pt x="3" y="192"/>
                  </a:lnTo>
                  <a:lnTo>
                    <a:pt x="7" y="192"/>
                  </a:lnTo>
                  <a:lnTo>
                    <a:pt x="8" y="191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6" y="167"/>
                  </a:lnTo>
                  <a:lnTo>
                    <a:pt x="23" y="144"/>
                  </a:lnTo>
                  <a:lnTo>
                    <a:pt x="26" y="121"/>
                  </a:lnTo>
                  <a:lnTo>
                    <a:pt x="28" y="98"/>
                  </a:lnTo>
                  <a:lnTo>
                    <a:pt x="29" y="75"/>
                  </a:lnTo>
                  <a:lnTo>
                    <a:pt x="29" y="52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49" name="Freeform 284"/>
            <p:cNvSpPr/>
            <p:nvPr/>
          </p:nvSpPr>
          <p:spPr bwMode="auto">
            <a:xfrm>
              <a:off x="2254250" y="2162175"/>
              <a:ext cx="657225" cy="652463"/>
            </a:xfrm>
            <a:custGeom>
              <a:avLst/>
              <a:gdLst/>
              <a:ahLst/>
              <a:cxnLst>
                <a:cxn ang="0">
                  <a:pos x="794" y="1224"/>
                </a:cxn>
                <a:cxn ang="0">
                  <a:pos x="567" y="1137"/>
                </a:cxn>
                <a:cxn ang="0">
                  <a:pos x="468" y="1063"/>
                </a:cxn>
                <a:cxn ang="0">
                  <a:pos x="325" y="941"/>
                </a:cxn>
                <a:cxn ang="0">
                  <a:pos x="171" y="752"/>
                </a:cxn>
                <a:cxn ang="0">
                  <a:pos x="109" y="650"/>
                </a:cxn>
                <a:cxn ang="0">
                  <a:pos x="52" y="558"/>
                </a:cxn>
                <a:cxn ang="0">
                  <a:pos x="12" y="442"/>
                </a:cxn>
                <a:cxn ang="0">
                  <a:pos x="2" y="323"/>
                </a:cxn>
                <a:cxn ang="0">
                  <a:pos x="45" y="213"/>
                </a:cxn>
                <a:cxn ang="0">
                  <a:pos x="165" y="75"/>
                </a:cxn>
                <a:cxn ang="0">
                  <a:pos x="261" y="10"/>
                </a:cxn>
                <a:cxn ang="0">
                  <a:pos x="280" y="1"/>
                </a:cxn>
                <a:cxn ang="0">
                  <a:pos x="336" y="9"/>
                </a:cxn>
                <a:cxn ang="0">
                  <a:pos x="412" y="44"/>
                </a:cxn>
                <a:cxn ang="0">
                  <a:pos x="470" y="93"/>
                </a:cxn>
                <a:cxn ang="0">
                  <a:pos x="549" y="207"/>
                </a:cxn>
                <a:cxn ang="0">
                  <a:pos x="570" y="271"/>
                </a:cxn>
                <a:cxn ang="0">
                  <a:pos x="583" y="316"/>
                </a:cxn>
                <a:cxn ang="0">
                  <a:pos x="563" y="330"/>
                </a:cxn>
                <a:cxn ang="0">
                  <a:pos x="541" y="302"/>
                </a:cxn>
                <a:cxn ang="0">
                  <a:pos x="522" y="232"/>
                </a:cxn>
                <a:cxn ang="0">
                  <a:pos x="429" y="102"/>
                </a:cxn>
                <a:cxn ang="0">
                  <a:pos x="351" y="54"/>
                </a:cxn>
                <a:cxn ang="0">
                  <a:pos x="283" y="42"/>
                </a:cxn>
                <a:cxn ang="0">
                  <a:pos x="169" y="115"/>
                </a:cxn>
                <a:cxn ang="0">
                  <a:pos x="95" y="197"/>
                </a:cxn>
                <a:cxn ang="0">
                  <a:pos x="52" y="278"/>
                </a:cxn>
                <a:cxn ang="0">
                  <a:pos x="37" y="361"/>
                </a:cxn>
                <a:cxn ang="0">
                  <a:pos x="59" y="479"/>
                </a:cxn>
                <a:cxn ang="0">
                  <a:pos x="113" y="593"/>
                </a:cxn>
                <a:cxn ang="0">
                  <a:pos x="154" y="647"/>
                </a:cxn>
                <a:cxn ang="0">
                  <a:pos x="194" y="713"/>
                </a:cxn>
                <a:cxn ang="0">
                  <a:pos x="265" y="822"/>
                </a:cxn>
                <a:cxn ang="0">
                  <a:pos x="440" y="993"/>
                </a:cxn>
                <a:cxn ang="0">
                  <a:pos x="526" y="1068"/>
                </a:cxn>
                <a:cxn ang="0">
                  <a:pos x="682" y="1151"/>
                </a:cxn>
                <a:cxn ang="0">
                  <a:pos x="831" y="1193"/>
                </a:cxn>
                <a:cxn ang="0">
                  <a:pos x="961" y="1178"/>
                </a:cxn>
                <a:cxn ang="0">
                  <a:pos x="1063" y="1130"/>
                </a:cxn>
                <a:cxn ang="0">
                  <a:pos x="1149" y="1057"/>
                </a:cxn>
                <a:cxn ang="0">
                  <a:pos x="1198" y="1006"/>
                </a:cxn>
                <a:cxn ang="0">
                  <a:pos x="1193" y="930"/>
                </a:cxn>
                <a:cxn ang="0">
                  <a:pos x="1158" y="869"/>
                </a:cxn>
                <a:cxn ang="0">
                  <a:pos x="1126" y="834"/>
                </a:cxn>
                <a:cxn ang="0">
                  <a:pos x="1059" y="783"/>
                </a:cxn>
                <a:cxn ang="0">
                  <a:pos x="892" y="720"/>
                </a:cxn>
                <a:cxn ang="0">
                  <a:pos x="875" y="706"/>
                </a:cxn>
                <a:cxn ang="0">
                  <a:pos x="886" y="684"/>
                </a:cxn>
                <a:cxn ang="0">
                  <a:pos x="923" y="690"/>
                </a:cxn>
                <a:cxn ang="0">
                  <a:pos x="1000" y="705"/>
                </a:cxn>
                <a:cxn ang="0">
                  <a:pos x="1112" y="776"/>
                </a:cxn>
                <a:cxn ang="0">
                  <a:pos x="1192" y="850"/>
                </a:cxn>
                <a:cxn ang="0">
                  <a:pos x="1228" y="925"/>
                </a:cxn>
                <a:cxn ang="0">
                  <a:pos x="1242" y="1015"/>
                </a:cxn>
                <a:cxn ang="0">
                  <a:pos x="1224" y="1029"/>
                </a:cxn>
                <a:cxn ang="0">
                  <a:pos x="1165" y="1095"/>
                </a:cxn>
                <a:cxn ang="0">
                  <a:pos x="1111" y="1141"/>
                </a:cxn>
                <a:cxn ang="0">
                  <a:pos x="1027" y="1191"/>
                </a:cxn>
                <a:cxn ang="0">
                  <a:pos x="858" y="1232"/>
                </a:cxn>
              </a:cxnLst>
              <a:rect l="0" t="0" r="r" b="b"/>
              <a:pathLst>
                <a:path w="1242" h="1232">
                  <a:moveTo>
                    <a:pt x="858" y="1232"/>
                  </a:moveTo>
                  <a:lnTo>
                    <a:pt x="858" y="1232"/>
                  </a:lnTo>
                  <a:lnTo>
                    <a:pt x="841" y="1232"/>
                  </a:lnTo>
                  <a:lnTo>
                    <a:pt x="825" y="1230"/>
                  </a:lnTo>
                  <a:lnTo>
                    <a:pt x="809" y="1227"/>
                  </a:lnTo>
                  <a:lnTo>
                    <a:pt x="794" y="1224"/>
                  </a:lnTo>
                  <a:lnTo>
                    <a:pt x="794" y="1224"/>
                  </a:lnTo>
                  <a:lnTo>
                    <a:pt x="761" y="1216"/>
                  </a:lnTo>
                  <a:lnTo>
                    <a:pt x="728" y="1206"/>
                  </a:lnTo>
                  <a:lnTo>
                    <a:pt x="696" y="1194"/>
                  </a:lnTo>
                  <a:lnTo>
                    <a:pt x="663" y="1182"/>
                  </a:lnTo>
                  <a:lnTo>
                    <a:pt x="630" y="1168"/>
                  </a:lnTo>
                  <a:lnTo>
                    <a:pt x="598" y="1152"/>
                  </a:lnTo>
                  <a:lnTo>
                    <a:pt x="567" y="1137"/>
                  </a:lnTo>
                  <a:lnTo>
                    <a:pt x="538" y="1119"/>
                  </a:lnTo>
                  <a:lnTo>
                    <a:pt x="538" y="1119"/>
                  </a:lnTo>
                  <a:lnTo>
                    <a:pt x="519" y="1107"/>
                  </a:lnTo>
                  <a:lnTo>
                    <a:pt x="501" y="1092"/>
                  </a:lnTo>
                  <a:lnTo>
                    <a:pt x="484" y="1078"/>
                  </a:lnTo>
                  <a:lnTo>
                    <a:pt x="468" y="1063"/>
                  </a:lnTo>
                  <a:lnTo>
                    <a:pt x="468" y="1063"/>
                  </a:lnTo>
                  <a:lnTo>
                    <a:pt x="448" y="1046"/>
                  </a:lnTo>
                  <a:lnTo>
                    <a:pt x="427" y="1028"/>
                  </a:lnTo>
                  <a:lnTo>
                    <a:pt x="427" y="1028"/>
                  </a:lnTo>
                  <a:lnTo>
                    <a:pt x="400" y="1006"/>
                  </a:lnTo>
                  <a:lnTo>
                    <a:pt x="374" y="985"/>
                  </a:lnTo>
                  <a:lnTo>
                    <a:pt x="350" y="963"/>
                  </a:lnTo>
                  <a:lnTo>
                    <a:pt x="325" y="941"/>
                  </a:lnTo>
                  <a:lnTo>
                    <a:pt x="325" y="941"/>
                  </a:lnTo>
                  <a:lnTo>
                    <a:pt x="297" y="913"/>
                  </a:lnTo>
                  <a:lnTo>
                    <a:pt x="270" y="885"/>
                  </a:lnTo>
                  <a:lnTo>
                    <a:pt x="243" y="854"/>
                  </a:lnTo>
                  <a:lnTo>
                    <a:pt x="218" y="822"/>
                  </a:lnTo>
                  <a:lnTo>
                    <a:pt x="194" y="787"/>
                  </a:lnTo>
                  <a:lnTo>
                    <a:pt x="171" y="752"/>
                  </a:lnTo>
                  <a:lnTo>
                    <a:pt x="150" y="715"/>
                  </a:lnTo>
                  <a:lnTo>
                    <a:pt x="130" y="678"/>
                  </a:lnTo>
                  <a:lnTo>
                    <a:pt x="130" y="678"/>
                  </a:lnTo>
                  <a:lnTo>
                    <a:pt x="125" y="671"/>
                  </a:lnTo>
                  <a:lnTo>
                    <a:pt x="120" y="663"/>
                  </a:lnTo>
                  <a:lnTo>
                    <a:pt x="109" y="650"/>
                  </a:lnTo>
                  <a:lnTo>
                    <a:pt x="109" y="650"/>
                  </a:lnTo>
                  <a:lnTo>
                    <a:pt x="98" y="639"/>
                  </a:lnTo>
                  <a:lnTo>
                    <a:pt x="93" y="632"/>
                  </a:lnTo>
                  <a:lnTo>
                    <a:pt x="89" y="626"/>
                  </a:lnTo>
                  <a:lnTo>
                    <a:pt x="89" y="626"/>
                  </a:lnTo>
                  <a:lnTo>
                    <a:pt x="75" y="598"/>
                  </a:lnTo>
                  <a:lnTo>
                    <a:pt x="60" y="573"/>
                  </a:lnTo>
                  <a:lnTo>
                    <a:pt x="52" y="558"/>
                  </a:lnTo>
                  <a:lnTo>
                    <a:pt x="52" y="558"/>
                  </a:lnTo>
                  <a:lnTo>
                    <a:pt x="44" y="544"/>
                  </a:lnTo>
                  <a:lnTo>
                    <a:pt x="38" y="528"/>
                  </a:lnTo>
                  <a:lnTo>
                    <a:pt x="31" y="514"/>
                  </a:lnTo>
                  <a:lnTo>
                    <a:pt x="26" y="498"/>
                  </a:lnTo>
                  <a:lnTo>
                    <a:pt x="17" y="468"/>
                  </a:lnTo>
                  <a:lnTo>
                    <a:pt x="12" y="442"/>
                  </a:lnTo>
                  <a:lnTo>
                    <a:pt x="12" y="442"/>
                  </a:lnTo>
                  <a:lnTo>
                    <a:pt x="5" y="409"/>
                  </a:lnTo>
                  <a:lnTo>
                    <a:pt x="2" y="392"/>
                  </a:lnTo>
                  <a:lnTo>
                    <a:pt x="0" y="374"/>
                  </a:lnTo>
                  <a:lnTo>
                    <a:pt x="0" y="358"/>
                  </a:lnTo>
                  <a:lnTo>
                    <a:pt x="0" y="340"/>
                  </a:lnTo>
                  <a:lnTo>
                    <a:pt x="2" y="323"/>
                  </a:lnTo>
                  <a:lnTo>
                    <a:pt x="6" y="305"/>
                  </a:lnTo>
                  <a:lnTo>
                    <a:pt x="6" y="305"/>
                  </a:lnTo>
                  <a:lnTo>
                    <a:pt x="11" y="289"/>
                  </a:lnTo>
                  <a:lnTo>
                    <a:pt x="16" y="273"/>
                  </a:lnTo>
                  <a:lnTo>
                    <a:pt x="22" y="258"/>
                  </a:lnTo>
                  <a:lnTo>
                    <a:pt x="29" y="243"/>
                  </a:lnTo>
                  <a:lnTo>
                    <a:pt x="45" y="213"/>
                  </a:lnTo>
                  <a:lnTo>
                    <a:pt x="64" y="181"/>
                  </a:lnTo>
                  <a:lnTo>
                    <a:pt x="64" y="181"/>
                  </a:lnTo>
                  <a:lnTo>
                    <a:pt x="80" y="158"/>
                  </a:lnTo>
                  <a:lnTo>
                    <a:pt x="98" y="137"/>
                  </a:lnTo>
                  <a:lnTo>
                    <a:pt x="117" y="115"/>
                  </a:lnTo>
                  <a:lnTo>
                    <a:pt x="140" y="94"/>
                  </a:lnTo>
                  <a:lnTo>
                    <a:pt x="165" y="75"/>
                  </a:lnTo>
                  <a:lnTo>
                    <a:pt x="193" y="55"/>
                  </a:lnTo>
                  <a:lnTo>
                    <a:pt x="224" y="35"/>
                  </a:lnTo>
                  <a:lnTo>
                    <a:pt x="257" y="16"/>
                  </a:lnTo>
                  <a:lnTo>
                    <a:pt x="259" y="15"/>
                  </a:lnTo>
                  <a:lnTo>
                    <a:pt x="260" y="13"/>
                  </a:lnTo>
                  <a:lnTo>
                    <a:pt x="260" y="13"/>
                  </a:lnTo>
                  <a:lnTo>
                    <a:pt x="261" y="10"/>
                  </a:lnTo>
                  <a:lnTo>
                    <a:pt x="264" y="5"/>
                  </a:lnTo>
                  <a:lnTo>
                    <a:pt x="268" y="2"/>
                  </a:lnTo>
                  <a:lnTo>
                    <a:pt x="271" y="1"/>
                  </a:lnTo>
                  <a:lnTo>
                    <a:pt x="274" y="0"/>
                  </a:lnTo>
                  <a:lnTo>
                    <a:pt x="274" y="0"/>
                  </a:lnTo>
                  <a:lnTo>
                    <a:pt x="280" y="1"/>
                  </a:lnTo>
                  <a:lnTo>
                    <a:pt x="280" y="1"/>
                  </a:lnTo>
                  <a:lnTo>
                    <a:pt x="288" y="3"/>
                  </a:lnTo>
                  <a:lnTo>
                    <a:pt x="294" y="4"/>
                  </a:lnTo>
                  <a:lnTo>
                    <a:pt x="308" y="4"/>
                  </a:lnTo>
                  <a:lnTo>
                    <a:pt x="308" y="4"/>
                  </a:lnTo>
                  <a:lnTo>
                    <a:pt x="323" y="5"/>
                  </a:lnTo>
                  <a:lnTo>
                    <a:pt x="330" y="7"/>
                  </a:lnTo>
                  <a:lnTo>
                    <a:pt x="336" y="9"/>
                  </a:lnTo>
                  <a:lnTo>
                    <a:pt x="336" y="9"/>
                  </a:lnTo>
                  <a:lnTo>
                    <a:pt x="351" y="15"/>
                  </a:lnTo>
                  <a:lnTo>
                    <a:pt x="351" y="15"/>
                  </a:lnTo>
                  <a:lnTo>
                    <a:pt x="367" y="21"/>
                  </a:lnTo>
                  <a:lnTo>
                    <a:pt x="385" y="29"/>
                  </a:lnTo>
                  <a:lnTo>
                    <a:pt x="385" y="29"/>
                  </a:lnTo>
                  <a:lnTo>
                    <a:pt x="412" y="44"/>
                  </a:lnTo>
                  <a:lnTo>
                    <a:pt x="424" y="52"/>
                  </a:lnTo>
                  <a:lnTo>
                    <a:pt x="435" y="59"/>
                  </a:lnTo>
                  <a:lnTo>
                    <a:pt x="446" y="67"/>
                  </a:lnTo>
                  <a:lnTo>
                    <a:pt x="455" y="76"/>
                  </a:lnTo>
                  <a:lnTo>
                    <a:pt x="463" y="84"/>
                  </a:lnTo>
                  <a:lnTo>
                    <a:pt x="470" y="93"/>
                  </a:lnTo>
                  <a:lnTo>
                    <a:pt x="470" y="93"/>
                  </a:lnTo>
                  <a:lnTo>
                    <a:pt x="487" y="115"/>
                  </a:lnTo>
                  <a:lnTo>
                    <a:pt x="503" y="138"/>
                  </a:lnTo>
                  <a:lnTo>
                    <a:pt x="533" y="184"/>
                  </a:lnTo>
                  <a:lnTo>
                    <a:pt x="544" y="200"/>
                  </a:lnTo>
                  <a:lnTo>
                    <a:pt x="544" y="200"/>
                  </a:lnTo>
                  <a:lnTo>
                    <a:pt x="549" y="207"/>
                  </a:lnTo>
                  <a:lnTo>
                    <a:pt x="549" y="207"/>
                  </a:lnTo>
                  <a:lnTo>
                    <a:pt x="554" y="214"/>
                  </a:lnTo>
                  <a:lnTo>
                    <a:pt x="559" y="222"/>
                  </a:lnTo>
                  <a:lnTo>
                    <a:pt x="562" y="230"/>
                  </a:lnTo>
                  <a:lnTo>
                    <a:pt x="563" y="238"/>
                  </a:lnTo>
                  <a:lnTo>
                    <a:pt x="563" y="238"/>
                  </a:lnTo>
                  <a:lnTo>
                    <a:pt x="565" y="251"/>
                  </a:lnTo>
                  <a:lnTo>
                    <a:pt x="570" y="271"/>
                  </a:lnTo>
                  <a:lnTo>
                    <a:pt x="575" y="291"/>
                  </a:lnTo>
                  <a:lnTo>
                    <a:pt x="578" y="299"/>
                  </a:lnTo>
                  <a:lnTo>
                    <a:pt x="580" y="304"/>
                  </a:lnTo>
                  <a:lnTo>
                    <a:pt x="580" y="304"/>
                  </a:lnTo>
                  <a:lnTo>
                    <a:pt x="582" y="308"/>
                  </a:lnTo>
                  <a:lnTo>
                    <a:pt x="583" y="312"/>
                  </a:lnTo>
                  <a:lnTo>
                    <a:pt x="583" y="316"/>
                  </a:lnTo>
                  <a:lnTo>
                    <a:pt x="582" y="321"/>
                  </a:lnTo>
                  <a:lnTo>
                    <a:pt x="582" y="321"/>
                  </a:lnTo>
                  <a:lnTo>
                    <a:pt x="579" y="325"/>
                  </a:lnTo>
                  <a:lnTo>
                    <a:pt x="574" y="328"/>
                  </a:lnTo>
                  <a:lnTo>
                    <a:pt x="570" y="330"/>
                  </a:lnTo>
                  <a:lnTo>
                    <a:pt x="563" y="330"/>
                  </a:lnTo>
                  <a:lnTo>
                    <a:pt x="563" y="330"/>
                  </a:lnTo>
                  <a:lnTo>
                    <a:pt x="560" y="330"/>
                  </a:lnTo>
                  <a:lnTo>
                    <a:pt x="556" y="329"/>
                  </a:lnTo>
                  <a:lnTo>
                    <a:pt x="553" y="326"/>
                  </a:lnTo>
                  <a:lnTo>
                    <a:pt x="549" y="322"/>
                  </a:lnTo>
                  <a:lnTo>
                    <a:pt x="549" y="322"/>
                  </a:lnTo>
                  <a:lnTo>
                    <a:pt x="544" y="312"/>
                  </a:lnTo>
                  <a:lnTo>
                    <a:pt x="541" y="302"/>
                  </a:lnTo>
                  <a:lnTo>
                    <a:pt x="539" y="291"/>
                  </a:lnTo>
                  <a:lnTo>
                    <a:pt x="537" y="278"/>
                  </a:lnTo>
                  <a:lnTo>
                    <a:pt x="537" y="278"/>
                  </a:lnTo>
                  <a:lnTo>
                    <a:pt x="534" y="267"/>
                  </a:lnTo>
                  <a:lnTo>
                    <a:pt x="531" y="254"/>
                  </a:lnTo>
                  <a:lnTo>
                    <a:pt x="528" y="243"/>
                  </a:lnTo>
                  <a:lnTo>
                    <a:pt x="522" y="232"/>
                  </a:lnTo>
                  <a:lnTo>
                    <a:pt x="522" y="232"/>
                  </a:lnTo>
                  <a:lnTo>
                    <a:pt x="490" y="183"/>
                  </a:lnTo>
                  <a:lnTo>
                    <a:pt x="459" y="137"/>
                  </a:lnTo>
                  <a:lnTo>
                    <a:pt x="459" y="137"/>
                  </a:lnTo>
                  <a:lnTo>
                    <a:pt x="450" y="124"/>
                  </a:lnTo>
                  <a:lnTo>
                    <a:pt x="439" y="113"/>
                  </a:lnTo>
                  <a:lnTo>
                    <a:pt x="429" y="102"/>
                  </a:lnTo>
                  <a:lnTo>
                    <a:pt x="418" y="91"/>
                  </a:lnTo>
                  <a:lnTo>
                    <a:pt x="405" y="82"/>
                  </a:lnTo>
                  <a:lnTo>
                    <a:pt x="392" y="74"/>
                  </a:lnTo>
                  <a:lnTo>
                    <a:pt x="378" y="66"/>
                  </a:lnTo>
                  <a:lnTo>
                    <a:pt x="365" y="59"/>
                  </a:lnTo>
                  <a:lnTo>
                    <a:pt x="365" y="59"/>
                  </a:lnTo>
                  <a:lnTo>
                    <a:pt x="351" y="54"/>
                  </a:lnTo>
                  <a:lnTo>
                    <a:pt x="337" y="50"/>
                  </a:lnTo>
                  <a:lnTo>
                    <a:pt x="323" y="47"/>
                  </a:lnTo>
                  <a:lnTo>
                    <a:pt x="309" y="45"/>
                  </a:lnTo>
                  <a:lnTo>
                    <a:pt x="309" y="45"/>
                  </a:lnTo>
                  <a:lnTo>
                    <a:pt x="288" y="41"/>
                  </a:lnTo>
                  <a:lnTo>
                    <a:pt x="286" y="41"/>
                  </a:lnTo>
                  <a:lnTo>
                    <a:pt x="283" y="42"/>
                  </a:lnTo>
                  <a:lnTo>
                    <a:pt x="283" y="42"/>
                  </a:lnTo>
                  <a:lnTo>
                    <a:pt x="280" y="44"/>
                  </a:lnTo>
                  <a:lnTo>
                    <a:pt x="280" y="44"/>
                  </a:lnTo>
                  <a:lnTo>
                    <a:pt x="251" y="60"/>
                  </a:lnTo>
                  <a:lnTo>
                    <a:pt x="222" y="77"/>
                  </a:lnTo>
                  <a:lnTo>
                    <a:pt x="195" y="95"/>
                  </a:lnTo>
                  <a:lnTo>
                    <a:pt x="169" y="115"/>
                  </a:lnTo>
                  <a:lnTo>
                    <a:pt x="155" y="125"/>
                  </a:lnTo>
                  <a:lnTo>
                    <a:pt x="144" y="137"/>
                  </a:lnTo>
                  <a:lnTo>
                    <a:pt x="133" y="148"/>
                  </a:lnTo>
                  <a:lnTo>
                    <a:pt x="121" y="159"/>
                  </a:lnTo>
                  <a:lnTo>
                    <a:pt x="112" y="172"/>
                  </a:lnTo>
                  <a:lnTo>
                    <a:pt x="103" y="184"/>
                  </a:lnTo>
                  <a:lnTo>
                    <a:pt x="95" y="197"/>
                  </a:lnTo>
                  <a:lnTo>
                    <a:pt x="88" y="210"/>
                  </a:lnTo>
                  <a:lnTo>
                    <a:pt x="88" y="210"/>
                  </a:lnTo>
                  <a:lnTo>
                    <a:pt x="79" y="228"/>
                  </a:lnTo>
                  <a:lnTo>
                    <a:pt x="70" y="244"/>
                  </a:lnTo>
                  <a:lnTo>
                    <a:pt x="70" y="244"/>
                  </a:lnTo>
                  <a:lnTo>
                    <a:pt x="58" y="267"/>
                  </a:lnTo>
                  <a:lnTo>
                    <a:pt x="52" y="278"/>
                  </a:lnTo>
                  <a:lnTo>
                    <a:pt x="47" y="290"/>
                  </a:lnTo>
                  <a:lnTo>
                    <a:pt x="43" y="302"/>
                  </a:lnTo>
                  <a:lnTo>
                    <a:pt x="40" y="315"/>
                  </a:lnTo>
                  <a:lnTo>
                    <a:pt x="38" y="329"/>
                  </a:lnTo>
                  <a:lnTo>
                    <a:pt x="37" y="343"/>
                  </a:lnTo>
                  <a:lnTo>
                    <a:pt x="37" y="343"/>
                  </a:lnTo>
                  <a:lnTo>
                    <a:pt x="37" y="361"/>
                  </a:lnTo>
                  <a:lnTo>
                    <a:pt x="38" y="378"/>
                  </a:lnTo>
                  <a:lnTo>
                    <a:pt x="40" y="396"/>
                  </a:lnTo>
                  <a:lnTo>
                    <a:pt x="42" y="414"/>
                  </a:lnTo>
                  <a:lnTo>
                    <a:pt x="46" y="430"/>
                  </a:lnTo>
                  <a:lnTo>
                    <a:pt x="49" y="447"/>
                  </a:lnTo>
                  <a:lnTo>
                    <a:pt x="54" y="463"/>
                  </a:lnTo>
                  <a:lnTo>
                    <a:pt x="59" y="479"/>
                  </a:lnTo>
                  <a:lnTo>
                    <a:pt x="59" y="479"/>
                  </a:lnTo>
                  <a:lnTo>
                    <a:pt x="68" y="501"/>
                  </a:lnTo>
                  <a:lnTo>
                    <a:pt x="78" y="523"/>
                  </a:lnTo>
                  <a:lnTo>
                    <a:pt x="100" y="566"/>
                  </a:lnTo>
                  <a:lnTo>
                    <a:pt x="100" y="566"/>
                  </a:lnTo>
                  <a:lnTo>
                    <a:pt x="113" y="593"/>
                  </a:lnTo>
                  <a:lnTo>
                    <a:pt x="113" y="593"/>
                  </a:lnTo>
                  <a:lnTo>
                    <a:pt x="118" y="603"/>
                  </a:lnTo>
                  <a:lnTo>
                    <a:pt x="124" y="611"/>
                  </a:lnTo>
                  <a:lnTo>
                    <a:pt x="138" y="626"/>
                  </a:lnTo>
                  <a:lnTo>
                    <a:pt x="138" y="626"/>
                  </a:lnTo>
                  <a:lnTo>
                    <a:pt x="150" y="641"/>
                  </a:lnTo>
                  <a:lnTo>
                    <a:pt x="150" y="641"/>
                  </a:lnTo>
                  <a:lnTo>
                    <a:pt x="154" y="647"/>
                  </a:lnTo>
                  <a:lnTo>
                    <a:pt x="157" y="653"/>
                  </a:lnTo>
                  <a:lnTo>
                    <a:pt x="165" y="666"/>
                  </a:lnTo>
                  <a:lnTo>
                    <a:pt x="165" y="666"/>
                  </a:lnTo>
                  <a:lnTo>
                    <a:pt x="171" y="677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94" y="713"/>
                  </a:lnTo>
                  <a:lnTo>
                    <a:pt x="208" y="738"/>
                  </a:lnTo>
                  <a:lnTo>
                    <a:pt x="208" y="738"/>
                  </a:lnTo>
                  <a:lnTo>
                    <a:pt x="231" y="776"/>
                  </a:lnTo>
                  <a:lnTo>
                    <a:pt x="243" y="795"/>
                  </a:lnTo>
                  <a:lnTo>
                    <a:pt x="257" y="812"/>
                  </a:lnTo>
                  <a:lnTo>
                    <a:pt x="265" y="822"/>
                  </a:lnTo>
                  <a:lnTo>
                    <a:pt x="265" y="822"/>
                  </a:lnTo>
                  <a:lnTo>
                    <a:pt x="286" y="846"/>
                  </a:lnTo>
                  <a:lnTo>
                    <a:pt x="306" y="870"/>
                  </a:lnTo>
                  <a:lnTo>
                    <a:pt x="328" y="894"/>
                  </a:lnTo>
                  <a:lnTo>
                    <a:pt x="351" y="916"/>
                  </a:lnTo>
                  <a:lnTo>
                    <a:pt x="351" y="916"/>
                  </a:lnTo>
                  <a:lnTo>
                    <a:pt x="398" y="958"/>
                  </a:lnTo>
                  <a:lnTo>
                    <a:pt x="440" y="993"/>
                  </a:lnTo>
                  <a:lnTo>
                    <a:pt x="440" y="993"/>
                  </a:lnTo>
                  <a:lnTo>
                    <a:pt x="460" y="1010"/>
                  </a:lnTo>
                  <a:lnTo>
                    <a:pt x="479" y="1027"/>
                  </a:lnTo>
                  <a:lnTo>
                    <a:pt x="479" y="1027"/>
                  </a:lnTo>
                  <a:lnTo>
                    <a:pt x="494" y="1042"/>
                  </a:lnTo>
                  <a:lnTo>
                    <a:pt x="510" y="1055"/>
                  </a:lnTo>
                  <a:lnTo>
                    <a:pt x="526" y="1068"/>
                  </a:lnTo>
                  <a:lnTo>
                    <a:pt x="543" y="1080"/>
                  </a:lnTo>
                  <a:lnTo>
                    <a:pt x="543" y="1080"/>
                  </a:lnTo>
                  <a:lnTo>
                    <a:pt x="570" y="1095"/>
                  </a:lnTo>
                  <a:lnTo>
                    <a:pt x="597" y="1111"/>
                  </a:lnTo>
                  <a:lnTo>
                    <a:pt x="625" y="1125"/>
                  </a:lnTo>
                  <a:lnTo>
                    <a:pt x="653" y="1139"/>
                  </a:lnTo>
                  <a:lnTo>
                    <a:pt x="682" y="1151"/>
                  </a:lnTo>
                  <a:lnTo>
                    <a:pt x="710" y="1162"/>
                  </a:lnTo>
                  <a:lnTo>
                    <a:pt x="738" y="1173"/>
                  </a:lnTo>
                  <a:lnTo>
                    <a:pt x="767" y="1182"/>
                  </a:lnTo>
                  <a:lnTo>
                    <a:pt x="767" y="1182"/>
                  </a:lnTo>
                  <a:lnTo>
                    <a:pt x="788" y="1187"/>
                  </a:lnTo>
                  <a:lnTo>
                    <a:pt x="809" y="1191"/>
                  </a:lnTo>
                  <a:lnTo>
                    <a:pt x="831" y="1193"/>
                  </a:lnTo>
                  <a:lnTo>
                    <a:pt x="854" y="1194"/>
                  </a:lnTo>
                  <a:lnTo>
                    <a:pt x="854" y="1194"/>
                  </a:lnTo>
                  <a:lnTo>
                    <a:pt x="874" y="1193"/>
                  </a:lnTo>
                  <a:lnTo>
                    <a:pt x="896" y="1191"/>
                  </a:lnTo>
                  <a:lnTo>
                    <a:pt x="918" y="1188"/>
                  </a:lnTo>
                  <a:lnTo>
                    <a:pt x="939" y="1184"/>
                  </a:lnTo>
                  <a:lnTo>
                    <a:pt x="961" y="1178"/>
                  </a:lnTo>
                  <a:lnTo>
                    <a:pt x="983" y="1171"/>
                  </a:lnTo>
                  <a:lnTo>
                    <a:pt x="1004" y="1162"/>
                  </a:lnTo>
                  <a:lnTo>
                    <a:pt x="1026" y="1152"/>
                  </a:lnTo>
                  <a:lnTo>
                    <a:pt x="1026" y="1152"/>
                  </a:lnTo>
                  <a:lnTo>
                    <a:pt x="1038" y="1146"/>
                  </a:lnTo>
                  <a:lnTo>
                    <a:pt x="1051" y="1139"/>
                  </a:lnTo>
                  <a:lnTo>
                    <a:pt x="1063" y="1130"/>
                  </a:lnTo>
                  <a:lnTo>
                    <a:pt x="1076" y="1122"/>
                  </a:lnTo>
                  <a:lnTo>
                    <a:pt x="1088" y="1112"/>
                  </a:lnTo>
                  <a:lnTo>
                    <a:pt x="1100" y="1101"/>
                  </a:lnTo>
                  <a:lnTo>
                    <a:pt x="1125" y="1078"/>
                  </a:lnTo>
                  <a:lnTo>
                    <a:pt x="1125" y="1078"/>
                  </a:lnTo>
                  <a:lnTo>
                    <a:pt x="1138" y="1067"/>
                  </a:lnTo>
                  <a:lnTo>
                    <a:pt x="1149" y="1057"/>
                  </a:lnTo>
                  <a:lnTo>
                    <a:pt x="1149" y="1057"/>
                  </a:lnTo>
                  <a:lnTo>
                    <a:pt x="1161" y="1047"/>
                  </a:lnTo>
                  <a:lnTo>
                    <a:pt x="1173" y="1035"/>
                  </a:lnTo>
                  <a:lnTo>
                    <a:pt x="1184" y="1024"/>
                  </a:lnTo>
                  <a:lnTo>
                    <a:pt x="1193" y="1011"/>
                  </a:lnTo>
                  <a:lnTo>
                    <a:pt x="1193" y="1011"/>
                  </a:lnTo>
                  <a:lnTo>
                    <a:pt x="1198" y="1006"/>
                  </a:lnTo>
                  <a:lnTo>
                    <a:pt x="1202" y="1003"/>
                  </a:lnTo>
                  <a:lnTo>
                    <a:pt x="1205" y="1002"/>
                  </a:lnTo>
                  <a:lnTo>
                    <a:pt x="1205" y="998"/>
                  </a:lnTo>
                  <a:lnTo>
                    <a:pt x="1205" y="998"/>
                  </a:lnTo>
                  <a:lnTo>
                    <a:pt x="1201" y="968"/>
                  </a:lnTo>
                  <a:lnTo>
                    <a:pt x="1198" y="950"/>
                  </a:lnTo>
                  <a:lnTo>
                    <a:pt x="1193" y="930"/>
                  </a:lnTo>
                  <a:lnTo>
                    <a:pt x="1187" y="911"/>
                  </a:lnTo>
                  <a:lnTo>
                    <a:pt x="1183" y="903"/>
                  </a:lnTo>
                  <a:lnTo>
                    <a:pt x="1179" y="895"/>
                  </a:lnTo>
                  <a:lnTo>
                    <a:pt x="1175" y="887"/>
                  </a:lnTo>
                  <a:lnTo>
                    <a:pt x="1170" y="880"/>
                  </a:lnTo>
                  <a:lnTo>
                    <a:pt x="1165" y="874"/>
                  </a:lnTo>
                  <a:lnTo>
                    <a:pt x="1158" y="869"/>
                  </a:lnTo>
                  <a:lnTo>
                    <a:pt x="1158" y="869"/>
                  </a:lnTo>
                  <a:lnTo>
                    <a:pt x="1152" y="865"/>
                  </a:lnTo>
                  <a:lnTo>
                    <a:pt x="1147" y="859"/>
                  </a:lnTo>
                  <a:lnTo>
                    <a:pt x="1137" y="846"/>
                  </a:lnTo>
                  <a:lnTo>
                    <a:pt x="1135" y="843"/>
                  </a:lnTo>
                  <a:lnTo>
                    <a:pt x="1135" y="843"/>
                  </a:lnTo>
                  <a:lnTo>
                    <a:pt x="1126" y="834"/>
                  </a:lnTo>
                  <a:lnTo>
                    <a:pt x="1117" y="825"/>
                  </a:lnTo>
                  <a:lnTo>
                    <a:pt x="1107" y="817"/>
                  </a:lnTo>
                  <a:lnTo>
                    <a:pt x="1096" y="810"/>
                  </a:lnTo>
                  <a:lnTo>
                    <a:pt x="1096" y="810"/>
                  </a:lnTo>
                  <a:lnTo>
                    <a:pt x="1082" y="800"/>
                  </a:lnTo>
                  <a:lnTo>
                    <a:pt x="1082" y="800"/>
                  </a:lnTo>
                  <a:lnTo>
                    <a:pt x="1059" y="783"/>
                  </a:lnTo>
                  <a:lnTo>
                    <a:pt x="1036" y="769"/>
                  </a:lnTo>
                  <a:lnTo>
                    <a:pt x="1012" y="755"/>
                  </a:lnTo>
                  <a:lnTo>
                    <a:pt x="988" y="744"/>
                  </a:lnTo>
                  <a:lnTo>
                    <a:pt x="964" y="735"/>
                  </a:lnTo>
                  <a:lnTo>
                    <a:pt x="939" y="728"/>
                  </a:lnTo>
                  <a:lnTo>
                    <a:pt x="916" y="723"/>
                  </a:lnTo>
                  <a:lnTo>
                    <a:pt x="892" y="720"/>
                  </a:lnTo>
                  <a:lnTo>
                    <a:pt x="892" y="720"/>
                  </a:lnTo>
                  <a:lnTo>
                    <a:pt x="888" y="719"/>
                  </a:lnTo>
                  <a:lnTo>
                    <a:pt x="885" y="717"/>
                  </a:lnTo>
                  <a:lnTo>
                    <a:pt x="881" y="715"/>
                  </a:lnTo>
                  <a:lnTo>
                    <a:pt x="878" y="713"/>
                  </a:lnTo>
                  <a:lnTo>
                    <a:pt x="877" y="710"/>
                  </a:lnTo>
                  <a:lnTo>
                    <a:pt x="875" y="706"/>
                  </a:lnTo>
                  <a:lnTo>
                    <a:pt x="874" y="699"/>
                  </a:lnTo>
                  <a:lnTo>
                    <a:pt x="874" y="699"/>
                  </a:lnTo>
                  <a:lnTo>
                    <a:pt x="875" y="693"/>
                  </a:lnTo>
                  <a:lnTo>
                    <a:pt x="878" y="688"/>
                  </a:lnTo>
                  <a:lnTo>
                    <a:pt x="880" y="686"/>
                  </a:lnTo>
                  <a:lnTo>
                    <a:pt x="883" y="685"/>
                  </a:lnTo>
                  <a:lnTo>
                    <a:pt x="886" y="684"/>
                  </a:lnTo>
                  <a:lnTo>
                    <a:pt x="890" y="684"/>
                  </a:lnTo>
                  <a:lnTo>
                    <a:pt x="890" y="684"/>
                  </a:lnTo>
                  <a:lnTo>
                    <a:pt x="892" y="684"/>
                  </a:lnTo>
                  <a:lnTo>
                    <a:pt x="892" y="684"/>
                  </a:lnTo>
                  <a:lnTo>
                    <a:pt x="907" y="686"/>
                  </a:lnTo>
                  <a:lnTo>
                    <a:pt x="923" y="690"/>
                  </a:lnTo>
                  <a:lnTo>
                    <a:pt x="923" y="690"/>
                  </a:lnTo>
                  <a:lnTo>
                    <a:pt x="939" y="694"/>
                  </a:lnTo>
                  <a:lnTo>
                    <a:pt x="939" y="694"/>
                  </a:lnTo>
                  <a:lnTo>
                    <a:pt x="960" y="698"/>
                  </a:lnTo>
                  <a:lnTo>
                    <a:pt x="960" y="698"/>
                  </a:lnTo>
                  <a:lnTo>
                    <a:pt x="974" y="700"/>
                  </a:lnTo>
                  <a:lnTo>
                    <a:pt x="988" y="702"/>
                  </a:lnTo>
                  <a:lnTo>
                    <a:pt x="1000" y="705"/>
                  </a:lnTo>
                  <a:lnTo>
                    <a:pt x="1005" y="707"/>
                  </a:lnTo>
                  <a:lnTo>
                    <a:pt x="1010" y="710"/>
                  </a:lnTo>
                  <a:lnTo>
                    <a:pt x="1010" y="710"/>
                  </a:lnTo>
                  <a:lnTo>
                    <a:pt x="1050" y="736"/>
                  </a:lnTo>
                  <a:lnTo>
                    <a:pt x="1050" y="736"/>
                  </a:lnTo>
                  <a:lnTo>
                    <a:pt x="1091" y="763"/>
                  </a:lnTo>
                  <a:lnTo>
                    <a:pt x="1112" y="776"/>
                  </a:lnTo>
                  <a:lnTo>
                    <a:pt x="1131" y="792"/>
                  </a:lnTo>
                  <a:lnTo>
                    <a:pt x="1131" y="792"/>
                  </a:lnTo>
                  <a:lnTo>
                    <a:pt x="1147" y="804"/>
                  </a:lnTo>
                  <a:lnTo>
                    <a:pt x="1160" y="816"/>
                  </a:lnTo>
                  <a:lnTo>
                    <a:pt x="1172" y="828"/>
                  </a:lnTo>
                  <a:lnTo>
                    <a:pt x="1183" y="839"/>
                  </a:lnTo>
                  <a:lnTo>
                    <a:pt x="1192" y="850"/>
                  </a:lnTo>
                  <a:lnTo>
                    <a:pt x="1201" y="861"/>
                  </a:lnTo>
                  <a:lnTo>
                    <a:pt x="1207" y="871"/>
                  </a:lnTo>
                  <a:lnTo>
                    <a:pt x="1212" y="881"/>
                  </a:lnTo>
                  <a:lnTo>
                    <a:pt x="1212" y="881"/>
                  </a:lnTo>
                  <a:lnTo>
                    <a:pt x="1218" y="896"/>
                  </a:lnTo>
                  <a:lnTo>
                    <a:pt x="1223" y="910"/>
                  </a:lnTo>
                  <a:lnTo>
                    <a:pt x="1228" y="925"/>
                  </a:lnTo>
                  <a:lnTo>
                    <a:pt x="1232" y="941"/>
                  </a:lnTo>
                  <a:lnTo>
                    <a:pt x="1236" y="958"/>
                  </a:lnTo>
                  <a:lnTo>
                    <a:pt x="1238" y="975"/>
                  </a:lnTo>
                  <a:lnTo>
                    <a:pt x="1240" y="993"/>
                  </a:lnTo>
                  <a:lnTo>
                    <a:pt x="1242" y="1011"/>
                  </a:lnTo>
                  <a:lnTo>
                    <a:pt x="1242" y="1011"/>
                  </a:lnTo>
                  <a:lnTo>
                    <a:pt x="1242" y="1015"/>
                  </a:lnTo>
                  <a:lnTo>
                    <a:pt x="1240" y="1019"/>
                  </a:lnTo>
                  <a:lnTo>
                    <a:pt x="1239" y="1021"/>
                  </a:lnTo>
                  <a:lnTo>
                    <a:pt x="1237" y="1023"/>
                  </a:lnTo>
                  <a:lnTo>
                    <a:pt x="1232" y="1026"/>
                  </a:lnTo>
                  <a:lnTo>
                    <a:pt x="1229" y="1027"/>
                  </a:lnTo>
                  <a:lnTo>
                    <a:pt x="1225" y="1027"/>
                  </a:lnTo>
                  <a:lnTo>
                    <a:pt x="1224" y="1029"/>
                  </a:lnTo>
                  <a:lnTo>
                    <a:pt x="1224" y="1029"/>
                  </a:lnTo>
                  <a:lnTo>
                    <a:pt x="1217" y="1039"/>
                  </a:lnTo>
                  <a:lnTo>
                    <a:pt x="1210" y="1050"/>
                  </a:lnTo>
                  <a:lnTo>
                    <a:pt x="1192" y="1069"/>
                  </a:lnTo>
                  <a:lnTo>
                    <a:pt x="1183" y="1079"/>
                  </a:lnTo>
                  <a:lnTo>
                    <a:pt x="1174" y="1087"/>
                  </a:lnTo>
                  <a:lnTo>
                    <a:pt x="1165" y="1095"/>
                  </a:lnTo>
                  <a:lnTo>
                    <a:pt x="1155" y="1101"/>
                  </a:lnTo>
                  <a:lnTo>
                    <a:pt x="1155" y="1101"/>
                  </a:lnTo>
                  <a:lnTo>
                    <a:pt x="1146" y="1108"/>
                  </a:lnTo>
                  <a:lnTo>
                    <a:pt x="1138" y="1115"/>
                  </a:lnTo>
                  <a:lnTo>
                    <a:pt x="1122" y="1129"/>
                  </a:lnTo>
                  <a:lnTo>
                    <a:pt x="1122" y="1129"/>
                  </a:lnTo>
                  <a:lnTo>
                    <a:pt x="1111" y="1141"/>
                  </a:lnTo>
                  <a:lnTo>
                    <a:pt x="1099" y="1150"/>
                  </a:lnTo>
                  <a:lnTo>
                    <a:pt x="1099" y="1150"/>
                  </a:lnTo>
                  <a:lnTo>
                    <a:pt x="1087" y="1159"/>
                  </a:lnTo>
                  <a:lnTo>
                    <a:pt x="1074" y="1168"/>
                  </a:lnTo>
                  <a:lnTo>
                    <a:pt x="1045" y="1183"/>
                  </a:lnTo>
                  <a:lnTo>
                    <a:pt x="1045" y="1183"/>
                  </a:lnTo>
                  <a:lnTo>
                    <a:pt x="1027" y="1191"/>
                  </a:lnTo>
                  <a:lnTo>
                    <a:pt x="1008" y="1200"/>
                  </a:lnTo>
                  <a:lnTo>
                    <a:pt x="986" y="1208"/>
                  </a:lnTo>
                  <a:lnTo>
                    <a:pt x="962" y="1216"/>
                  </a:lnTo>
                  <a:lnTo>
                    <a:pt x="937" y="1222"/>
                  </a:lnTo>
                  <a:lnTo>
                    <a:pt x="911" y="1227"/>
                  </a:lnTo>
                  <a:lnTo>
                    <a:pt x="886" y="1231"/>
                  </a:lnTo>
                  <a:lnTo>
                    <a:pt x="858" y="1232"/>
                  </a:lnTo>
                  <a:lnTo>
                    <a:pt x="858" y="1232"/>
                  </a:lnTo>
                  <a:lnTo>
                    <a:pt x="858" y="1232"/>
                  </a:lnTo>
                  <a:lnTo>
                    <a:pt x="858" y="123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0" name="Freeform 285"/>
            <p:cNvSpPr/>
            <p:nvPr/>
          </p:nvSpPr>
          <p:spPr bwMode="auto">
            <a:xfrm>
              <a:off x="2463800" y="2317750"/>
              <a:ext cx="261938" cy="290513"/>
            </a:xfrm>
            <a:custGeom>
              <a:avLst/>
              <a:gdLst/>
              <a:ahLst/>
              <a:cxnLst>
                <a:cxn ang="0">
                  <a:pos x="314" y="547"/>
                </a:cxn>
                <a:cxn ang="0">
                  <a:pos x="288" y="541"/>
                </a:cxn>
                <a:cxn ang="0">
                  <a:pos x="245" y="523"/>
                </a:cxn>
                <a:cxn ang="0">
                  <a:pos x="210" y="499"/>
                </a:cxn>
                <a:cxn ang="0">
                  <a:pos x="170" y="460"/>
                </a:cxn>
                <a:cxn ang="0">
                  <a:pos x="135" y="426"/>
                </a:cxn>
                <a:cxn ang="0">
                  <a:pos x="104" y="390"/>
                </a:cxn>
                <a:cxn ang="0">
                  <a:pos x="40" y="301"/>
                </a:cxn>
                <a:cxn ang="0">
                  <a:pos x="16" y="260"/>
                </a:cxn>
                <a:cxn ang="0">
                  <a:pos x="3" y="221"/>
                </a:cxn>
                <a:cxn ang="0">
                  <a:pos x="1" y="180"/>
                </a:cxn>
                <a:cxn ang="0">
                  <a:pos x="8" y="157"/>
                </a:cxn>
                <a:cxn ang="0">
                  <a:pos x="29" y="121"/>
                </a:cxn>
                <a:cxn ang="0">
                  <a:pos x="71" y="67"/>
                </a:cxn>
                <a:cxn ang="0">
                  <a:pos x="89" y="48"/>
                </a:cxn>
                <a:cxn ang="0">
                  <a:pos x="150" y="3"/>
                </a:cxn>
                <a:cxn ang="0">
                  <a:pos x="158" y="0"/>
                </a:cxn>
                <a:cxn ang="0">
                  <a:pos x="168" y="3"/>
                </a:cxn>
                <a:cxn ang="0">
                  <a:pos x="175" y="13"/>
                </a:cxn>
                <a:cxn ang="0">
                  <a:pos x="175" y="25"/>
                </a:cxn>
                <a:cxn ang="0">
                  <a:pos x="167" y="34"/>
                </a:cxn>
                <a:cxn ang="0">
                  <a:pos x="144" y="49"/>
                </a:cxn>
                <a:cxn ang="0">
                  <a:pos x="106" y="81"/>
                </a:cxn>
                <a:cxn ang="0">
                  <a:pos x="91" y="101"/>
                </a:cxn>
                <a:cxn ang="0">
                  <a:pos x="72" y="124"/>
                </a:cxn>
                <a:cxn ang="0">
                  <a:pos x="47" y="158"/>
                </a:cxn>
                <a:cxn ang="0">
                  <a:pos x="38" y="188"/>
                </a:cxn>
                <a:cxn ang="0">
                  <a:pos x="42" y="216"/>
                </a:cxn>
                <a:cxn ang="0">
                  <a:pos x="46" y="234"/>
                </a:cxn>
                <a:cxn ang="0">
                  <a:pos x="53" y="253"/>
                </a:cxn>
                <a:cxn ang="0">
                  <a:pos x="66" y="272"/>
                </a:cxn>
                <a:cxn ang="0">
                  <a:pos x="80" y="290"/>
                </a:cxn>
                <a:cxn ang="0">
                  <a:pos x="127" y="361"/>
                </a:cxn>
                <a:cxn ang="0">
                  <a:pos x="179" y="417"/>
                </a:cxn>
                <a:cxn ang="0">
                  <a:pos x="208" y="446"/>
                </a:cxn>
                <a:cxn ang="0">
                  <a:pos x="233" y="472"/>
                </a:cxn>
                <a:cxn ang="0">
                  <a:pos x="263" y="493"/>
                </a:cxn>
                <a:cxn ang="0">
                  <a:pos x="286" y="503"/>
                </a:cxn>
                <a:cxn ang="0">
                  <a:pos x="312" y="507"/>
                </a:cxn>
                <a:cxn ang="0">
                  <a:pos x="345" y="501"/>
                </a:cxn>
                <a:cxn ang="0">
                  <a:pos x="375" y="486"/>
                </a:cxn>
                <a:cxn ang="0">
                  <a:pos x="412" y="455"/>
                </a:cxn>
                <a:cxn ang="0">
                  <a:pos x="460" y="398"/>
                </a:cxn>
                <a:cxn ang="0">
                  <a:pos x="468" y="392"/>
                </a:cxn>
                <a:cxn ang="0">
                  <a:pos x="475" y="390"/>
                </a:cxn>
                <a:cxn ang="0">
                  <a:pos x="491" y="396"/>
                </a:cxn>
                <a:cxn ang="0">
                  <a:pos x="495" y="405"/>
                </a:cxn>
                <a:cxn ang="0">
                  <a:pos x="492" y="415"/>
                </a:cxn>
                <a:cxn ang="0">
                  <a:pos x="444" y="473"/>
                </a:cxn>
                <a:cxn ang="0">
                  <a:pos x="401" y="514"/>
                </a:cxn>
                <a:cxn ang="0">
                  <a:pos x="370" y="535"/>
                </a:cxn>
                <a:cxn ang="0">
                  <a:pos x="341" y="546"/>
                </a:cxn>
                <a:cxn ang="0">
                  <a:pos x="322" y="548"/>
                </a:cxn>
              </a:cxnLst>
              <a:rect l="0" t="0" r="r" b="b"/>
              <a:pathLst>
                <a:path w="495" h="548">
                  <a:moveTo>
                    <a:pt x="322" y="548"/>
                  </a:moveTo>
                  <a:lnTo>
                    <a:pt x="322" y="548"/>
                  </a:lnTo>
                  <a:lnTo>
                    <a:pt x="314" y="547"/>
                  </a:lnTo>
                  <a:lnTo>
                    <a:pt x="305" y="546"/>
                  </a:lnTo>
                  <a:lnTo>
                    <a:pt x="305" y="546"/>
                  </a:lnTo>
                  <a:lnTo>
                    <a:pt x="288" y="541"/>
                  </a:lnTo>
                  <a:lnTo>
                    <a:pt x="273" y="536"/>
                  </a:lnTo>
                  <a:lnTo>
                    <a:pt x="258" y="530"/>
                  </a:lnTo>
                  <a:lnTo>
                    <a:pt x="245" y="523"/>
                  </a:lnTo>
                  <a:lnTo>
                    <a:pt x="232" y="516"/>
                  </a:lnTo>
                  <a:lnTo>
                    <a:pt x="221" y="508"/>
                  </a:lnTo>
                  <a:lnTo>
                    <a:pt x="210" y="499"/>
                  </a:lnTo>
                  <a:lnTo>
                    <a:pt x="198" y="488"/>
                  </a:lnTo>
                  <a:lnTo>
                    <a:pt x="198" y="488"/>
                  </a:lnTo>
                  <a:lnTo>
                    <a:pt x="170" y="460"/>
                  </a:lnTo>
                  <a:lnTo>
                    <a:pt x="170" y="460"/>
                  </a:lnTo>
                  <a:lnTo>
                    <a:pt x="153" y="444"/>
                  </a:lnTo>
                  <a:lnTo>
                    <a:pt x="135" y="426"/>
                  </a:lnTo>
                  <a:lnTo>
                    <a:pt x="119" y="409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82" y="360"/>
                  </a:lnTo>
                  <a:lnTo>
                    <a:pt x="61" y="330"/>
                  </a:lnTo>
                  <a:lnTo>
                    <a:pt x="40" y="301"/>
                  </a:lnTo>
                  <a:lnTo>
                    <a:pt x="22" y="271"/>
                  </a:lnTo>
                  <a:lnTo>
                    <a:pt x="22" y="271"/>
                  </a:lnTo>
                  <a:lnTo>
                    <a:pt x="16" y="260"/>
                  </a:lnTo>
                  <a:lnTo>
                    <a:pt x="11" y="248"/>
                  </a:lnTo>
                  <a:lnTo>
                    <a:pt x="6" y="235"/>
                  </a:lnTo>
                  <a:lnTo>
                    <a:pt x="3" y="221"/>
                  </a:lnTo>
                  <a:lnTo>
                    <a:pt x="1" y="207"/>
                  </a:lnTo>
                  <a:lnTo>
                    <a:pt x="0" y="194"/>
                  </a:lnTo>
                  <a:lnTo>
                    <a:pt x="1" y="180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8" y="157"/>
                  </a:lnTo>
                  <a:lnTo>
                    <a:pt x="15" y="144"/>
                  </a:lnTo>
                  <a:lnTo>
                    <a:pt x="21" y="133"/>
                  </a:lnTo>
                  <a:lnTo>
                    <a:pt x="29" y="121"/>
                  </a:lnTo>
                  <a:lnTo>
                    <a:pt x="46" y="98"/>
                  </a:lnTo>
                  <a:lnTo>
                    <a:pt x="64" y="76"/>
                  </a:lnTo>
                  <a:lnTo>
                    <a:pt x="71" y="67"/>
                  </a:lnTo>
                  <a:lnTo>
                    <a:pt x="71" y="67"/>
                  </a:lnTo>
                  <a:lnTo>
                    <a:pt x="80" y="58"/>
                  </a:lnTo>
                  <a:lnTo>
                    <a:pt x="89" y="48"/>
                  </a:lnTo>
                  <a:lnTo>
                    <a:pt x="107" y="32"/>
                  </a:lnTo>
                  <a:lnTo>
                    <a:pt x="128" y="17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4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63" y="0"/>
                  </a:lnTo>
                  <a:lnTo>
                    <a:pt x="168" y="3"/>
                  </a:lnTo>
                  <a:lnTo>
                    <a:pt x="172" y="7"/>
                  </a:lnTo>
                  <a:lnTo>
                    <a:pt x="175" y="13"/>
                  </a:lnTo>
                  <a:lnTo>
                    <a:pt x="175" y="13"/>
                  </a:lnTo>
                  <a:lnTo>
                    <a:pt x="175" y="16"/>
                  </a:lnTo>
                  <a:lnTo>
                    <a:pt x="175" y="21"/>
                  </a:lnTo>
                  <a:lnTo>
                    <a:pt x="175" y="25"/>
                  </a:lnTo>
                  <a:lnTo>
                    <a:pt x="173" y="28"/>
                  </a:lnTo>
                  <a:lnTo>
                    <a:pt x="170" y="31"/>
                  </a:lnTo>
                  <a:lnTo>
                    <a:pt x="167" y="34"/>
                  </a:lnTo>
                  <a:lnTo>
                    <a:pt x="164" y="36"/>
                  </a:lnTo>
                  <a:lnTo>
                    <a:pt x="164" y="36"/>
                  </a:lnTo>
                  <a:lnTo>
                    <a:pt x="144" y="49"/>
                  </a:lnTo>
                  <a:lnTo>
                    <a:pt x="124" y="64"/>
                  </a:lnTo>
                  <a:lnTo>
                    <a:pt x="115" y="72"/>
                  </a:lnTo>
                  <a:lnTo>
                    <a:pt x="106" y="81"/>
                  </a:lnTo>
                  <a:lnTo>
                    <a:pt x="98" y="91"/>
                  </a:lnTo>
                  <a:lnTo>
                    <a:pt x="91" y="101"/>
                  </a:lnTo>
                  <a:lnTo>
                    <a:pt x="91" y="101"/>
                  </a:lnTo>
                  <a:lnTo>
                    <a:pt x="83" y="112"/>
                  </a:lnTo>
                  <a:lnTo>
                    <a:pt x="72" y="124"/>
                  </a:lnTo>
                  <a:lnTo>
                    <a:pt x="72" y="124"/>
                  </a:lnTo>
                  <a:lnTo>
                    <a:pt x="59" y="140"/>
                  </a:lnTo>
                  <a:lnTo>
                    <a:pt x="52" y="149"/>
                  </a:lnTo>
                  <a:lnTo>
                    <a:pt x="47" y="158"/>
                  </a:lnTo>
                  <a:lnTo>
                    <a:pt x="42" y="167"/>
                  </a:lnTo>
                  <a:lnTo>
                    <a:pt x="39" y="177"/>
                  </a:lnTo>
                  <a:lnTo>
                    <a:pt x="38" y="188"/>
                  </a:lnTo>
                  <a:lnTo>
                    <a:pt x="39" y="198"/>
                  </a:lnTo>
                  <a:lnTo>
                    <a:pt x="39" y="198"/>
                  </a:lnTo>
                  <a:lnTo>
                    <a:pt x="42" y="216"/>
                  </a:lnTo>
                  <a:lnTo>
                    <a:pt x="42" y="216"/>
                  </a:lnTo>
                  <a:lnTo>
                    <a:pt x="43" y="225"/>
                  </a:lnTo>
                  <a:lnTo>
                    <a:pt x="46" y="234"/>
                  </a:lnTo>
                  <a:lnTo>
                    <a:pt x="49" y="245"/>
                  </a:lnTo>
                  <a:lnTo>
                    <a:pt x="53" y="253"/>
                  </a:lnTo>
                  <a:lnTo>
                    <a:pt x="53" y="253"/>
                  </a:lnTo>
                  <a:lnTo>
                    <a:pt x="60" y="263"/>
                  </a:lnTo>
                  <a:lnTo>
                    <a:pt x="66" y="272"/>
                  </a:lnTo>
                  <a:lnTo>
                    <a:pt x="66" y="272"/>
                  </a:lnTo>
                  <a:lnTo>
                    <a:pt x="73" y="281"/>
                  </a:lnTo>
                  <a:lnTo>
                    <a:pt x="80" y="290"/>
                  </a:lnTo>
                  <a:lnTo>
                    <a:pt x="80" y="290"/>
                  </a:lnTo>
                  <a:lnTo>
                    <a:pt x="104" y="328"/>
                  </a:lnTo>
                  <a:lnTo>
                    <a:pt x="127" y="361"/>
                  </a:lnTo>
                  <a:lnTo>
                    <a:pt x="127" y="361"/>
                  </a:lnTo>
                  <a:lnTo>
                    <a:pt x="140" y="377"/>
                  </a:lnTo>
                  <a:lnTo>
                    <a:pt x="152" y="390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205" y="443"/>
                  </a:lnTo>
                  <a:lnTo>
                    <a:pt x="208" y="446"/>
                  </a:lnTo>
                  <a:lnTo>
                    <a:pt x="208" y="446"/>
                  </a:lnTo>
                  <a:lnTo>
                    <a:pt x="224" y="462"/>
                  </a:lnTo>
                  <a:lnTo>
                    <a:pt x="233" y="472"/>
                  </a:lnTo>
                  <a:lnTo>
                    <a:pt x="243" y="479"/>
                  </a:lnTo>
                  <a:lnTo>
                    <a:pt x="252" y="487"/>
                  </a:lnTo>
                  <a:lnTo>
                    <a:pt x="263" y="493"/>
                  </a:lnTo>
                  <a:lnTo>
                    <a:pt x="274" y="499"/>
                  </a:lnTo>
                  <a:lnTo>
                    <a:pt x="286" y="503"/>
                  </a:lnTo>
                  <a:lnTo>
                    <a:pt x="286" y="503"/>
                  </a:lnTo>
                  <a:lnTo>
                    <a:pt x="299" y="506"/>
                  </a:lnTo>
                  <a:lnTo>
                    <a:pt x="312" y="507"/>
                  </a:lnTo>
                  <a:lnTo>
                    <a:pt x="312" y="507"/>
                  </a:lnTo>
                  <a:lnTo>
                    <a:pt x="323" y="506"/>
                  </a:lnTo>
                  <a:lnTo>
                    <a:pt x="334" y="504"/>
                  </a:lnTo>
                  <a:lnTo>
                    <a:pt x="345" y="501"/>
                  </a:lnTo>
                  <a:lnTo>
                    <a:pt x="355" y="497"/>
                  </a:lnTo>
                  <a:lnTo>
                    <a:pt x="366" y="491"/>
                  </a:lnTo>
                  <a:lnTo>
                    <a:pt x="375" y="486"/>
                  </a:lnTo>
                  <a:lnTo>
                    <a:pt x="385" y="479"/>
                  </a:lnTo>
                  <a:lnTo>
                    <a:pt x="395" y="472"/>
                  </a:lnTo>
                  <a:lnTo>
                    <a:pt x="412" y="455"/>
                  </a:lnTo>
                  <a:lnTo>
                    <a:pt x="430" y="437"/>
                  </a:lnTo>
                  <a:lnTo>
                    <a:pt x="445" y="417"/>
                  </a:lnTo>
                  <a:lnTo>
                    <a:pt x="460" y="398"/>
                  </a:lnTo>
                  <a:lnTo>
                    <a:pt x="460" y="398"/>
                  </a:lnTo>
                  <a:lnTo>
                    <a:pt x="464" y="394"/>
                  </a:lnTo>
                  <a:lnTo>
                    <a:pt x="468" y="392"/>
                  </a:lnTo>
                  <a:lnTo>
                    <a:pt x="472" y="390"/>
                  </a:lnTo>
                  <a:lnTo>
                    <a:pt x="475" y="390"/>
                  </a:lnTo>
                  <a:lnTo>
                    <a:pt x="475" y="390"/>
                  </a:lnTo>
                  <a:lnTo>
                    <a:pt x="481" y="391"/>
                  </a:lnTo>
                  <a:lnTo>
                    <a:pt x="487" y="393"/>
                  </a:lnTo>
                  <a:lnTo>
                    <a:pt x="491" y="396"/>
                  </a:lnTo>
                  <a:lnTo>
                    <a:pt x="494" y="400"/>
                  </a:lnTo>
                  <a:lnTo>
                    <a:pt x="494" y="400"/>
                  </a:lnTo>
                  <a:lnTo>
                    <a:pt x="495" y="405"/>
                  </a:lnTo>
                  <a:lnTo>
                    <a:pt x="495" y="408"/>
                  </a:lnTo>
                  <a:lnTo>
                    <a:pt x="494" y="412"/>
                  </a:lnTo>
                  <a:lnTo>
                    <a:pt x="492" y="415"/>
                  </a:lnTo>
                  <a:lnTo>
                    <a:pt x="492" y="415"/>
                  </a:lnTo>
                  <a:lnTo>
                    <a:pt x="468" y="446"/>
                  </a:lnTo>
                  <a:lnTo>
                    <a:pt x="444" y="473"/>
                  </a:lnTo>
                  <a:lnTo>
                    <a:pt x="423" y="496"/>
                  </a:lnTo>
                  <a:lnTo>
                    <a:pt x="411" y="506"/>
                  </a:lnTo>
                  <a:lnTo>
                    <a:pt x="401" y="514"/>
                  </a:lnTo>
                  <a:lnTo>
                    <a:pt x="391" y="522"/>
                  </a:lnTo>
                  <a:lnTo>
                    <a:pt x="380" y="530"/>
                  </a:lnTo>
                  <a:lnTo>
                    <a:pt x="370" y="535"/>
                  </a:lnTo>
                  <a:lnTo>
                    <a:pt x="360" y="540"/>
                  </a:lnTo>
                  <a:lnTo>
                    <a:pt x="350" y="543"/>
                  </a:lnTo>
                  <a:lnTo>
                    <a:pt x="341" y="546"/>
                  </a:lnTo>
                  <a:lnTo>
                    <a:pt x="332" y="547"/>
                  </a:lnTo>
                  <a:lnTo>
                    <a:pt x="322" y="548"/>
                  </a:lnTo>
                  <a:lnTo>
                    <a:pt x="322" y="5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1" name="Freeform 286"/>
            <p:cNvSpPr>
              <a:spLocks noEditPoints="1"/>
            </p:cNvSpPr>
            <p:nvPr/>
          </p:nvSpPr>
          <p:spPr bwMode="auto">
            <a:xfrm>
              <a:off x="2262188" y="2705100"/>
              <a:ext cx="312738" cy="139700"/>
            </a:xfrm>
            <a:custGeom>
              <a:avLst/>
              <a:gdLst/>
              <a:ahLst/>
              <a:cxnLst>
                <a:cxn ang="0">
                  <a:pos x="146" y="262"/>
                </a:cxn>
                <a:cxn ang="0">
                  <a:pos x="69" y="253"/>
                </a:cxn>
                <a:cxn ang="0">
                  <a:pos x="30" y="239"/>
                </a:cxn>
                <a:cxn ang="0">
                  <a:pos x="2" y="212"/>
                </a:cxn>
                <a:cxn ang="0">
                  <a:pos x="1" y="197"/>
                </a:cxn>
                <a:cxn ang="0">
                  <a:pos x="10" y="187"/>
                </a:cxn>
                <a:cxn ang="0">
                  <a:pos x="23" y="184"/>
                </a:cxn>
                <a:cxn ang="0">
                  <a:pos x="33" y="193"/>
                </a:cxn>
                <a:cxn ang="0">
                  <a:pos x="58" y="213"/>
                </a:cxn>
                <a:cxn ang="0">
                  <a:pos x="111" y="225"/>
                </a:cxn>
                <a:cxn ang="0">
                  <a:pos x="159" y="226"/>
                </a:cxn>
                <a:cxn ang="0">
                  <a:pos x="199" y="218"/>
                </a:cxn>
                <a:cxn ang="0">
                  <a:pos x="160" y="192"/>
                </a:cxn>
                <a:cxn ang="0">
                  <a:pos x="126" y="150"/>
                </a:cxn>
                <a:cxn ang="0">
                  <a:pos x="119" y="111"/>
                </a:cxn>
                <a:cxn ang="0">
                  <a:pos x="127" y="56"/>
                </a:cxn>
                <a:cxn ang="0">
                  <a:pos x="146" y="24"/>
                </a:cxn>
                <a:cxn ang="0">
                  <a:pos x="178" y="4"/>
                </a:cxn>
                <a:cxn ang="0">
                  <a:pos x="209" y="0"/>
                </a:cxn>
                <a:cxn ang="0">
                  <a:pos x="265" y="17"/>
                </a:cxn>
                <a:cxn ang="0">
                  <a:pos x="307" y="66"/>
                </a:cxn>
                <a:cxn ang="0">
                  <a:pos x="322" y="113"/>
                </a:cxn>
                <a:cxn ang="0">
                  <a:pos x="322" y="146"/>
                </a:cxn>
                <a:cxn ang="0">
                  <a:pos x="310" y="177"/>
                </a:cxn>
                <a:cxn ang="0">
                  <a:pos x="284" y="210"/>
                </a:cxn>
                <a:cxn ang="0">
                  <a:pos x="312" y="212"/>
                </a:cxn>
                <a:cxn ang="0">
                  <a:pos x="366" y="205"/>
                </a:cxn>
                <a:cxn ang="0">
                  <a:pos x="453" y="185"/>
                </a:cxn>
                <a:cxn ang="0">
                  <a:pos x="498" y="166"/>
                </a:cxn>
                <a:cxn ang="0">
                  <a:pos x="540" y="135"/>
                </a:cxn>
                <a:cxn ang="0">
                  <a:pos x="555" y="106"/>
                </a:cxn>
                <a:cxn ang="0">
                  <a:pos x="560" y="98"/>
                </a:cxn>
                <a:cxn ang="0">
                  <a:pos x="570" y="94"/>
                </a:cxn>
                <a:cxn ang="0">
                  <a:pos x="587" y="102"/>
                </a:cxn>
                <a:cxn ang="0">
                  <a:pos x="590" y="113"/>
                </a:cxn>
                <a:cxn ang="0">
                  <a:pos x="582" y="138"/>
                </a:cxn>
                <a:cxn ang="0">
                  <a:pos x="554" y="174"/>
                </a:cxn>
                <a:cxn ang="0">
                  <a:pos x="513" y="199"/>
                </a:cxn>
                <a:cxn ang="0">
                  <a:pos x="447" y="224"/>
                </a:cxn>
                <a:cxn ang="0">
                  <a:pos x="344" y="246"/>
                </a:cxn>
                <a:cxn ang="0">
                  <a:pos x="314" y="248"/>
                </a:cxn>
                <a:cxn ang="0">
                  <a:pos x="247" y="238"/>
                </a:cxn>
                <a:cxn ang="0">
                  <a:pos x="231" y="244"/>
                </a:cxn>
                <a:cxn ang="0">
                  <a:pos x="186" y="259"/>
                </a:cxn>
                <a:cxn ang="0">
                  <a:pos x="152" y="263"/>
                </a:cxn>
                <a:cxn ang="0">
                  <a:pos x="188" y="40"/>
                </a:cxn>
                <a:cxn ang="0">
                  <a:pos x="160" y="66"/>
                </a:cxn>
                <a:cxn ang="0">
                  <a:pos x="155" y="101"/>
                </a:cxn>
                <a:cxn ang="0">
                  <a:pos x="161" y="132"/>
                </a:cxn>
                <a:cxn ang="0">
                  <a:pos x="192" y="170"/>
                </a:cxn>
                <a:cxn ang="0">
                  <a:pos x="226" y="191"/>
                </a:cxn>
                <a:cxn ang="0">
                  <a:pos x="244" y="196"/>
                </a:cxn>
                <a:cxn ang="0">
                  <a:pos x="272" y="168"/>
                </a:cxn>
                <a:cxn ang="0">
                  <a:pos x="286" y="135"/>
                </a:cxn>
                <a:cxn ang="0">
                  <a:pos x="285" y="108"/>
                </a:cxn>
                <a:cxn ang="0">
                  <a:pos x="270" y="73"/>
                </a:cxn>
                <a:cxn ang="0">
                  <a:pos x="241" y="48"/>
                </a:cxn>
                <a:cxn ang="0">
                  <a:pos x="204" y="37"/>
                </a:cxn>
              </a:cxnLst>
              <a:rect l="0" t="0" r="r" b="b"/>
              <a:pathLst>
                <a:path w="590" h="263">
                  <a:moveTo>
                    <a:pt x="152" y="263"/>
                  </a:moveTo>
                  <a:lnTo>
                    <a:pt x="152" y="263"/>
                  </a:lnTo>
                  <a:lnTo>
                    <a:pt x="146" y="262"/>
                  </a:lnTo>
                  <a:lnTo>
                    <a:pt x="146" y="262"/>
                  </a:lnTo>
                  <a:lnTo>
                    <a:pt x="130" y="262"/>
                  </a:lnTo>
                  <a:lnTo>
                    <a:pt x="111" y="260"/>
                  </a:lnTo>
                  <a:lnTo>
                    <a:pt x="91" y="258"/>
                  </a:lnTo>
                  <a:lnTo>
                    <a:pt x="69" y="253"/>
                  </a:lnTo>
                  <a:lnTo>
                    <a:pt x="59" y="251"/>
                  </a:lnTo>
                  <a:lnTo>
                    <a:pt x="48" y="247"/>
                  </a:lnTo>
                  <a:lnTo>
                    <a:pt x="39" y="243"/>
                  </a:lnTo>
                  <a:lnTo>
                    <a:pt x="30" y="239"/>
                  </a:lnTo>
                  <a:lnTo>
                    <a:pt x="22" y="233"/>
                  </a:lnTo>
                  <a:lnTo>
                    <a:pt x="13" y="226"/>
                  </a:lnTo>
                  <a:lnTo>
                    <a:pt x="7" y="219"/>
                  </a:lnTo>
                  <a:lnTo>
                    <a:pt x="2" y="212"/>
                  </a:lnTo>
                  <a:lnTo>
                    <a:pt x="2" y="212"/>
                  </a:lnTo>
                  <a:lnTo>
                    <a:pt x="0" y="206"/>
                  </a:lnTo>
                  <a:lnTo>
                    <a:pt x="0" y="201"/>
                  </a:lnTo>
                  <a:lnTo>
                    <a:pt x="1" y="197"/>
                  </a:lnTo>
                  <a:lnTo>
                    <a:pt x="3" y="194"/>
                  </a:lnTo>
                  <a:lnTo>
                    <a:pt x="3" y="194"/>
                  </a:lnTo>
                  <a:lnTo>
                    <a:pt x="6" y="190"/>
                  </a:lnTo>
                  <a:lnTo>
                    <a:pt x="10" y="187"/>
                  </a:lnTo>
                  <a:lnTo>
                    <a:pt x="14" y="185"/>
                  </a:lnTo>
                  <a:lnTo>
                    <a:pt x="20" y="184"/>
                  </a:lnTo>
                  <a:lnTo>
                    <a:pt x="20" y="184"/>
                  </a:lnTo>
                  <a:lnTo>
                    <a:pt x="23" y="184"/>
                  </a:lnTo>
                  <a:lnTo>
                    <a:pt x="27" y="186"/>
                  </a:lnTo>
                  <a:lnTo>
                    <a:pt x="30" y="188"/>
                  </a:lnTo>
                  <a:lnTo>
                    <a:pt x="33" y="193"/>
                  </a:lnTo>
                  <a:lnTo>
                    <a:pt x="33" y="193"/>
                  </a:lnTo>
                  <a:lnTo>
                    <a:pt x="37" y="198"/>
                  </a:lnTo>
                  <a:lnTo>
                    <a:pt x="42" y="204"/>
                  </a:lnTo>
                  <a:lnTo>
                    <a:pt x="49" y="209"/>
                  </a:lnTo>
                  <a:lnTo>
                    <a:pt x="58" y="213"/>
                  </a:lnTo>
                  <a:lnTo>
                    <a:pt x="66" y="216"/>
                  </a:lnTo>
                  <a:lnTo>
                    <a:pt x="75" y="219"/>
                  </a:lnTo>
                  <a:lnTo>
                    <a:pt x="94" y="223"/>
                  </a:lnTo>
                  <a:lnTo>
                    <a:pt x="111" y="225"/>
                  </a:lnTo>
                  <a:lnTo>
                    <a:pt x="128" y="226"/>
                  </a:lnTo>
                  <a:lnTo>
                    <a:pt x="145" y="227"/>
                  </a:lnTo>
                  <a:lnTo>
                    <a:pt x="145" y="227"/>
                  </a:lnTo>
                  <a:lnTo>
                    <a:pt x="159" y="226"/>
                  </a:lnTo>
                  <a:lnTo>
                    <a:pt x="159" y="226"/>
                  </a:lnTo>
                  <a:lnTo>
                    <a:pt x="171" y="224"/>
                  </a:lnTo>
                  <a:lnTo>
                    <a:pt x="186" y="221"/>
                  </a:lnTo>
                  <a:lnTo>
                    <a:pt x="199" y="218"/>
                  </a:lnTo>
                  <a:lnTo>
                    <a:pt x="187" y="211"/>
                  </a:lnTo>
                  <a:lnTo>
                    <a:pt x="187" y="211"/>
                  </a:lnTo>
                  <a:lnTo>
                    <a:pt x="172" y="201"/>
                  </a:lnTo>
                  <a:lnTo>
                    <a:pt x="160" y="192"/>
                  </a:lnTo>
                  <a:lnTo>
                    <a:pt x="149" y="182"/>
                  </a:lnTo>
                  <a:lnTo>
                    <a:pt x="139" y="172"/>
                  </a:lnTo>
                  <a:lnTo>
                    <a:pt x="132" y="161"/>
                  </a:lnTo>
                  <a:lnTo>
                    <a:pt x="126" y="150"/>
                  </a:lnTo>
                  <a:lnTo>
                    <a:pt x="122" y="138"/>
                  </a:lnTo>
                  <a:lnTo>
                    <a:pt x="120" y="127"/>
                  </a:lnTo>
                  <a:lnTo>
                    <a:pt x="120" y="127"/>
                  </a:lnTo>
                  <a:lnTo>
                    <a:pt x="119" y="111"/>
                  </a:lnTo>
                  <a:lnTo>
                    <a:pt x="119" y="92"/>
                  </a:lnTo>
                  <a:lnTo>
                    <a:pt x="122" y="73"/>
                  </a:lnTo>
                  <a:lnTo>
                    <a:pt x="124" y="65"/>
                  </a:lnTo>
                  <a:lnTo>
                    <a:pt x="127" y="56"/>
                  </a:lnTo>
                  <a:lnTo>
                    <a:pt x="130" y="47"/>
                  </a:lnTo>
                  <a:lnTo>
                    <a:pt x="134" y="38"/>
                  </a:lnTo>
                  <a:lnTo>
                    <a:pt x="139" y="31"/>
                  </a:lnTo>
                  <a:lnTo>
                    <a:pt x="146" y="24"/>
                  </a:lnTo>
                  <a:lnTo>
                    <a:pt x="152" y="18"/>
                  </a:lnTo>
                  <a:lnTo>
                    <a:pt x="159" y="12"/>
                  </a:lnTo>
                  <a:lnTo>
                    <a:pt x="168" y="7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93" y="1"/>
                  </a:lnTo>
                  <a:lnTo>
                    <a:pt x="209" y="0"/>
                  </a:lnTo>
                  <a:lnTo>
                    <a:pt x="209" y="0"/>
                  </a:lnTo>
                  <a:lnTo>
                    <a:pt x="224" y="1"/>
                  </a:lnTo>
                  <a:lnTo>
                    <a:pt x="239" y="4"/>
                  </a:lnTo>
                  <a:lnTo>
                    <a:pt x="252" y="9"/>
                  </a:lnTo>
                  <a:lnTo>
                    <a:pt x="265" y="17"/>
                  </a:lnTo>
                  <a:lnTo>
                    <a:pt x="278" y="27"/>
                  </a:lnTo>
                  <a:lnTo>
                    <a:pt x="288" y="38"/>
                  </a:lnTo>
                  <a:lnTo>
                    <a:pt x="297" y="51"/>
                  </a:lnTo>
                  <a:lnTo>
                    <a:pt x="307" y="66"/>
                  </a:lnTo>
                  <a:lnTo>
                    <a:pt x="307" y="66"/>
                  </a:lnTo>
                  <a:lnTo>
                    <a:pt x="315" y="86"/>
                  </a:lnTo>
                  <a:lnTo>
                    <a:pt x="321" y="103"/>
                  </a:lnTo>
                  <a:lnTo>
                    <a:pt x="322" y="113"/>
                  </a:lnTo>
                  <a:lnTo>
                    <a:pt x="323" y="121"/>
                  </a:lnTo>
                  <a:lnTo>
                    <a:pt x="324" y="129"/>
                  </a:lnTo>
                  <a:lnTo>
                    <a:pt x="323" y="137"/>
                  </a:lnTo>
                  <a:lnTo>
                    <a:pt x="322" y="146"/>
                  </a:lnTo>
                  <a:lnTo>
                    <a:pt x="320" y="153"/>
                  </a:lnTo>
                  <a:lnTo>
                    <a:pt x="318" y="161"/>
                  </a:lnTo>
                  <a:lnTo>
                    <a:pt x="314" y="168"/>
                  </a:lnTo>
                  <a:lnTo>
                    <a:pt x="310" y="177"/>
                  </a:lnTo>
                  <a:lnTo>
                    <a:pt x="306" y="184"/>
                  </a:lnTo>
                  <a:lnTo>
                    <a:pt x="293" y="199"/>
                  </a:lnTo>
                  <a:lnTo>
                    <a:pt x="291" y="201"/>
                  </a:lnTo>
                  <a:lnTo>
                    <a:pt x="284" y="210"/>
                  </a:lnTo>
                  <a:lnTo>
                    <a:pt x="295" y="211"/>
                  </a:lnTo>
                  <a:lnTo>
                    <a:pt x="295" y="211"/>
                  </a:lnTo>
                  <a:lnTo>
                    <a:pt x="312" y="212"/>
                  </a:lnTo>
                  <a:lnTo>
                    <a:pt x="312" y="212"/>
                  </a:lnTo>
                  <a:lnTo>
                    <a:pt x="328" y="211"/>
                  </a:lnTo>
                  <a:lnTo>
                    <a:pt x="344" y="209"/>
                  </a:lnTo>
                  <a:lnTo>
                    <a:pt x="344" y="209"/>
                  </a:lnTo>
                  <a:lnTo>
                    <a:pt x="366" y="205"/>
                  </a:lnTo>
                  <a:lnTo>
                    <a:pt x="366" y="205"/>
                  </a:lnTo>
                  <a:lnTo>
                    <a:pt x="410" y="196"/>
                  </a:lnTo>
                  <a:lnTo>
                    <a:pt x="432" y="191"/>
                  </a:lnTo>
                  <a:lnTo>
                    <a:pt x="453" y="185"/>
                  </a:lnTo>
                  <a:lnTo>
                    <a:pt x="453" y="185"/>
                  </a:lnTo>
                  <a:lnTo>
                    <a:pt x="467" y="180"/>
                  </a:lnTo>
                  <a:lnTo>
                    <a:pt x="482" y="174"/>
                  </a:lnTo>
                  <a:lnTo>
                    <a:pt x="498" y="166"/>
                  </a:lnTo>
                  <a:lnTo>
                    <a:pt x="513" y="157"/>
                  </a:lnTo>
                  <a:lnTo>
                    <a:pt x="528" y="147"/>
                  </a:lnTo>
                  <a:lnTo>
                    <a:pt x="534" y="142"/>
                  </a:lnTo>
                  <a:lnTo>
                    <a:pt x="540" y="135"/>
                  </a:lnTo>
                  <a:lnTo>
                    <a:pt x="545" y="129"/>
                  </a:lnTo>
                  <a:lnTo>
                    <a:pt x="549" y="122"/>
                  </a:lnTo>
                  <a:lnTo>
                    <a:pt x="553" y="115"/>
                  </a:lnTo>
                  <a:lnTo>
                    <a:pt x="555" y="106"/>
                  </a:lnTo>
                  <a:lnTo>
                    <a:pt x="555" y="106"/>
                  </a:lnTo>
                  <a:lnTo>
                    <a:pt x="557" y="103"/>
                  </a:lnTo>
                  <a:lnTo>
                    <a:pt x="558" y="100"/>
                  </a:lnTo>
                  <a:lnTo>
                    <a:pt x="560" y="98"/>
                  </a:lnTo>
                  <a:lnTo>
                    <a:pt x="562" y="96"/>
                  </a:lnTo>
                  <a:lnTo>
                    <a:pt x="567" y="95"/>
                  </a:lnTo>
                  <a:lnTo>
                    <a:pt x="570" y="94"/>
                  </a:lnTo>
                  <a:lnTo>
                    <a:pt x="570" y="94"/>
                  </a:lnTo>
                  <a:lnTo>
                    <a:pt x="575" y="95"/>
                  </a:lnTo>
                  <a:lnTo>
                    <a:pt x="579" y="96"/>
                  </a:lnTo>
                  <a:lnTo>
                    <a:pt x="584" y="99"/>
                  </a:lnTo>
                  <a:lnTo>
                    <a:pt x="587" y="102"/>
                  </a:lnTo>
                  <a:lnTo>
                    <a:pt x="587" y="102"/>
                  </a:lnTo>
                  <a:lnTo>
                    <a:pt x="588" y="104"/>
                  </a:lnTo>
                  <a:lnTo>
                    <a:pt x="590" y="107"/>
                  </a:lnTo>
                  <a:lnTo>
                    <a:pt x="590" y="113"/>
                  </a:lnTo>
                  <a:lnTo>
                    <a:pt x="590" y="117"/>
                  </a:lnTo>
                  <a:lnTo>
                    <a:pt x="590" y="117"/>
                  </a:lnTo>
                  <a:lnTo>
                    <a:pt x="587" y="128"/>
                  </a:lnTo>
                  <a:lnTo>
                    <a:pt x="582" y="138"/>
                  </a:lnTo>
                  <a:lnTo>
                    <a:pt x="576" y="149"/>
                  </a:lnTo>
                  <a:lnTo>
                    <a:pt x="570" y="157"/>
                  </a:lnTo>
                  <a:lnTo>
                    <a:pt x="562" y="165"/>
                  </a:lnTo>
                  <a:lnTo>
                    <a:pt x="554" y="174"/>
                  </a:lnTo>
                  <a:lnTo>
                    <a:pt x="544" y="181"/>
                  </a:lnTo>
                  <a:lnTo>
                    <a:pt x="534" y="187"/>
                  </a:lnTo>
                  <a:lnTo>
                    <a:pt x="524" y="193"/>
                  </a:lnTo>
                  <a:lnTo>
                    <a:pt x="513" y="199"/>
                  </a:lnTo>
                  <a:lnTo>
                    <a:pt x="491" y="209"/>
                  </a:lnTo>
                  <a:lnTo>
                    <a:pt x="469" y="217"/>
                  </a:lnTo>
                  <a:lnTo>
                    <a:pt x="447" y="224"/>
                  </a:lnTo>
                  <a:lnTo>
                    <a:pt x="447" y="224"/>
                  </a:lnTo>
                  <a:lnTo>
                    <a:pt x="410" y="235"/>
                  </a:lnTo>
                  <a:lnTo>
                    <a:pt x="376" y="242"/>
                  </a:lnTo>
                  <a:lnTo>
                    <a:pt x="359" y="245"/>
                  </a:lnTo>
                  <a:lnTo>
                    <a:pt x="344" y="246"/>
                  </a:lnTo>
                  <a:lnTo>
                    <a:pt x="328" y="247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314" y="248"/>
                  </a:lnTo>
                  <a:lnTo>
                    <a:pt x="296" y="247"/>
                  </a:lnTo>
                  <a:lnTo>
                    <a:pt x="279" y="245"/>
                  </a:lnTo>
                  <a:lnTo>
                    <a:pt x="262" y="242"/>
                  </a:lnTo>
                  <a:lnTo>
                    <a:pt x="247" y="238"/>
                  </a:lnTo>
                  <a:lnTo>
                    <a:pt x="245" y="238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31" y="244"/>
                  </a:lnTo>
                  <a:lnTo>
                    <a:pt x="220" y="249"/>
                  </a:lnTo>
                  <a:lnTo>
                    <a:pt x="209" y="253"/>
                  </a:lnTo>
                  <a:lnTo>
                    <a:pt x="197" y="256"/>
                  </a:lnTo>
                  <a:lnTo>
                    <a:pt x="186" y="259"/>
                  </a:lnTo>
                  <a:lnTo>
                    <a:pt x="174" y="261"/>
                  </a:lnTo>
                  <a:lnTo>
                    <a:pt x="163" y="262"/>
                  </a:lnTo>
                  <a:lnTo>
                    <a:pt x="152" y="263"/>
                  </a:lnTo>
                  <a:lnTo>
                    <a:pt x="152" y="263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196" y="38"/>
                  </a:lnTo>
                  <a:lnTo>
                    <a:pt x="188" y="40"/>
                  </a:lnTo>
                  <a:lnTo>
                    <a:pt x="180" y="43"/>
                  </a:lnTo>
                  <a:lnTo>
                    <a:pt x="171" y="50"/>
                  </a:lnTo>
                  <a:lnTo>
                    <a:pt x="165" y="57"/>
                  </a:lnTo>
                  <a:lnTo>
                    <a:pt x="160" y="66"/>
                  </a:lnTo>
                  <a:lnTo>
                    <a:pt x="157" y="79"/>
                  </a:lnTo>
                  <a:lnTo>
                    <a:pt x="155" y="92"/>
                  </a:lnTo>
                  <a:lnTo>
                    <a:pt x="155" y="92"/>
                  </a:lnTo>
                  <a:lnTo>
                    <a:pt x="155" y="101"/>
                  </a:lnTo>
                  <a:lnTo>
                    <a:pt x="156" y="110"/>
                  </a:lnTo>
                  <a:lnTo>
                    <a:pt x="157" y="118"/>
                  </a:lnTo>
                  <a:lnTo>
                    <a:pt x="159" y="125"/>
                  </a:lnTo>
                  <a:lnTo>
                    <a:pt x="161" y="132"/>
                  </a:lnTo>
                  <a:lnTo>
                    <a:pt x="164" y="139"/>
                  </a:lnTo>
                  <a:lnTo>
                    <a:pt x="172" y="151"/>
                  </a:lnTo>
                  <a:lnTo>
                    <a:pt x="182" y="161"/>
                  </a:lnTo>
                  <a:lnTo>
                    <a:pt x="192" y="170"/>
                  </a:lnTo>
                  <a:lnTo>
                    <a:pt x="202" y="178"/>
                  </a:lnTo>
                  <a:lnTo>
                    <a:pt x="214" y="185"/>
                  </a:lnTo>
                  <a:lnTo>
                    <a:pt x="214" y="185"/>
                  </a:lnTo>
                  <a:lnTo>
                    <a:pt x="226" y="191"/>
                  </a:lnTo>
                  <a:lnTo>
                    <a:pt x="239" y="196"/>
                  </a:lnTo>
                  <a:lnTo>
                    <a:pt x="242" y="197"/>
                  </a:lnTo>
                  <a:lnTo>
                    <a:pt x="244" y="196"/>
                  </a:lnTo>
                  <a:lnTo>
                    <a:pt x="244" y="196"/>
                  </a:lnTo>
                  <a:lnTo>
                    <a:pt x="253" y="189"/>
                  </a:lnTo>
                  <a:lnTo>
                    <a:pt x="260" y="182"/>
                  </a:lnTo>
                  <a:lnTo>
                    <a:pt x="260" y="182"/>
                  </a:lnTo>
                  <a:lnTo>
                    <a:pt x="272" y="168"/>
                  </a:lnTo>
                  <a:lnTo>
                    <a:pt x="279" y="155"/>
                  </a:lnTo>
                  <a:lnTo>
                    <a:pt x="282" y="149"/>
                  </a:lnTo>
                  <a:lnTo>
                    <a:pt x="284" y="142"/>
                  </a:lnTo>
                  <a:lnTo>
                    <a:pt x="286" y="135"/>
                  </a:lnTo>
                  <a:lnTo>
                    <a:pt x="287" y="128"/>
                  </a:lnTo>
                  <a:lnTo>
                    <a:pt x="287" y="122"/>
                  </a:lnTo>
                  <a:lnTo>
                    <a:pt x="286" y="116"/>
                  </a:lnTo>
                  <a:lnTo>
                    <a:pt x="285" y="108"/>
                  </a:lnTo>
                  <a:lnTo>
                    <a:pt x="283" y="102"/>
                  </a:lnTo>
                  <a:lnTo>
                    <a:pt x="278" y="88"/>
                  </a:lnTo>
                  <a:lnTo>
                    <a:pt x="270" y="73"/>
                  </a:lnTo>
                  <a:lnTo>
                    <a:pt x="270" y="73"/>
                  </a:lnTo>
                  <a:lnTo>
                    <a:pt x="263" y="66"/>
                  </a:lnTo>
                  <a:lnTo>
                    <a:pt x="256" y="59"/>
                  </a:lnTo>
                  <a:lnTo>
                    <a:pt x="249" y="53"/>
                  </a:lnTo>
                  <a:lnTo>
                    <a:pt x="241" y="48"/>
                  </a:lnTo>
                  <a:lnTo>
                    <a:pt x="231" y="43"/>
                  </a:lnTo>
                  <a:lnTo>
                    <a:pt x="223" y="40"/>
                  </a:lnTo>
                  <a:lnTo>
                    <a:pt x="214" y="38"/>
                  </a:lnTo>
                  <a:lnTo>
                    <a:pt x="204" y="37"/>
                  </a:lnTo>
                  <a:lnTo>
                    <a:pt x="204" y="3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2" name="Freeform 287"/>
            <p:cNvSpPr/>
            <p:nvPr/>
          </p:nvSpPr>
          <p:spPr bwMode="auto">
            <a:xfrm>
              <a:off x="2338388" y="2205038"/>
              <a:ext cx="153988" cy="179388"/>
            </a:xfrm>
            <a:custGeom>
              <a:avLst/>
              <a:gdLst/>
              <a:ahLst/>
              <a:cxnLst>
                <a:cxn ang="0">
                  <a:pos x="273" y="340"/>
                </a:cxn>
                <a:cxn ang="0">
                  <a:pos x="263" y="337"/>
                </a:cxn>
                <a:cxn ang="0">
                  <a:pos x="259" y="333"/>
                </a:cxn>
                <a:cxn ang="0">
                  <a:pos x="256" y="326"/>
                </a:cxn>
                <a:cxn ang="0">
                  <a:pos x="255" y="319"/>
                </a:cxn>
                <a:cxn ang="0">
                  <a:pos x="253" y="317"/>
                </a:cxn>
                <a:cxn ang="0">
                  <a:pos x="250" y="316"/>
                </a:cxn>
                <a:cxn ang="0">
                  <a:pos x="246" y="308"/>
                </a:cxn>
                <a:cxn ang="0">
                  <a:pos x="244" y="298"/>
                </a:cxn>
                <a:cxn ang="0">
                  <a:pos x="242" y="288"/>
                </a:cxn>
                <a:cxn ang="0">
                  <a:pos x="236" y="260"/>
                </a:cxn>
                <a:cxn ang="0">
                  <a:pos x="233" y="253"/>
                </a:cxn>
                <a:cxn ang="0">
                  <a:pos x="221" y="231"/>
                </a:cxn>
                <a:cxn ang="0">
                  <a:pos x="215" y="222"/>
                </a:cxn>
                <a:cxn ang="0">
                  <a:pos x="210" y="213"/>
                </a:cxn>
                <a:cxn ang="0">
                  <a:pos x="203" y="195"/>
                </a:cxn>
                <a:cxn ang="0">
                  <a:pos x="194" y="174"/>
                </a:cxn>
                <a:cxn ang="0">
                  <a:pos x="191" y="168"/>
                </a:cxn>
                <a:cxn ang="0">
                  <a:pos x="175" y="146"/>
                </a:cxn>
                <a:cxn ang="0">
                  <a:pos x="157" y="125"/>
                </a:cxn>
                <a:cxn ang="0">
                  <a:pos x="138" y="106"/>
                </a:cxn>
                <a:cxn ang="0">
                  <a:pos x="93" y="73"/>
                </a:cxn>
                <a:cxn ang="0">
                  <a:pos x="41" y="46"/>
                </a:cxn>
                <a:cxn ang="0">
                  <a:pos x="13" y="36"/>
                </a:cxn>
                <a:cxn ang="0">
                  <a:pos x="6" y="32"/>
                </a:cxn>
                <a:cxn ang="0">
                  <a:pos x="2" y="27"/>
                </a:cxn>
                <a:cxn ang="0">
                  <a:pos x="0" y="15"/>
                </a:cxn>
                <a:cxn ang="0">
                  <a:pos x="2" y="9"/>
                </a:cxn>
                <a:cxn ang="0">
                  <a:pos x="10" y="2"/>
                </a:cxn>
                <a:cxn ang="0">
                  <a:pos x="15" y="0"/>
                </a:cxn>
                <a:cxn ang="0">
                  <a:pos x="21" y="1"/>
                </a:cxn>
                <a:cxn ang="0">
                  <a:pos x="50" y="11"/>
                </a:cxn>
                <a:cxn ang="0">
                  <a:pos x="101" y="36"/>
                </a:cxn>
                <a:cxn ang="0">
                  <a:pos x="146" y="66"/>
                </a:cxn>
                <a:cxn ang="0">
                  <a:pos x="184" y="101"/>
                </a:cxn>
                <a:cxn ang="0">
                  <a:pos x="201" y="121"/>
                </a:cxn>
                <a:cxn ang="0">
                  <a:pos x="214" y="142"/>
                </a:cxn>
                <a:cxn ang="0">
                  <a:pos x="226" y="166"/>
                </a:cxn>
                <a:cxn ang="0">
                  <a:pos x="239" y="194"/>
                </a:cxn>
                <a:cxn ang="0">
                  <a:pos x="257" y="219"/>
                </a:cxn>
                <a:cxn ang="0">
                  <a:pos x="263" y="226"/>
                </a:cxn>
                <a:cxn ang="0">
                  <a:pos x="271" y="243"/>
                </a:cxn>
                <a:cxn ang="0">
                  <a:pos x="276" y="263"/>
                </a:cxn>
                <a:cxn ang="0">
                  <a:pos x="281" y="293"/>
                </a:cxn>
                <a:cxn ang="0">
                  <a:pos x="282" y="296"/>
                </a:cxn>
                <a:cxn ang="0">
                  <a:pos x="287" y="302"/>
                </a:cxn>
                <a:cxn ang="0">
                  <a:pos x="291" y="314"/>
                </a:cxn>
                <a:cxn ang="0">
                  <a:pos x="291" y="322"/>
                </a:cxn>
                <a:cxn ang="0">
                  <a:pos x="290" y="329"/>
                </a:cxn>
                <a:cxn ang="0">
                  <a:pos x="286" y="336"/>
                </a:cxn>
                <a:cxn ang="0">
                  <a:pos x="279" y="339"/>
                </a:cxn>
                <a:cxn ang="0">
                  <a:pos x="273" y="340"/>
                </a:cxn>
              </a:cxnLst>
              <a:rect l="0" t="0" r="r" b="b"/>
              <a:pathLst>
                <a:path w="291" h="340">
                  <a:moveTo>
                    <a:pt x="273" y="340"/>
                  </a:moveTo>
                  <a:lnTo>
                    <a:pt x="273" y="340"/>
                  </a:lnTo>
                  <a:lnTo>
                    <a:pt x="266" y="339"/>
                  </a:lnTo>
                  <a:lnTo>
                    <a:pt x="263" y="337"/>
                  </a:lnTo>
                  <a:lnTo>
                    <a:pt x="261" y="336"/>
                  </a:lnTo>
                  <a:lnTo>
                    <a:pt x="259" y="333"/>
                  </a:lnTo>
                  <a:lnTo>
                    <a:pt x="257" y="329"/>
                  </a:lnTo>
                  <a:lnTo>
                    <a:pt x="256" y="326"/>
                  </a:lnTo>
                  <a:lnTo>
                    <a:pt x="255" y="322"/>
                  </a:lnTo>
                  <a:lnTo>
                    <a:pt x="255" y="319"/>
                  </a:lnTo>
                  <a:lnTo>
                    <a:pt x="253" y="317"/>
                  </a:lnTo>
                  <a:lnTo>
                    <a:pt x="253" y="317"/>
                  </a:lnTo>
                  <a:lnTo>
                    <a:pt x="250" y="316"/>
                  </a:lnTo>
                  <a:lnTo>
                    <a:pt x="250" y="316"/>
                  </a:lnTo>
                  <a:lnTo>
                    <a:pt x="247" y="312"/>
                  </a:lnTo>
                  <a:lnTo>
                    <a:pt x="246" y="308"/>
                  </a:lnTo>
                  <a:lnTo>
                    <a:pt x="246" y="308"/>
                  </a:lnTo>
                  <a:lnTo>
                    <a:pt x="244" y="298"/>
                  </a:lnTo>
                  <a:lnTo>
                    <a:pt x="242" y="288"/>
                  </a:lnTo>
                  <a:lnTo>
                    <a:pt x="242" y="288"/>
                  </a:lnTo>
                  <a:lnTo>
                    <a:pt x="240" y="275"/>
                  </a:lnTo>
                  <a:lnTo>
                    <a:pt x="236" y="260"/>
                  </a:lnTo>
                  <a:lnTo>
                    <a:pt x="236" y="260"/>
                  </a:lnTo>
                  <a:lnTo>
                    <a:pt x="233" y="253"/>
                  </a:lnTo>
                  <a:lnTo>
                    <a:pt x="230" y="246"/>
                  </a:lnTo>
                  <a:lnTo>
                    <a:pt x="221" y="231"/>
                  </a:lnTo>
                  <a:lnTo>
                    <a:pt x="221" y="231"/>
                  </a:lnTo>
                  <a:lnTo>
                    <a:pt x="215" y="222"/>
                  </a:lnTo>
                  <a:lnTo>
                    <a:pt x="210" y="213"/>
                  </a:lnTo>
                  <a:lnTo>
                    <a:pt x="210" y="213"/>
                  </a:lnTo>
                  <a:lnTo>
                    <a:pt x="203" y="195"/>
                  </a:lnTo>
                  <a:lnTo>
                    <a:pt x="203" y="195"/>
                  </a:lnTo>
                  <a:lnTo>
                    <a:pt x="197" y="181"/>
                  </a:lnTo>
                  <a:lnTo>
                    <a:pt x="194" y="174"/>
                  </a:lnTo>
                  <a:lnTo>
                    <a:pt x="191" y="168"/>
                  </a:lnTo>
                  <a:lnTo>
                    <a:pt x="191" y="168"/>
                  </a:lnTo>
                  <a:lnTo>
                    <a:pt x="183" y="157"/>
                  </a:lnTo>
                  <a:lnTo>
                    <a:pt x="175" y="146"/>
                  </a:lnTo>
                  <a:lnTo>
                    <a:pt x="167" y="135"/>
                  </a:lnTo>
                  <a:lnTo>
                    <a:pt x="157" y="125"/>
                  </a:lnTo>
                  <a:lnTo>
                    <a:pt x="148" y="116"/>
                  </a:lnTo>
                  <a:lnTo>
                    <a:pt x="138" y="106"/>
                  </a:lnTo>
                  <a:lnTo>
                    <a:pt x="116" y="89"/>
                  </a:lnTo>
                  <a:lnTo>
                    <a:pt x="93" y="73"/>
                  </a:lnTo>
                  <a:lnTo>
                    <a:pt x="68" y="59"/>
                  </a:lnTo>
                  <a:lnTo>
                    <a:pt x="41" y="46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9" y="35"/>
                  </a:lnTo>
                  <a:lnTo>
                    <a:pt x="6" y="32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0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9"/>
                  </a:lnTo>
                  <a:lnTo>
                    <a:pt x="5" y="5"/>
                  </a:lnTo>
                  <a:lnTo>
                    <a:pt x="10" y="2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21" y="1"/>
                  </a:lnTo>
                  <a:lnTo>
                    <a:pt x="21" y="1"/>
                  </a:lnTo>
                  <a:lnTo>
                    <a:pt x="50" y="11"/>
                  </a:lnTo>
                  <a:lnTo>
                    <a:pt x="76" y="24"/>
                  </a:lnTo>
                  <a:lnTo>
                    <a:pt x="101" y="36"/>
                  </a:lnTo>
                  <a:lnTo>
                    <a:pt x="124" y="51"/>
                  </a:lnTo>
                  <a:lnTo>
                    <a:pt x="146" y="66"/>
                  </a:lnTo>
                  <a:lnTo>
                    <a:pt x="166" y="83"/>
                  </a:lnTo>
                  <a:lnTo>
                    <a:pt x="184" y="101"/>
                  </a:lnTo>
                  <a:lnTo>
                    <a:pt x="201" y="121"/>
                  </a:lnTo>
                  <a:lnTo>
                    <a:pt x="201" y="121"/>
                  </a:lnTo>
                  <a:lnTo>
                    <a:pt x="208" y="131"/>
                  </a:lnTo>
                  <a:lnTo>
                    <a:pt x="214" y="142"/>
                  </a:lnTo>
                  <a:lnTo>
                    <a:pt x="226" y="166"/>
                  </a:lnTo>
                  <a:lnTo>
                    <a:pt x="226" y="166"/>
                  </a:lnTo>
                  <a:lnTo>
                    <a:pt x="232" y="180"/>
                  </a:lnTo>
                  <a:lnTo>
                    <a:pt x="239" y="194"/>
                  </a:lnTo>
                  <a:lnTo>
                    <a:pt x="247" y="208"/>
                  </a:lnTo>
                  <a:lnTo>
                    <a:pt x="257" y="219"/>
                  </a:lnTo>
                  <a:lnTo>
                    <a:pt x="257" y="219"/>
                  </a:lnTo>
                  <a:lnTo>
                    <a:pt x="263" y="226"/>
                  </a:lnTo>
                  <a:lnTo>
                    <a:pt x="267" y="234"/>
                  </a:lnTo>
                  <a:lnTo>
                    <a:pt x="271" y="243"/>
                  </a:lnTo>
                  <a:lnTo>
                    <a:pt x="274" y="253"/>
                  </a:lnTo>
                  <a:lnTo>
                    <a:pt x="276" y="263"/>
                  </a:lnTo>
                  <a:lnTo>
                    <a:pt x="278" y="274"/>
                  </a:lnTo>
                  <a:lnTo>
                    <a:pt x="281" y="293"/>
                  </a:lnTo>
                  <a:lnTo>
                    <a:pt x="281" y="295"/>
                  </a:lnTo>
                  <a:lnTo>
                    <a:pt x="282" y="296"/>
                  </a:lnTo>
                  <a:lnTo>
                    <a:pt x="282" y="296"/>
                  </a:lnTo>
                  <a:lnTo>
                    <a:pt x="287" y="302"/>
                  </a:lnTo>
                  <a:lnTo>
                    <a:pt x="289" y="308"/>
                  </a:lnTo>
                  <a:lnTo>
                    <a:pt x="291" y="314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6"/>
                  </a:lnTo>
                  <a:lnTo>
                    <a:pt x="290" y="329"/>
                  </a:lnTo>
                  <a:lnTo>
                    <a:pt x="288" y="333"/>
                  </a:lnTo>
                  <a:lnTo>
                    <a:pt x="286" y="336"/>
                  </a:lnTo>
                  <a:lnTo>
                    <a:pt x="282" y="337"/>
                  </a:lnTo>
                  <a:lnTo>
                    <a:pt x="279" y="339"/>
                  </a:lnTo>
                  <a:lnTo>
                    <a:pt x="273" y="340"/>
                  </a:lnTo>
                  <a:lnTo>
                    <a:pt x="273" y="34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3" name="Freeform 288"/>
            <p:cNvSpPr/>
            <p:nvPr/>
          </p:nvSpPr>
          <p:spPr bwMode="auto">
            <a:xfrm>
              <a:off x="2679700" y="2560638"/>
              <a:ext cx="160338" cy="195263"/>
            </a:xfrm>
            <a:custGeom>
              <a:avLst/>
              <a:gdLst/>
              <a:ahLst/>
              <a:cxnLst>
                <a:cxn ang="0">
                  <a:pos x="287" y="368"/>
                </a:cxn>
                <a:cxn ang="0">
                  <a:pos x="277" y="366"/>
                </a:cxn>
                <a:cxn ang="0">
                  <a:pos x="273" y="362"/>
                </a:cxn>
                <a:cxn ang="0">
                  <a:pos x="270" y="355"/>
                </a:cxn>
                <a:cxn ang="0">
                  <a:pos x="269" y="351"/>
                </a:cxn>
                <a:cxn ang="0">
                  <a:pos x="268" y="325"/>
                </a:cxn>
                <a:cxn ang="0">
                  <a:pos x="262" y="297"/>
                </a:cxn>
                <a:cxn ang="0">
                  <a:pos x="246" y="240"/>
                </a:cxn>
                <a:cxn ang="0">
                  <a:pos x="220" y="187"/>
                </a:cxn>
                <a:cxn ang="0">
                  <a:pos x="205" y="165"/>
                </a:cxn>
                <a:cxn ang="0">
                  <a:pos x="188" y="144"/>
                </a:cxn>
                <a:cxn ang="0">
                  <a:pos x="169" y="123"/>
                </a:cxn>
                <a:cxn ang="0">
                  <a:pos x="137" y="92"/>
                </a:cxn>
                <a:cxn ang="0">
                  <a:pos x="114" y="74"/>
                </a:cxn>
                <a:cxn ang="0">
                  <a:pos x="101" y="65"/>
                </a:cxn>
                <a:cxn ang="0">
                  <a:pos x="70" y="52"/>
                </a:cxn>
                <a:cxn ang="0">
                  <a:pos x="39" y="44"/>
                </a:cxn>
                <a:cxn ang="0">
                  <a:pos x="12" y="37"/>
                </a:cxn>
                <a:cxn ang="0">
                  <a:pos x="8" y="34"/>
                </a:cxn>
                <a:cxn ang="0">
                  <a:pos x="3" y="30"/>
                </a:cxn>
                <a:cxn ang="0">
                  <a:pos x="0" y="22"/>
                </a:cxn>
                <a:cxn ang="0">
                  <a:pos x="0" y="16"/>
                </a:cxn>
                <a:cxn ang="0">
                  <a:pos x="4" y="6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2" y="1"/>
                </a:cxn>
                <a:cxn ang="0">
                  <a:pos x="51" y="10"/>
                </a:cxn>
                <a:cxn ang="0">
                  <a:pos x="92" y="22"/>
                </a:cxn>
                <a:cxn ang="0">
                  <a:pos x="112" y="30"/>
                </a:cxn>
                <a:cxn ang="0">
                  <a:pos x="131" y="43"/>
                </a:cxn>
                <a:cxn ang="0">
                  <a:pos x="159" y="64"/>
                </a:cxn>
                <a:cxn ang="0">
                  <a:pos x="205" y="108"/>
                </a:cxn>
                <a:cxn ang="0">
                  <a:pos x="223" y="128"/>
                </a:cxn>
                <a:cxn ang="0">
                  <a:pos x="256" y="178"/>
                </a:cxn>
                <a:cxn ang="0">
                  <a:pos x="281" y="233"/>
                </a:cxn>
                <a:cxn ang="0">
                  <a:pos x="298" y="290"/>
                </a:cxn>
                <a:cxn ang="0">
                  <a:pos x="304" y="331"/>
                </a:cxn>
                <a:cxn ang="0">
                  <a:pos x="305" y="345"/>
                </a:cxn>
                <a:cxn ang="0">
                  <a:pos x="305" y="351"/>
                </a:cxn>
                <a:cxn ang="0">
                  <a:pos x="304" y="359"/>
                </a:cxn>
                <a:cxn ang="0">
                  <a:pos x="300" y="364"/>
                </a:cxn>
                <a:cxn ang="0">
                  <a:pos x="293" y="367"/>
                </a:cxn>
                <a:cxn ang="0">
                  <a:pos x="287" y="368"/>
                </a:cxn>
              </a:cxnLst>
              <a:rect l="0" t="0" r="r" b="b"/>
              <a:pathLst>
                <a:path w="305" h="368">
                  <a:moveTo>
                    <a:pt x="287" y="368"/>
                  </a:moveTo>
                  <a:lnTo>
                    <a:pt x="287" y="368"/>
                  </a:lnTo>
                  <a:lnTo>
                    <a:pt x="280" y="367"/>
                  </a:lnTo>
                  <a:lnTo>
                    <a:pt x="277" y="366"/>
                  </a:lnTo>
                  <a:lnTo>
                    <a:pt x="275" y="364"/>
                  </a:lnTo>
                  <a:lnTo>
                    <a:pt x="273" y="362"/>
                  </a:lnTo>
                  <a:lnTo>
                    <a:pt x="271" y="359"/>
                  </a:lnTo>
                  <a:lnTo>
                    <a:pt x="270" y="355"/>
                  </a:lnTo>
                  <a:lnTo>
                    <a:pt x="269" y="351"/>
                  </a:lnTo>
                  <a:lnTo>
                    <a:pt x="269" y="351"/>
                  </a:lnTo>
                  <a:lnTo>
                    <a:pt x="269" y="338"/>
                  </a:lnTo>
                  <a:lnTo>
                    <a:pt x="268" y="325"/>
                  </a:lnTo>
                  <a:lnTo>
                    <a:pt x="265" y="310"/>
                  </a:lnTo>
                  <a:lnTo>
                    <a:pt x="262" y="297"/>
                  </a:lnTo>
                  <a:lnTo>
                    <a:pt x="255" y="269"/>
                  </a:lnTo>
                  <a:lnTo>
                    <a:pt x="246" y="240"/>
                  </a:lnTo>
                  <a:lnTo>
                    <a:pt x="234" y="213"/>
                  </a:lnTo>
                  <a:lnTo>
                    <a:pt x="220" y="187"/>
                  </a:lnTo>
                  <a:lnTo>
                    <a:pt x="213" y="176"/>
                  </a:lnTo>
                  <a:lnTo>
                    <a:pt x="205" y="165"/>
                  </a:lnTo>
                  <a:lnTo>
                    <a:pt x="197" y="153"/>
                  </a:lnTo>
                  <a:lnTo>
                    <a:pt x="188" y="144"/>
                  </a:lnTo>
                  <a:lnTo>
                    <a:pt x="188" y="144"/>
                  </a:lnTo>
                  <a:lnTo>
                    <a:pt x="169" y="123"/>
                  </a:lnTo>
                  <a:lnTo>
                    <a:pt x="149" y="103"/>
                  </a:lnTo>
                  <a:lnTo>
                    <a:pt x="137" y="92"/>
                  </a:lnTo>
                  <a:lnTo>
                    <a:pt x="126" y="83"/>
                  </a:lnTo>
                  <a:lnTo>
                    <a:pt x="114" y="74"/>
                  </a:lnTo>
                  <a:lnTo>
                    <a:pt x="101" y="65"/>
                  </a:lnTo>
                  <a:lnTo>
                    <a:pt x="101" y="65"/>
                  </a:lnTo>
                  <a:lnTo>
                    <a:pt x="86" y="58"/>
                  </a:lnTo>
                  <a:lnTo>
                    <a:pt x="70" y="52"/>
                  </a:lnTo>
                  <a:lnTo>
                    <a:pt x="55" y="48"/>
                  </a:lnTo>
                  <a:lnTo>
                    <a:pt x="39" y="44"/>
                  </a:lnTo>
                  <a:lnTo>
                    <a:pt x="39" y="44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8" y="34"/>
                  </a:lnTo>
                  <a:lnTo>
                    <a:pt x="5" y="32"/>
                  </a:lnTo>
                  <a:lnTo>
                    <a:pt x="3" y="30"/>
                  </a:lnTo>
                  <a:lnTo>
                    <a:pt x="1" y="28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" y="11"/>
                  </a:lnTo>
                  <a:lnTo>
                    <a:pt x="4" y="6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51" y="10"/>
                  </a:lnTo>
                  <a:lnTo>
                    <a:pt x="51" y="10"/>
                  </a:lnTo>
                  <a:lnTo>
                    <a:pt x="71" y="16"/>
                  </a:lnTo>
                  <a:lnTo>
                    <a:pt x="92" y="22"/>
                  </a:lnTo>
                  <a:lnTo>
                    <a:pt x="102" y="26"/>
                  </a:lnTo>
                  <a:lnTo>
                    <a:pt x="112" y="30"/>
                  </a:lnTo>
                  <a:lnTo>
                    <a:pt x="122" y="37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159" y="64"/>
                  </a:lnTo>
                  <a:lnTo>
                    <a:pt x="184" y="86"/>
                  </a:lnTo>
                  <a:lnTo>
                    <a:pt x="205" y="108"/>
                  </a:lnTo>
                  <a:lnTo>
                    <a:pt x="223" y="128"/>
                  </a:lnTo>
                  <a:lnTo>
                    <a:pt x="223" y="128"/>
                  </a:lnTo>
                  <a:lnTo>
                    <a:pt x="241" y="152"/>
                  </a:lnTo>
                  <a:lnTo>
                    <a:pt x="256" y="178"/>
                  </a:lnTo>
                  <a:lnTo>
                    <a:pt x="270" y="205"/>
                  </a:lnTo>
                  <a:lnTo>
                    <a:pt x="281" y="233"/>
                  </a:lnTo>
                  <a:lnTo>
                    <a:pt x="290" y="262"/>
                  </a:lnTo>
                  <a:lnTo>
                    <a:pt x="298" y="290"/>
                  </a:lnTo>
                  <a:lnTo>
                    <a:pt x="303" y="317"/>
                  </a:lnTo>
                  <a:lnTo>
                    <a:pt x="304" y="331"/>
                  </a:lnTo>
                  <a:lnTo>
                    <a:pt x="305" y="344"/>
                  </a:lnTo>
                  <a:lnTo>
                    <a:pt x="305" y="345"/>
                  </a:lnTo>
                  <a:lnTo>
                    <a:pt x="305" y="351"/>
                  </a:lnTo>
                  <a:lnTo>
                    <a:pt x="305" y="351"/>
                  </a:lnTo>
                  <a:lnTo>
                    <a:pt x="305" y="355"/>
                  </a:lnTo>
                  <a:lnTo>
                    <a:pt x="304" y="359"/>
                  </a:lnTo>
                  <a:lnTo>
                    <a:pt x="302" y="362"/>
                  </a:lnTo>
                  <a:lnTo>
                    <a:pt x="300" y="364"/>
                  </a:lnTo>
                  <a:lnTo>
                    <a:pt x="296" y="366"/>
                  </a:lnTo>
                  <a:lnTo>
                    <a:pt x="293" y="367"/>
                  </a:lnTo>
                  <a:lnTo>
                    <a:pt x="287" y="368"/>
                  </a:lnTo>
                  <a:lnTo>
                    <a:pt x="287" y="36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6465259" y="3408437"/>
            <a:ext cx="677184" cy="662651"/>
            <a:chOff x="2159000" y="1141413"/>
            <a:chExt cx="739775" cy="723900"/>
          </a:xfrm>
          <a:solidFill>
            <a:srgbClr val="005790"/>
          </a:solidFill>
        </p:grpSpPr>
        <p:sp>
          <p:nvSpPr>
            <p:cNvPr id="155" name="Freeform 832"/>
            <p:cNvSpPr/>
            <p:nvPr/>
          </p:nvSpPr>
          <p:spPr bwMode="auto">
            <a:xfrm>
              <a:off x="2216150" y="1428750"/>
              <a:ext cx="14288" cy="63500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4"/>
                </a:cxn>
                <a:cxn ang="0">
                  <a:pos x="27" y="2"/>
                </a:cxn>
                <a:cxn ang="0">
                  <a:pos x="26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1"/>
                </a:cxn>
                <a:cxn ang="0">
                  <a:pos x="19" y="2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7" y="22"/>
                </a:cxn>
                <a:cxn ang="0">
                  <a:pos x="14" y="39"/>
                </a:cxn>
                <a:cxn ang="0">
                  <a:pos x="9" y="56"/>
                </a:cxn>
                <a:cxn ang="0">
                  <a:pos x="4" y="73"/>
                </a:cxn>
                <a:cxn ang="0">
                  <a:pos x="4" y="73"/>
                </a:cxn>
                <a:cxn ang="0">
                  <a:pos x="2" y="84"/>
                </a:cxn>
                <a:cxn ang="0">
                  <a:pos x="1" y="95"/>
                </a:cxn>
                <a:cxn ang="0">
                  <a:pos x="0" y="100"/>
                </a:cxn>
                <a:cxn ang="0">
                  <a:pos x="1" y="106"/>
                </a:cxn>
                <a:cxn ang="0">
                  <a:pos x="2" y="111"/>
                </a:cxn>
                <a:cxn ang="0">
                  <a:pos x="4" y="116"/>
                </a:cxn>
                <a:cxn ang="0">
                  <a:pos x="4" y="116"/>
                </a:cxn>
                <a:cxn ang="0">
                  <a:pos x="5" y="117"/>
                </a:cxn>
                <a:cxn ang="0">
                  <a:pos x="7" y="118"/>
                </a:cxn>
                <a:cxn ang="0">
                  <a:pos x="8" y="118"/>
                </a:cxn>
                <a:cxn ang="0">
                  <a:pos x="10" y="118"/>
                </a:cxn>
                <a:cxn ang="0">
                  <a:pos x="12" y="116"/>
                </a:cxn>
                <a:cxn ang="0">
                  <a:pos x="13" y="115"/>
                </a:cxn>
                <a:cxn ang="0">
                  <a:pos x="14" y="113"/>
                </a:cxn>
                <a:cxn ang="0">
                  <a:pos x="13" y="111"/>
                </a:cxn>
                <a:cxn ang="0">
                  <a:pos x="13" y="111"/>
                </a:cxn>
                <a:cxn ang="0">
                  <a:pos x="10" y="104"/>
                </a:cxn>
                <a:cxn ang="0">
                  <a:pos x="9" y="97"/>
                </a:cxn>
                <a:cxn ang="0">
                  <a:pos x="10" y="91"/>
                </a:cxn>
                <a:cxn ang="0">
                  <a:pos x="12" y="83"/>
                </a:cxn>
                <a:cxn ang="0">
                  <a:pos x="16" y="68"/>
                </a:cxn>
                <a:cxn ang="0">
                  <a:pos x="20" y="56"/>
                </a:cxn>
                <a:cxn ang="0">
                  <a:pos x="20" y="56"/>
                </a:cxn>
                <a:cxn ang="0">
                  <a:pos x="23" y="44"/>
                </a:cxn>
                <a:cxn ang="0">
                  <a:pos x="26" y="30"/>
                </a:cxn>
                <a:cxn ang="0">
                  <a:pos x="27" y="4"/>
                </a:cxn>
                <a:cxn ang="0">
                  <a:pos x="27" y="4"/>
                </a:cxn>
              </a:cxnLst>
              <a:rect l="0" t="0" r="r" b="b"/>
              <a:pathLst>
                <a:path w="27" h="118">
                  <a:moveTo>
                    <a:pt x="27" y="4"/>
                  </a:moveTo>
                  <a:lnTo>
                    <a:pt x="27" y="4"/>
                  </a:lnTo>
                  <a:lnTo>
                    <a:pt x="27" y="2"/>
                  </a:lnTo>
                  <a:lnTo>
                    <a:pt x="26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1"/>
                  </a:lnTo>
                  <a:lnTo>
                    <a:pt x="19" y="2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7" y="22"/>
                  </a:lnTo>
                  <a:lnTo>
                    <a:pt x="14" y="39"/>
                  </a:lnTo>
                  <a:lnTo>
                    <a:pt x="9" y="56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2" y="84"/>
                  </a:lnTo>
                  <a:lnTo>
                    <a:pt x="1" y="95"/>
                  </a:lnTo>
                  <a:lnTo>
                    <a:pt x="0" y="100"/>
                  </a:lnTo>
                  <a:lnTo>
                    <a:pt x="1" y="106"/>
                  </a:lnTo>
                  <a:lnTo>
                    <a:pt x="2" y="111"/>
                  </a:lnTo>
                  <a:lnTo>
                    <a:pt x="4" y="116"/>
                  </a:lnTo>
                  <a:lnTo>
                    <a:pt x="4" y="116"/>
                  </a:lnTo>
                  <a:lnTo>
                    <a:pt x="5" y="117"/>
                  </a:lnTo>
                  <a:lnTo>
                    <a:pt x="7" y="118"/>
                  </a:lnTo>
                  <a:lnTo>
                    <a:pt x="8" y="118"/>
                  </a:lnTo>
                  <a:lnTo>
                    <a:pt x="10" y="118"/>
                  </a:lnTo>
                  <a:lnTo>
                    <a:pt x="12" y="116"/>
                  </a:lnTo>
                  <a:lnTo>
                    <a:pt x="13" y="115"/>
                  </a:lnTo>
                  <a:lnTo>
                    <a:pt x="14" y="113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0" y="104"/>
                  </a:lnTo>
                  <a:lnTo>
                    <a:pt x="9" y="97"/>
                  </a:lnTo>
                  <a:lnTo>
                    <a:pt x="10" y="91"/>
                  </a:lnTo>
                  <a:lnTo>
                    <a:pt x="12" y="83"/>
                  </a:lnTo>
                  <a:lnTo>
                    <a:pt x="16" y="68"/>
                  </a:lnTo>
                  <a:lnTo>
                    <a:pt x="20" y="56"/>
                  </a:lnTo>
                  <a:lnTo>
                    <a:pt x="20" y="56"/>
                  </a:lnTo>
                  <a:lnTo>
                    <a:pt x="23" y="44"/>
                  </a:lnTo>
                  <a:lnTo>
                    <a:pt x="26" y="30"/>
                  </a:lnTo>
                  <a:lnTo>
                    <a:pt x="27" y="4"/>
                  </a:lnTo>
                  <a:lnTo>
                    <a:pt x="2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6" name="Freeform 833"/>
            <p:cNvSpPr/>
            <p:nvPr/>
          </p:nvSpPr>
          <p:spPr bwMode="auto">
            <a:xfrm>
              <a:off x="2251075" y="1462088"/>
              <a:ext cx="9525" cy="53975"/>
            </a:xfrm>
            <a:custGeom>
              <a:avLst/>
              <a:gdLst/>
              <a:ahLst/>
              <a:cxnLst>
                <a:cxn ang="0">
                  <a:pos x="20" y="5"/>
                </a:cxn>
                <a:cxn ang="0">
                  <a:pos x="20" y="5"/>
                </a:cxn>
                <a:cxn ang="0">
                  <a:pos x="19" y="3"/>
                </a:cxn>
                <a:cxn ang="0">
                  <a:pos x="18" y="1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1" y="3"/>
                </a:cxn>
                <a:cxn ang="0">
                  <a:pos x="10" y="5"/>
                </a:cxn>
                <a:cxn ang="0">
                  <a:pos x="10" y="55"/>
                </a:cxn>
                <a:cxn ang="0">
                  <a:pos x="10" y="55"/>
                </a:cxn>
                <a:cxn ang="0">
                  <a:pos x="10" y="61"/>
                </a:cxn>
                <a:cxn ang="0">
                  <a:pos x="8" y="66"/>
                </a:cxn>
                <a:cxn ang="0">
                  <a:pos x="5" y="78"/>
                </a:cxn>
                <a:cxn ang="0">
                  <a:pos x="2" y="88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1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4" y="104"/>
                </a:cxn>
                <a:cxn ang="0">
                  <a:pos x="8" y="103"/>
                </a:cxn>
                <a:cxn ang="0">
                  <a:pos x="10" y="101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2" y="90"/>
                </a:cxn>
                <a:cxn ang="0">
                  <a:pos x="15" y="81"/>
                </a:cxn>
                <a:cxn ang="0">
                  <a:pos x="18" y="71"/>
                </a:cxn>
                <a:cxn ang="0">
                  <a:pos x="20" y="62"/>
                </a:cxn>
                <a:cxn ang="0">
                  <a:pos x="20" y="62"/>
                </a:cxn>
                <a:cxn ang="0">
                  <a:pos x="20" y="48"/>
                </a:cxn>
                <a:cxn ang="0">
                  <a:pos x="20" y="33"/>
                </a:cxn>
                <a:cxn ang="0">
                  <a:pos x="20" y="5"/>
                </a:cxn>
                <a:cxn ang="0">
                  <a:pos x="20" y="5"/>
                </a:cxn>
              </a:cxnLst>
              <a:rect l="0" t="0" r="r" b="b"/>
              <a:pathLst>
                <a:path w="20" h="104">
                  <a:moveTo>
                    <a:pt x="20" y="5"/>
                  </a:moveTo>
                  <a:lnTo>
                    <a:pt x="20" y="5"/>
                  </a:lnTo>
                  <a:lnTo>
                    <a:pt x="19" y="3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1" y="3"/>
                  </a:lnTo>
                  <a:lnTo>
                    <a:pt x="10" y="5"/>
                  </a:lnTo>
                  <a:lnTo>
                    <a:pt x="10" y="55"/>
                  </a:lnTo>
                  <a:lnTo>
                    <a:pt x="10" y="55"/>
                  </a:lnTo>
                  <a:lnTo>
                    <a:pt x="10" y="61"/>
                  </a:lnTo>
                  <a:lnTo>
                    <a:pt x="8" y="66"/>
                  </a:lnTo>
                  <a:lnTo>
                    <a:pt x="5" y="78"/>
                  </a:lnTo>
                  <a:lnTo>
                    <a:pt x="2" y="88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1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4" y="104"/>
                  </a:lnTo>
                  <a:lnTo>
                    <a:pt x="8" y="103"/>
                  </a:lnTo>
                  <a:lnTo>
                    <a:pt x="10" y="101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2" y="90"/>
                  </a:lnTo>
                  <a:lnTo>
                    <a:pt x="15" y="81"/>
                  </a:lnTo>
                  <a:lnTo>
                    <a:pt x="18" y="7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20" y="48"/>
                  </a:lnTo>
                  <a:lnTo>
                    <a:pt x="20" y="33"/>
                  </a:lnTo>
                  <a:lnTo>
                    <a:pt x="20" y="5"/>
                  </a:lnTo>
                  <a:lnTo>
                    <a:pt x="2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7" name="Freeform 834"/>
            <p:cNvSpPr/>
            <p:nvPr/>
          </p:nvSpPr>
          <p:spPr bwMode="auto">
            <a:xfrm>
              <a:off x="2278063" y="1493838"/>
              <a:ext cx="9525" cy="58738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7" y="30"/>
                </a:cxn>
                <a:cxn ang="0">
                  <a:pos x="4" y="55"/>
                </a:cxn>
                <a:cxn ang="0">
                  <a:pos x="1" y="80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7"/>
                </a:cxn>
                <a:cxn ang="0">
                  <a:pos x="8" y="106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0" y="80"/>
                </a:cxn>
                <a:cxn ang="0">
                  <a:pos x="13" y="55"/>
                </a:cxn>
                <a:cxn ang="0">
                  <a:pos x="16" y="30"/>
                </a:cxn>
                <a:cxn ang="0">
                  <a:pos x="18" y="4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2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8" h="109">
                  <a:moveTo>
                    <a:pt x="9" y="4"/>
                  </a:moveTo>
                  <a:lnTo>
                    <a:pt x="9" y="4"/>
                  </a:lnTo>
                  <a:lnTo>
                    <a:pt x="7" y="30"/>
                  </a:lnTo>
                  <a:lnTo>
                    <a:pt x="4" y="55"/>
                  </a:lnTo>
                  <a:lnTo>
                    <a:pt x="1" y="80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7"/>
                  </a:lnTo>
                  <a:lnTo>
                    <a:pt x="8" y="106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0" y="80"/>
                  </a:lnTo>
                  <a:lnTo>
                    <a:pt x="13" y="55"/>
                  </a:lnTo>
                  <a:lnTo>
                    <a:pt x="16" y="3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2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8" name="Freeform 835"/>
            <p:cNvSpPr/>
            <p:nvPr/>
          </p:nvSpPr>
          <p:spPr bwMode="auto">
            <a:xfrm>
              <a:off x="2308225" y="1528763"/>
              <a:ext cx="12700" cy="55563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4" y="5"/>
                </a:cxn>
                <a:cxn ang="0">
                  <a:pos x="13" y="17"/>
                </a:cxn>
                <a:cxn ang="0">
                  <a:pos x="12" y="29"/>
                </a:cxn>
                <a:cxn ang="0">
                  <a:pos x="8" y="52"/>
                </a:cxn>
                <a:cxn ang="0">
                  <a:pos x="4" y="76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4" y="105"/>
                </a:cxn>
                <a:cxn ang="0">
                  <a:pos x="5" y="105"/>
                </a:cxn>
                <a:cxn ang="0">
                  <a:pos x="7" y="105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3" y="77"/>
                </a:cxn>
                <a:cxn ang="0">
                  <a:pos x="17" y="53"/>
                </a:cxn>
                <a:cxn ang="0">
                  <a:pos x="21" y="29"/>
                </a:cxn>
                <a:cxn ang="0">
                  <a:pos x="22" y="17"/>
                </a:cxn>
                <a:cxn ang="0">
                  <a:pos x="23" y="5"/>
                </a:cxn>
                <a:cxn ang="0">
                  <a:pos x="23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23" h="105">
                  <a:moveTo>
                    <a:pt x="14" y="5"/>
                  </a:moveTo>
                  <a:lnTo>
                    <a:pt x="14" y="5"/>
                  </a:lnTo>
                  <a:lnTo>
                    <a:pt x="13" y="17"/>
                  </a:lnTo>
                  <a:lnTo>
                    <a:pt x="12" y="29"/>
                  </a:lnTo>
                  <a:lnTo>
                    <a:pt x="8" y="52"/>
                  </a:lnTo>
                  <a:lnTo>
                    <a:pt x="4" y="76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4" y="105"/>
                  </a:lnTo>
                  <a:lnTo>
                    <a:pt x="5" y="105"/>
                  </a:lnTo>
                  <a:lnTo>
                    <a:pt x="7" y="105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3" y="77"/>
                  </a:lnTo>
                  <a:lnTo>
                    <a:pt x="17" y="53"/>
                  </a:lnTo>
                  <a:lnTo>
                    <a:pt x="21" y="29"/>
                  </a:lnTo>
                  <a:lnTo>
                    <a:pt x="22" y="17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59" name="Freeform 836"/>
            <p:cNvSpPr/>
            <p:nvPr/>
          </p:nvSpPr>
          <p:spPr bwMode="auto">
            <a:xfrm>
              <a:off x="2328863" y="1558925"/>
              <a:ext cx="14288" cy="52388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5"/>
                </a:cxn>
                <a:cxn ang="0">
                  <a:pos x="17" y="17"/>
                </a:cxn>
                <a:cxn ang="0">
                  <a:pos x="15" y="28"/>
                </a:cxn>
                <a:cxn ang="0">
                  <a:pos x="10" y="50"/>
                </a:cxn>
                <a:cxn ang="0">
                  <a:pos x="5" y="71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3" y="99"/>
                </a:cxn>
                <a:cxn ang="0">
                  <a:pos x="5" y="99"/>
                </a:cxn>
                <a:cxn ang="0">
                  <a:pos x="7" y="99"/>
                </a:cxn>
                <a:cxn ang="0">
                  <a:pos x="8" y="98"/>
                </a:cxn>
                <a:cxn ang="0">
                  <a:pos x="8" y="96"/>
                </a:cxn>
                <a:cxn ang="0">
                  <a:pos x="8" y="96"/>
                </a:cxn>
                <a:cxn ang="0">
                  <a:pos x="14" y="73"/>
                </a:cxn>
                <a:cxn ang="0">
                  <a:pos x="20" y="51"/>
                </a:cxn>
                <a:cxn ang="0">
                  <a:pos x="26" y="28"/>
                </a:cxn>
                <a:cxn ang="0">
                  <a:pos x="27" y="17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5" y="1"/>
                </a:cxn>
                <a:cxn ang="0">
                  <a:pos x="24" y="0"/>
                </a:cxn>
                <a:cxn ang="0">
                  <a:pos x="22" y="1"/>
                </a:cxn>
                <a:cxn ang="0">
                  <a:pos x="20" y="1"/>
                </a:cxn>
                <a:cxn ang="0">
                  <a:pos x="19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28" h="99">
                  <a:moveTo>
                    <a:pt x="19" y="5"/>
                  </a:moveTo>
                  <a:lnTo>
                    <a:pt x="19" y="5"/>
                  </a:lnTo>
                  <a:lnTo>
                    <a:pt x="17" y="17"/>
                  </a:lnTo>
                  <a:lnTo>
                    <a:pt x="15" y="28"/>
                  </a:lnTo>
                  <a:lnTo>
                    <a:pt x="10" y="50"/>
                  </a:lnTo>
                  <a:lnTo>
                    <a:pt x="5" y="71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3" y="99"/>
                  </a:lnTo>
                  <a:lnTo>
                    <a:pt x="5" y="99"/>
                  </a:lnTo>
                  <a:lnTo>
                    <a:pt x="7" y="99"/>
                  </a:lnTo>
                  <a:lnTo>
                    <a:pt x="8" y="98"/>
                  </a:lnTo>
                  <a:lnTo>
                    <a:pt x="8" y="96"/>
                  </a:lnTo>
                  <a:lnTo>
                    <a:pt x="8" y="96"/>
                  </a:lnTo>
                  <a:lnTo>
                    <a:pt x="14" y="73"/>
                  </a:lnTo>
                  <a:lnTo>
                    <a:pt x="20" y="51"/>
                  </a:lnTo>
                  <a:lnTo>
                    <a:pt x="26" y="28"/>
                  </a:lnTo>
                  <a:lnTo>
                    <a:pt x="27" y="17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5" y="1"/>
                  </a:lnTo>
                  <a:lnTo>
                    <a:pt x="24" y="0"/>
                  </a:lnTo>
                  <a:lnTo>
                    <a:pt x="22" y="1"/>
                  </a:lnTo>
                  <a:lnTo>
                    <a:pt x="20" y="1"/>
                  </a:lnTo>
                  <a:lnTo>
                    <a:pt x="19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0" name="Freeform 837"/>
            <p:cNvSpPr/>
            <p:nvPr/>
          </p:nvSpPr>
          <p:spPr bwMode="auto">
            <a:xfrm>
              <a:off x="2359025" y="1576388"/>
              <a:ext cx="22225" cy="63500"/>
            </a:xfrm>
            <a:custGeom>
              <a:avLst/>
              <a:gdLst/>
              <a:ahLst/>
              <a:cxnLst>
                <a:cxn ang="0">
                  <a:pos x="34" y="3"/>
                </a:cxn>
                <a:cxn ang="0">
                  <a:pos x="34" y="3"/>
                </a:cxn>
                <a:cxn ang="0">
                  <a:pos x="31" y="10"/>
                </a:cxn>
                <a:cxn ang="0">
                  <a:pos x="28" y="18"/>
                </a:cxn>
                <a:cxn ang="0">
                  <a:pos x="23" y="33"/>
                </a:cxn>
                <a:cxn ang="0">
                  <a:pos x="20" y="49"/>
                </a:cxn>
                <a:cxn ang="0">
                  <a:pos x="16" y="65"/>
                </a:cxn>
                <a:cxn ang="0">
                  <a:pos x="16" y="65"/>
                </a:cxn>
                <a:cxn ang="0">
                  <a:pos x="9" y="89"/>
                </a:cxn>
                <a:cxn ang="0">
                  <a:pos x="1" y="113"/>
                </a:cxn>
                <a:cxn ang="0">
                  <a:pos x="1" y="113"/>
                </a:cxn>
                <a:cxn ang="0">
                  <a:pos x="0" y="115"/>
                </a:cxn>
                <a:cxn ang="0">
                  <a:pos x="1" y="117"/>
                </a:cxn>
                <a:cxn ang="0">
                  <a:pos x="2" y="118"/>
                </a:cxn>
                <a:cxn ang="0">
                  <a:pos x="4" y="119"/>
                </a:cxn>
                <a:cxn ang="0">
                  <a:pos x="7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0" y="116"/>
                </a:cxn>
                <a:cxn ang="0">
                  <a:pos x="23" y="75"/>
                </a:cxn>
                <a:cxn ang="0">
                  <a:pos x="23" y="75"/>
                </a:cxn>
                <a:cxn ang="0">
                  <a:pos x="28" y="58"/>
                </a:cxn>
                <a:cxn ang="0">
                  <a:pos x="31" y="40"/>
                </a:cxn>
                <a:cxn ang="0">
                  <a:pos x="36" y="24"/>
                </a:cxn>
                <a:cxn ang="0">
                  <a:pos x="39" y="16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43" y="5"/>
                </a:cxn>
                <a:cxn ang="0">
                  <a:pos x="43" y="4"/>
                </a:cxn>
                <a:cxn ang="0">
                  <a:pos x="42" y="2"/>
                </a:cxn>
                <a:cxn ang="0">
                  <a:pos x="40" y="1"/>
                </a:cxn>
                <a:cxn ang="0">
                  <a:pos x="39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3"/>
                </a:cxn>
                <a:cxn ang="0">
                  <a:pos x="34" y="3"/>
                </a:cxn>
              </a:cxnLst>
              <a:rect l="0" t="0" r="r" b="b"/>
              <a:pathLst>
                <a:path w="43" h="119">
                  <a:moveTo>
                    <a:pt x="34" y="3"/>
                  </a:moveTo>
                  <a:lnTo>
                    <a:pt x="34" y="3"/>
                  </a:lnTo>
                  <a:lnTo>
                    <a:pt x="31" y="10"/>
                  </a:lnTo>
                  <a:lnTo>
                    <a:pt x="28" y="18"/>
                  </a:lnTo>
                  <a:lnTo>
                    <a:pt x="23" y="33"/>
                  </a:lnTo>
                  <a:lnTo>
                    <a:pt x="20" y="49"/>
                  </a:lnTo>
                  <a:lnTo>
                    <a:pt x="16" y="65"/>
                  </a:lnTo>
                  <a:lnTo>
                    <a:pt x="16" y="65"/>
                  </a:lnTo>
                  <a:lnTo>
                    <a:pt x="9" y="89"/>
                  </a:lnTo>
                  <a:lnTo>
                    <a:pt x="1" y="113"/>
                  </a:lnTo>
                  <a:lnTo>
                    <a:pt x="1" y="113"/>
                  </a:lnTo>
                  <a:lnTo>
                    <a:pt x="0" y="115"/>
                  </a:lnTo>
                  <a:lnTo>
                    <a:pt x="1" y="117"/>
                  </a:lnTo>
                  <a:lnTo>
                    <a:pt x="2" y="118"/>
                  </a:lnTo>
                  <a:lnTo>
                    <a:pt x="4" y="119"/>
                  </a:lnTo>
                  <a:lnTo>
                    <a:pt x="7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0" y="116"/>
                  </a:lnTo>
                  <a:lnTo>
                    <a:pt x="23" y="75"/>
                  </a:lnTo>
                  <a:lnTo>
                    <a:pt x="23" y="75"/>
                  </a:lnTo>
                  <a:lnTo>
                    <a:pt x="28" y="58"/>
                  </a:lnTo>
                  <a:lnTo>
                    <a:pt x="31" y="40"/>
                  </a:lnTo>
                  <a:lnTo>
                    <a:pt x="36" y="24"/>
                  </a:lnTo>
                  <a:lnTo>
                    <a:pt x="39" y="16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3" y="5"/>
                  </a:lnTo>
                  <a:lnTo>
                    <a:pt x="43" y="4"/>
                  </a:lnTo>
                  <a:lnTo>
                    <a:pt x="42" y="2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3"/>
                  </a:lnTo>
                  <a:lnTo>
                    <a:pt x="34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1" name="Freeform 838"/>
            <p:cNvSpPr/>
            <p:nvPr/>
          </p:nvSpPr>
          <p:spPr bwMode="auto">
            <a:xfrm>
              <a:off x="2393950" y="1608138"/>
              <a:ext cx="22225" cy="61913"/>
            </a:xfrm>
            <a:custGeom>
              <a:avLst/>
              <a:gdLst/>
              <a:ahLst/>
              <a:cxnLst>
                <a:cxn ang="0">
                  <a:pos x="33" y="3"/>
                </a:cxn>
                <a:cxn ang="0">
                  <a:pos x="33" y="3"/>
                </a:cxn>
                <a:cxn ang="0">
                  <a:pos x="23" y="30"/>
                </a:cxn>
                <a:cxn ang="0">
                  <a:pos x="11" y="57"/>
                </a:cxn>
                <a:cxn ang="0">
                  <a:pos x="7" y="70"/>
                </a:cxn>
                <a:cxn ang="0">
                  <a:pos x="4" y="84"/>
                </a:cxn>
                <a:cxn ang="0">
                  <a:pos x="1" y="98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0" y="115"/>
                </a:cxn>
                <a:cxn ang="0">
                  <a:pos x="1" y="117"/>
                </a:cxn>
                <a:cxn ang="0">
                  <a:pos x="3" y="118"/>
                </a:cxn>
                <a:cxn ang="0">
                  <a:pos x="4" y="118"/>
                </a:cxn>
                <a:cxn ang="0">
                  <a:pos x="6" y="118"/>
                </a:cxn>
                <a:cxn ang="0">
                  <a:pos x="7" y="117"/>
                </a:cxn>
                <a:cxn ang="0">
                  <a:pos x="9" y="115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0" y="99"/>
                </a:cxn>
                <a:cxn ang="0">
                  <a:pos x="13" y="85"/>
                </a:cxn>
                <a:cxn ang="0">
                  <a:pos x="16" y="71"/>
                </a:cxn>
                <a:cxn ang="0">
                  <a:pos x="22" y="58"/>
                </a:cxn>
                <a:cxn ang="0">
                  <a:pos x="32" y="32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3"/>
                </a:cxn>
              </a:cxnLst>
              <a:rect l="0" t="0" r="r" b="b"/>
              <a:pathLst>
                <a:path w="42" h="118">
                  <a:moveTo>
                    <a:pt x="33" y="3"/>
                  </a:moveTo>
                  <a:lnTo>
                    <a:pt x="33" y="3"/>
                  </a:lnTo>
                  <a:lnTo>
                    <a:pt x="23" y="30"/>
                  </a:lnTo>
                  <a:lnTo>
                    <a:pt x="11" y="57"/>
                  </a:lnTo>
                  <a:lnTo>
                    <a:pt x="7" y="70"/>
                  </a:lnTo>
                  <a:lnTo>
                    <a:pt x="4" y="84"/>
                  </a:lnTo>
                  <a:lnTo>
                    <a:pt x="1" y="98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5"/>
                  </a:lnTo>
                  <a:lnTo>
                    <a:pt x="1" y="117"/>
                  </a:lnTo>
                  <a:lnTo>
                    <a:pt x="3" y="118"/>
                  </a:lnTo>
                  <a:lnTo>
                    <a:pt x="4" y="118"/>
                  </a:lnTo>
                  <a:lnTo>
                    <a:pt x="6" y="118"/>
                  </a:lnTo>
                  <a:lnTo>
                    <a:pt x="7" y="117"/>
                  </a:lnTo>
                  <a:lnTo>
                    <a:pt x="9" y="115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0" y="99"/>
                  </a:lnTo>
                  <a:lnTo>
                    <a:pt x="13" y="85"/>
                  </a:lnTo>
                  <a:lnTo>
                    <a:pt x="16" y="71"/>
                  </a:lnTo>
                  <a:lnTo>
                    <a:pt x="22" y="58"/>
                  </a:lnTo>
                  <a:lnTo>
                    <a:pt x="32" y="32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2" name="Freeform 839"/>
            <p:cNvSpPr/>
            <p:nvPr/>
          </p:nvSpPr>
          <p:spPr bwMode="auto">
            <a:xfrm>
              <a:off x="2420938" y="1644650"/>
              <a:ext cx="20638" cy="5873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29" y="2"/>
                </a:cxn>
                <a:cxn ang="0">
                  <a:pos x="23" y="14"/>
                </a:cxn>
                <a:cxn ang="0">
                  <a:pos x="18" y="25"/>
                </a:cxn>
                <a:cxn ang="0">
                  <a:pos x="15" y="37"/>
                </a:cxn>
                <a:cxn ang="0">
                  <a:pos x="12" y="50"/>
                </a:cxn>
                <a:cxn ang="0">
                  <a:pos x="12" y="50"/>
                </a:cxn>
                <a:cxn ang="0">
                  <a:pos x="6" y="77"/>
                </a:cxn>
                <a:cxn ang="0">
                  <a:pos x="3" y="91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2" y="107"/>
                </a:cxn>
                <a:cxn ang="0">
                  <a:pos x="3" y="108"/>
                </a:cxn>
                <a:cxn ang="0">
                  <a:pos x="4" y="109"/>
                </a:cxn>
                <a:cxn ang="0">
                  <a:pos x="6" y="110"/>
                </a:cxn>
                <a:cxn ang="0">
                  <a:pos x="7" y="109"/>
                </a:cxn>
                <a:cxn ang="0">
                  <a:pos x="9" y="108"/>
                </a:cxn>
                <a:cxn ang="0">
                  <a:pos x="10" y="107"/>
                </a:cxn>
                <a:cxn ang="0">
                  <a:pos x="10" y="104"/>
                </a:cxn>
                <a:cxn ang="0">
                  <a:pos x="10" y="104"/>
                </a:cxn>
                <a:cxn ang="0">
                  <a:pos x="12" y="94"/>
                </a:cxn>
                <a:cxn ang="0">
                  <a:pos x="15" y="84"/>
                </a:cxn>
                <a:cxn ang="0">
                  <a:pos x="18" y="73"/>
                </a:cxn>
                <a:cxn ang="0">
                  <a:pos x="19" y="62"/>
                </a:cxn>
                <a:cxn ang="0">
                  <a:pos x="19" y="62"/>
                </a:cxn>
                <a:cxn ang="0">
                  <a:pos x="21" y="48"/>
                </a:cxn>
                <a:cxn ang="0">
                  <a:pos x="25" y="34"/>
                </a:cxn>
                <a:cxn ang="0">
                  <a:pos x="30" y="20"/>
                </a:cxn>
                <a:cxn ang="0">
                  <a:pos x="38" y="7"/>
                </a:cxn>
                <a:cxn ang="0">
                  <a:pos x="38" y="7"/>
                </a:cxn>
                <a:cxn ang="0">
                  <a:pos x="39" y="5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4" y="0"/>
                </a:cxn>
                <a:cxn ang="0">
                  <a:pos x="31" y="1"/>
                </a:cxn>
                <a:cxn ang="0">
                  <a:pos x="29" y="2"/>
                </a:cxn>
                <a:cxn ang="0">
                  <a:pos x="29" y="2"/>
                </a:cxn>
              </a:cxnLst>
              <a:rect l="0" t="0" r="r" b="b"/>
              <a:pathLst>
                <a:path w="39" h="110">
                  <a:moveTo>
                    <a:pt x="29" y="2"/>
                  </a:moveTo>
                  <a:lnTo>
                    <a:pt x="29" y="2"/>
                  </a:lnTo>
                  <a:lnTo>
                    <a:pt x="23" y="14"/>
                  </a:lnTo>
                  <a:lnTo>
                    <a:pt x="18" y="25"/>
                  </a:lnTo>
                  <a:lnTo>
                    <a:pt x="15" y="37"/>
                  </a:lnTo>
                  <a:lnTo>
                    <a:pt x="12" y="50"/>
                  </a:lnTo>
                  <a:lnTo>
                    <a:pt x="12" y="50"/>
                  </a:lnTo>
                  <a:lnTo>
                    <a:pt x="6" y="77"/>
                  </a:lnTo>
                  <a:lnTo>
                    <a:pt x="3" y="9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2" y="107"/>
                  </a:lnTo>
                  <a:lnTo>
                    <a:pt x="3" y="108"/>
                  </a:lnTo>
                  <a:lnTo>
                    <a:pt x="4" y="109"/>
                  </a:lnTo>
                  <a:lnTo>
                    <a:pt x="6" y="110"/>
                  </a:lnTo>
                  <a:lnTo>
                    <a:pt x="7" y="109"/>
                  </a:lnTo>
                  <a:lnTo>
                    <a:pt x="9" y="108"/>
                  </a:lnTo>
                  <a:lnTo>
                    <a:pt x="10" y="107"/>
                  </a:lnTo>
                  <a:lnTo>
                    <a:pt x="10" y="104"/>
                  </a:lnTo>
                  <a:lnTo>
                    <a:pt x="10" y="104"/>
                  </a:lnTo>
                  <a:lnTo>
                    <a:pt x="12" y="94"/>
                  </a:lnTo>
                  <a:lnTo>
                    <a:pt x="15" y="84"/>
                  </a:lnTo>
                  <a:lnTo>
                    <a:pt x="18" y="73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21" y="48"/>
                  </a:lnTo>
                  <a:lnTo>
                    <a:pt x="25" y="34"/>
                  </a:lnTo>
                  <a:lnTo>
                    <a:pt x="30" y="20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9" y="5"/>
                  </a:ln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4" y="0"/>
                  </a:lnTo>
                  <a:lnTo>
                    <a:pt x="31" y="1"/>
                  </a:lnTo>
                  <a:lnTo>
                    <a:pt x="29" y="2"/>
                  </a:lnTo>
                  <a:lnTo>
                    <a:pt x="29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3" name="Freeform 840"/>
            <p:cNvSpPr/>
            <p:nvPr/>
          </p:nvSpPr>
          <p:spPr bwMode="auto">
            <a:xfrm>
              <a:off x="2451100" y="1674813"/>
              <a:ext cx="12700" cy="55563"/>
            </a:xfrm>
            <a:custGeom>
              <a:avLst/>
              <a:gdLst/>
              <a:ahLst/>
              <a:cxnLst>
                <a:cxn ang="0">
                  <a:pos x="15" y="5"/>
                </a:cxn>
                <a:cxn ang="0">
                  <a:pos x="15" y="5"/>
                </a:cxn>
                <a:cxn ang="0">
                  <a:pos x="13" y="29"/>
                </a:cxn>
                <a:cxn ang="0">
                  <a:pos x="11" y="53"/>
                </a:cxn>
                <a:cxn ang="0">
                  <a:pos x="7" y="75"/>
                </a:cxn>
                <a:cxn ang="0">
                  <a:pos x="1" y="98"/>
                </a:cxn>
                <a:cxn ang="0">
                  <a:pos x="1" y="98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3"/>
                </a:cxn>
                <a:cxn ang="0">
                  <a:pos x="4" y="104"/>
                </a:cxn>
                <a:cxn ang="0">
                  <a:pos x="7" y="104"/>
                </a:cxn>
                <a:cxn ang="0">
                  <a:pos x="8" y="104"/>
                </a:cxn>
                <a:cxn ang="0">
                  <a:pos x="10" y="103"/>
                </a:cxn>
                <a:cxn ang="0">
                  <a:pos x="10" y="101"/>
                </a:cxn>
                <a:cxn ang="0">
                  <a:pos x="10" y="101"/>
                </a:cxn>
                <a:cxn ang="0">
                  <a:pos x="16" y="77"/>
                </a:cxn>
                <a:cxn ang="0">
                  <a:pos x="20" y="54"/>
                </a:cxn>
                <a:cxn ang="0">
                  <a:pos x="23" y="29"/>
                </a:cxn>
                <a:cxn ang="0">
                  <a:pos x="24" y="5"/>
                </a:cxn>
                <a:cxn ang="0">
                  <a:pos x="24" y="5"/>
                </a:cxn>
                <a:cxn ang="0">
                  <a:pos x="24" y="3"/>
                </a:cxn>
                <a:cxn ang="0">
                  <a:pos x="23" y="2"/>
                </a:cxn>
                <a:cxn ang="0">
                  <a:pos x="22" y="1"/>
                </a:cxn>
                <a:cxn ang="0">
                  <a:pos x="20" y="0"/>
                </a:cxn>
                <a:cxn ang="0">
                  <a:pos x="18" y="1"/>
                </a:cxn>
                <a:cxn ang="0">
                  <a:pos x="17" y="2"/>
                </a:cxn>
                <a:cxn ang="0">
                  <a:pos x="16" y="3"/>
                </a:cxn>
                <a:cxn ang="0">
                  <a:pos x="15" y="5"/>
                </a:cxn>
                <a:cxn ang="0">
                  <a:pos x="15" y="5"/>
                </a:cxn>
              </a:cxnLst>
              <a:rect l="0" t="0" r="r" b="b"/>
              <a:pathLst>
                <a:path w="24" h="104">
                  <a:moveTo>
                    <a:pt x="15" y="5"/>
                  </a:moveTo>
                  <a:lnTo>
                    <a:pt x="15" y="5"/>
                  </a:lnTo>
                  <a:lnTo>
                    <a:pt x="13" y="29"/>
                  </a:lnTo>
                  <a:lnTo>
                    <a:pt x="11" y="53"/>
                  </a:lnTo>
                  <a:lnTo>
                    <a:pt x="7" y="75"/>
                  </a:lnTo>
                  <a:lnTo>
                    <a:pt x="1" y="98"/>
                  </a:lnTo>
                  <a:lnTo>
                    <a:pt x="1" y="98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3"/>
                  </a:lnTo>
                  <a:lnTo>
                    <a:pt x="4" y="104"/>
                  </a:lnTo>
                  <a:lnTo>
                    <a:pt x="7" y="104"/>
                  </a:lnTo>
                  <a:lnTo>
                    <a:pt x="8" y="104"/>
                  </a:lnTo>
                  <a:lnTo>
                    <a:pt x="10" y="103"/>
                  </a:lnTo>
                  <a:lnTo>
                    <a:pt x="10" y="101"/>
                  </a:lnTo>
                  <a:lnTo>
                    <a:pt x="10" y="101"/>
                  </a:lnTo>
                  <a:lnTo>
                    <a:pt x="16" y="77"/>
                  </a:lnTo>
                  <a:lnTo>
                    <a:pt x="20" y="54"/>
                  </a:lnTo>
                  <a:lnTo>
                    <a:pt x="23" y="29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3" y="2"/>
                  </a:lnTo>
                  <a:lnTo>
                    <a:pt x="22" y="1"/>
                  </a:lnTo>
                  <a:lnTo>
                    <a:pt x="20" y="0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4" name="Freeform 841"/>
            <p:cNvSpPr/>
            <p:nvPr/>
          </p:nvSpPr>
          <p:spPr bwMode="auto">
            <a:xfrm>
              <a:off x="2479675" y="1695450"/>
              <a:ext cx="22225" cy="60325"/>
            </a:xfrm>
            <a:custGeom>
              <a:avLst/>
              <a:gdLst/>
              <a:ahLst/>
              <a:cxnLst>
                <a:cxn ang="0">
                  <a:pos x="33" y="3"/>
                </a:cxn>
                <a:cxn ang="0">
                  <a:pos x="33" y="3"/>
                </a:cxn>
                <a:cxn ang="0">
                  <a:pos x="19" y="56"/>
                </a:cxn>
                <a:cxn ang="0">
                  <a:pos x="9" y="83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6" y="113"/>
                </a:cxn>
                <a:cxn ang="0">
                  <a:pos x="8" y="112"/>
                </a:cxn>
                <a:cxn ang="0">
                  <a:pos x="9" y="111"/>
                </a:cxn>
                <a:cxn ang="0">
                  <a:pos x="9" y="111"/>
                </a:cxn>
                <a:cxn ang="0">
                  <a:pos x="19" y="85"/>
                </a:cxn>
                <a:cxn ang="0">
                  <a:pos x="27" y="59"/>
                </a:cxn>
                <a:cxn ang="0">
                  <a:pos x="42" y="6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0" y="1"/>
                </a:cxn>
                <a:cxn ang="0">
                  <a:pos x="39" y="0"/>
                </a:cxn>
                <a:cxn ang="0">
                  <a:pos x="37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3"/>
                </a:cxn>
                <a:cxn ang="0">
                  <a:pos x="33" y="3"/>
                </a:cxn>
              </a:cxnLst>
              <a:rect l="0" t="0" r="r" b="b"/>
              <a:pathLst>
                <a:path w="42" h="114">
                  <a:moveTo>
                    <a:pt x="33" y="3"/>
                  </a:moveTo>
                  <a:lnTo>
                    <a:pt x="33" y="3"/>
                  </a:lnTo>
                  <a:lnTo>
                    <a:pt x="19" y="56"/>
                  </a:lnTo>
                  <a:lnTo>
                    <a:pt x="9" y="83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6" y="113"/>
                  </a:lnTo>
                  <a:lnTo>
                    <a:pt x="8" y="112"/>
                  </a:lnTo>
                  <a:lnTo>
                    <a:pt x="9" y="111"/>
                  </a:lnTo>
                  <a:lnTo>
                    <a:pt x="9" y="111"/>
                  </a:lnTo>
                  <a:lnTo>
                    <a:pt x="19" y="85"/>
                  </a:lnTo>
                  <a:lnTo>
                    <a:pt x="27" y="59"/>
                  </a:lnTo>
                  <a:lnTo>
                    <a:pt x="42" y="6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0" y="1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3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5" name="Freeform 842"/>
            <p:cNvSpPr/>
            <p:nvPr/>
          </p:nvSpPr>
          <p:spPr bwMode="auto">
            <a:xfrm>
              <a:off x="2509838" y="1725613"/>
              <a:ext cx="14288" cy="53975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8" y="5"/>
                </a:cxn>
                <a:cxn ang="0">
                  <a:pos x="17" y="16"/>
                </a:cxn>
                <a:cxn ang="0">
                  <a:pos x="14" y="27"/>
                </a:cxn>
                <a:cxn ang="0">
                  <a:pos x="11" y="37"/>
                </a:cxn>
                <a:cxn ang="0">
                  <a:pos x="8" y="49"/>
                </a:cxn>
                <a:cxn ang="0">
                  <a:pos x="8" y="49"/>
                </a:cxn>
                <a:cxn ang="0">
                  <a:pos x="6" y="61"/>
                </a:cxn>
                <a:cxn ang="0">
                  <a:pos x="4" y="73"/>
                </a:cxn>
                <a:cxn ang="0">
                  <a:pos x="2" y="86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3" y="76"/>
                </a:cxn>
                <a:cxn ang="0">
                  <a:pos x="17" y="51"/>
                </a:cxn>
                <a:cxn ang="0">
                  <a:pos x="17" y="51"/>
                </a:cxn>
                <a:cxn ang="0">
                  <a:pos x="19" y="39"/>
                </a:cxn>
                <a:cxn ang="0">
                  <a:pos x="24" y="28"/>
                </a:cxn>
                <a:cxn ang="0">
                  <a:pos x="27" y="16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6" y="1"/>
                </a:cxn>
                <a:cxn ang="0">
                  <a:pos x="24" y="0"/>
                </a:cxn>
                <a:cxn ang="0">
                  <a:pos x="21" y="1"/>
                </a:cxn>
                <a:cxn ang="0">
                  <a:pos x="20" y="1"/>
                </a:cxn>
                <a:cxn ang="0">
                  <a:pos x="19" y="3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r" b="b"/>
              <a:pathLst>
                <a:path w="29" h="104">
                  <a:moveTo>
                    <a:pt x="18" y="5"/>
                  </a:moveTo>
                  <a:lnTo>
                    <a:pt x="18" y="5"/>
                  </a:lnTo>
                  <a:lnTo>
                    <a:pt x="17" y="16"/>
                  </a:lnTo>
                  <a:lnTo>
                    <a:pt x="14" y="27"/>
                  </a:lnTo>
                  <a:lnTo>
                    <a:pt x="11" y="37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6" y="61"/>
                  </a:lnTo>
                  <a:lnTo>
                    <a:pt x="4" y="73"/>
                  </a:lnTo>
                  <a:lnTo>
                    <a:pt x="2" y="86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3" y="76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19" y="39"/>
                  </a:lnTo>
                  <a:lnTo>
                    <a:pt x="24" y="28"/>
                  </a:lnTo>
                  <a:lnTo>
                    <a:pt x="27" y="16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9" y="3"/>
                  </a:lnTo>
                  <a:lnTo>
                    <a:pt x="18" y="5"/>
                  </a:lnTo>
                  <a:lnTo>
                    <a:pt x="18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6" name="Freeform 843"/>
            <p:cNvSpPr/>
            <p:nvPr/>
          </p:nvSpPr>
          <p:spPr bwMode="auto">
            <a:xfrm>
              <a:off x="2528888" y="1752600"/>
              <a:ext cx="17463" cy="57150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24" y="2"/>
                </a:cxn>
                <a:cxn ang="0">
                  <a:pos x="20" y="14"/>
                </a:cxn>
                <a:cxn ang="0">
                  <a:pos x="16" y="28"/>
                </a:cxn>
                <a:cxn ang="0">
                  <a:pos x="9" y="54"/>
                </a:cxn>
                <a:cxn ang="0">
                  <a:pos x="9" y="54"/>
                </a:cxn>
                <a:cxn ang="0">
                  <a:pos x="3" y="79"/>
                </a:cxn>
                <a:cxn ang="0">
                  <a:pos x="1" y="91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7"/>
                </a:cxn>
                <a:cxn ang="0">
                  <a:pos x="8" y="105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10" y="92"/>
                </a:cxn>
                <a:cxn ang="0">
                  <a:pos x="12" y="80"/>
                </a:cxn>
                <a:cxn ang="0">
                  <a:pos x="19" y="57"/>
                </a:cxn>
                <a:cxn ang="0">
                  <a:pos x="19" y="57"/>
                </a:cxn>
                <a:cxn ang="0">
                  <a:pos x="22" y="44"/>
                </a:cxn>
                <a:cxn ang="0">
                  <a:pos x="25" y="32"/>
                </a:cxn>
                <a:cxn ang="0">
                  <a:pos x="28" y="19"/>
                </a:cxn>
                <a:cxn ang="0">
                  <a:pos x="32" y="6"/>
                </a:cxn>
                <a:cxn ang="0">
                  <a:pos x="32" y="6"/>
                </a:cxn>
                <a:cxn ang="0">
                  <a:pos x="33" y="5"/>
                </a:cxn>
                <a:cxn ang="0">
                  <a:pos x="32" y="3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3" h="108">
                  <a:moveTo>
                    <a:pt x="24" y="2"/>
                  </a:moveTo>
                  <a:lnTo>
                    <a:pt x="24" y="2"/>
                  </a:lnTo>
                  <a:lnTo>
                    <a:pt x="20" y="14"/>
                  </a:lnTo>
                  <a:lnTo>
                    <a:pt x="16" y="28"/>
                  </a:lnTo>
                  <a:lnTo>
                    <a:pt x="9" y="54"/>
                  </a:lnTo>
                  <a:lnTo>
                    <a:pt x="9" y="54"/>
                  </a:lnTo>
                  <a:lnTo>
                    <a:pt x="3" y="79"/>
                  </a:lnTo>
                  <a:lnTo>
                    <a:pt x="1" y="91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7"/>
                  </a:lnTo>
                  <a:lnTo>
                    <a:pt x="8" y="105"/>
                  </a:lnTo>
                  <a:lnTo>
                    <a:pt x="9" y="104"/>
                  </a:lnTo>
                  <a:lnTo>
                    <a:pt x="9" y="104"/>
                  </a:lnTo>
                  <a:lnTo>
                    <a:pt x="10" y="92"/>
                  </a:lnTo>
                  <a:lnTo>
                    <a:pt x="12" y="80"/>
                  </a:lnTo>
                  <a:lnTo>
                    <a:pt x="19" y="57"/>
                  </a:lnTo>
                  <a:lnTo>
                    <a:pt x="19" y="57"/>
                  </a:lnTo>
                  <a:lnTo>
                    <a:pt x="22" y="44"/>
                  </a:lnTo>
                  <a:lnTo>
                    <a:pt x="25" y="32"/>
                  </a:lnTo>
                  <a:lnTo>
                    <a:pt x="28" y="19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3" y="5"/>
                  </a:lnTo>
                  <a:lnTo>
                    <a:pt x="32" y="3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7" name="Freeform 844"/>
            <p:cNvSpPr/>
            <p:nvPr/>
          </p:nvSpPr>
          <p:spPr bwMode="auto">
            <a:xfrm>
              <a:off x="2557463" y="1774825"/>
              <a:ext cx="11113" cy="52388"/>
            </a:xfrm>
            <a:custGeom>
              <a:avLst/>
              <a:gdLst/>
              <a:ahLst/>
              <a:cxnLst>
                <a:cxn ang="0">
                  <a:pos x="14" y="4"/>
                </a:cxn>
                <a:cxn ang="0">
                  <a:pos x="14" y="4"/>
                </a:cxn>
                <a:cxn ang="0">
                  <a:pos x="13" y="15"/>
                </a:cxn>
                <a:cxn ang="0">
                  <a:pos x="12" y="27"/>
                </a:cxn>
                <a:cxn ang="0">
                  <a:pos x="9" y="5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8" y="51"/>
                </a:cxn>
                <a:cxn ang="0">
                  <a:pos x="21" y="28"/>
                </a:cxn>
                <a:cxn ang="0">
                  <a:pos x="23" y="17"/>
                </a:cxn>
                <a:cxn ang="0">
                  <a:pos x="23" y="4"/>
                </a:cxn>
                <a:cxn ang="0">
                  <a:pos x="23" y="4"/>
                </a:cxn>
                <a:cxn ang="0">
                  <a:pos x="23" y="3"/>
                </a:cxn>
                <a:cxn ang="0">
                  <a:pos x="22" y="1"/>
                </a:cxn>
                <a:cxn ang="0">
                  <a:pos x="20" y="0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3"/>
                </a:cxn>
                <a:cxn ang="0">
                  <a:pos x="14" y="4"/>
                </a:cxn>
                <a:cxn ang="0">
                  <a:pos x="14" y="4"/>
                </a:cxn>
              </a:cxnLst>
              <a:rect l="0" t="0" r="r" b="b"/>
              <a:pathLst>
                <a:path w="23" h="99">
                  <a:moveTo>
                    <a:pt x="14" y="4"/>
                  </a:moveTo>
                  <a:lnTo>
                    <a:pt x="14" y="4"/>
                  </a:lnTo>
                  <a:lnTo>
                    <a:pt x="13" y="15"/>
                  </a:lnTo>
                  <a:lnTo>
                    <a:pt x="12" y="27"/>
                  </a:lnTo>
                  <a:lnTo>
                    <a:pt x="9" y="5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8" y="51"/>
                  </a:lnTo>
                  <a:lnTo>
                    <a:pt x="21" y="28"/>
                  </a:lnTo>
                  <a:lnTo>
                    <a:pt x="23" y="17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3" y="3"/>
                  </a:lnTo>
                  <a:lnTo>
                    <a:pt x="22" y="1"/>
                  </a:lnTo>
                  <a:lnTo>
                    <a:pt x="20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3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8" name="Freeform 847"/>
            <p:cNvSpPr/>
            <p:nvPr/>
          </p:nvSpPr>
          <p:spPr bwMode="auto">
            <a:xfrm>
              <a:off x="2640013" y="1768475"/>
              <a:ext cx="7938" cy="57150"/>
            </a:xfrm>
            <a:custGeom>
              <a:avLst/>
              <a:gdLst/>
              <a:ahLst/>
              <a:cxnLst>
                <a:cxn ang="0">
                  <a:pos x="13" y="73"/>
                </a:cxn>
                <a:cxn ang="0">
                  <a:pos x="13" y="73"/>
                </a:cxn>
                <a:cxn ang="0">
                  <a:pos x="14" y="39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3" y="3"/>
                </a:cxn>
                <a:cxn ang="0">
                  <a:pos x="12" y="1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4" y="58"/>
                </a:cxn>
                <a:cxn ang="0">
                  <a:pos x="4" y="58"/>
                </a:cxn>
                <a:cxn ang="0">
                  <a:pos x="5" y="80"/>
                </a:cxn>
                <a:cxn ang="0">
                  <a:pos x="4" y="94"/>
                </a:cxn>
                <a:cxn ang="0">
                  <a:pos x="3" y="98"/>
                </a:cxn>
                <a:cxn ang="0">
                  <a:pos x="2" y="100"/>
                </a:cxn>
                <a:cxn ang="0">
                  <a:pos x="2" y="100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3" y="108"/>
                </a:cxn>
                <a:cxn ang="0">
                  <a:pos x="5" y="109"/>
                </a:cxn>
                <a:cxn ang="0">
                  <a:pos x="7" y="108"/>
                </a:cxn>
                <a:cxn ang="0">
                  <a:pos x="7" y="108"/>
                </a:cxn>
                <a:cxn ang="0">
                  <a:pos x="9" y="106"/>
                </a:cxn>
                <a:cxn ang="0">
                  <a:pos x="11" y="102"/>
                </a:cxn>
                <a:cxn ang="0">
                  <a:pos x="12" y="97"/>
                </a:cxn>
                <a:cxn ang="0">
                  <a:pos x="13" y="91"/>
                </a:cxn>
                <a:cxn ang="0">
                  <a:pos x="13" y="81"/>
                </a:cxn>
                <a:cxn ang="0">
                  <a:pos x="13" y="73"/>
                </a:cxn>
                <a:cxn ang="0">
                  <a:pos x="13" y="73"/>
                </a:cxn>
              </a:cxnLst>
              <a:rect l="0" t="0" r="r" b="b"/>
              <a:pathLst>
                <a:path w="14" h="109">
                  <a:moveTo>
                    <a:pt x="13" y="73"/>
                  </a:moveTo>
                  <a:lnTo>
                    <a:pt x="13" y="73"/>
                  </a:lnTo>
                  <a:lnTo>
                    <a:pt x="14" y="39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5" y="80"/>
                  </a:lnTo>
                  <a:lnTo>
                    <a:pt x="4" y="94"/>
                  </a:lnTo>
                  <a:lnTo>
                    <a:pt x="3" y="98"/>
                  </a:lnTo>
                  <a:lnTo>
                    <a:pt x="2" y="100"/>
                  </a:lnTo>
                  <a:lnTo>
                    <a:pt x="2" y="100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3" y="108"/>
                  </a:lnTo>
                  <a:lnTo>
                    <a:pt x="5" y="109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9" y="106"/>
                  </a:lnTo>
                  <a:lnTo>
                    <a:pt x="11" y="102"/>
                  </a:lnTo>
                  <a:lnTo>
                    <a:pt x="12" y="97"/>
                  </a:lnTo>
                  <a:lnTo>
                    <a:pt x="13" y="91"/>
                  </a:lnTo>
                  <a:lnTo>
                    <a:pt x="13" y="81"/>
                  </a:lnTo>
                  <a:lnTo>
                    <a:pt x="13" y="73"/>
                  </a:lnTo>
                  <a:lnTo>
                    <a:pt x="13" y="7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69" name="Freeform 848"/>
            <p:cNvSpPr/>
            <p:nvPr/>
          </p:nvSpPr>
          <p:spPr bwMode="auto">
            <a:xfrm>
              <a:off x="2665413" y="1757363"/>
              <a:ext cx="19050" cy="52388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4"/>
                </a:cxn>
                <a:cxn ang="0">
                  <a:pos x="27" y="14"/>
                </a:cxn>
                <a:cxn ang="0">
                  <a:pos x="24" y="24"/>
                </a:cxn>
                <a:cxn ang="0">
                  <a:pos x="20" y="33"/>
                </a:cxn>
                <a:cxn ang="0">
                  <a:pos x="17" y="42"/>
                </a:cxn>
                <a:cxn ang="0">
                  <a:pos x="17" y="42"/>
                </a:cxn>
                <a:cxn ang="0">
                  <a:pos x="13" y="56"/>
                </a:cxn>
                <a:cxn ang="0">
                  <a:pos x="8" y="68"/>
                </a:cxn>
                <a:cxn ang="0">
                  <a:pos x="4" y="81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5" y="99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7" y="73"/>
                </a:cxn>
                <a:cxn ang="0">
                  <a:pos x="26" y="51"/>
                </a:cxn>
                <a:cxn ang="0">
                  <a:pos x="30" y="39"/>
                </a:cxn>
                <a:cxn ang="0">
                  <a:pos x="33" y="28"/>
                </a:cxn>
                <a:cxn ang="0">
                  <a:pos x="36" y="16"/>
                </a:cxn>
                <a:cxn ang="0">
                  <a:pos x="37" y="4"/>
                </a:cxn>
                <a:cxn ang="0">
                  <a:pos x="37" y="4"/>
                </a:cxn>
                <a:cxn ang="0">
                  <a:pos x="37" y="2"/>
                </a:cxn>
                <a:cxn ang="0">
                  <a:pos x="36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8" y="4"/>
                </a:cxn>
                <a:cxn ang="0">
                  <a:pos x="28" y="4"/>
                </a:cxn>
              </a:cxnLst>
              <a:rect l="0" t="0" r="r" b="b"/>
              <a:pathLst>
                <a:path w="37" h="99">
                  <a:moveTo>
                    <a:pt x="28" y="4"/>
                  </a:moveTo>
                  <a:lnTo>
                    <a:pt x="28" y="4"/>
                  </a:lnTo>
                  <a:lnTo>
                    <a:pt x="27" y="14"/>
                  </a:lnTo>
                  <a:lnTo>
                    <a:pt x="24" y="24"/>
                  </a:lnTo>
                  <a:lnTo>
                    <a:pt x="20" y="33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3" y="56"/>
                  </a:lnTo>
                  <a:lnTo>
                    <a:pt x="8" y="68"/>
                  </a:lnTo>
                  <a:lnTo>
                    <a:pt x="4" y="81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5" y="99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7" y="73"/>
                  </a:lnTo>
                  <a:lnTo>
                    <a:pt x="26" y="51"/>
                  </a:lnTo>
                  <a:lnTo>
                    <a:pt x="30" y="39"/>
                  </a:lnTo>
                  <a:lnTo>
                    <a:pt x="33" y="28"/>
                  </a:lnTo>
                  <a:lnTo>
                    <a:pt x="36" y="16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2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8" y="4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0" name="Freeform 849"/>
            <p:cNvSpPr/>
            <p:nvPr/>
          </p:nvSpPr>
          <p:spPr bwMode="auto">
            <a:xfrm>
              <a:off x="2697163" y="1725613"/>
              <a:ext cx="15875" cy="52388"/>
            </a:xfrm>
            <a:custGeom>
              <a:avLst/>
              <a:gdLst/>
              <a:ahLst/>
              <a:cxnLst>
                <a:cxn ang="0">
                  <a:pos x="15" y="91"/>
                </a:cxn>
                <a:cxn ang="0">
                  <a:pos x="15" y="91"/>
                </a:cxn>
                <a:cxn ang="0">
                  <a:pos x="20" y="82"/>
                </a:cxn>
                <a:cxn ang="0">
                  <a:pos x="24" y="71"/>
                </a:cxn>
                <a:cxn ang="0">
                  <a:pos x="27" y="61"/>
                </a:cxn>
                <a:cxn ang="0">
                  <a:pos x="28" y="50"/>
                </a:cxn>
                <a:cxn ang="0">
                  <a:pos x="29" y="38"/>
                </a:cxn>
                <a:cxn ang="0">
                  <a:pos x="29" y="27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6" y="1"/>
                </a:cxn>
                <a:cxn ang="0">
                  <a:pos x="24" y="0"/>
                </a:cxn>
                <a:cxn ang="0">
                  <a:pos x="22" y="1"/>
                </a:cxn>
                <a:cxn ang="0">
                  <a:pos x="21" y="1"/>
                </a:cxn>
                <a:cxn ang="0">
                  <a:pos x="20" y="3"/>
                </a:cxn>
                <a:cxn ang="0">
                  <a:pos x="20" y="5"/>
                </a:cxn>
                <a:cxn ang="0">
                  <a:pos x="20" y="5"/>
                </a:cxn>
                <a:cxn ang="0">
                  <a:pos x="20" y="26"/>
                </a:cxn>
                <a:cxn ang="0">
                  <a:pos x="19" y="47"/>
                </a:cxn>
                <a:cxn ang="0">
                  <a:pos x="18" y="58"/>
                </a:cxn>
                <a:cxn ang="0">
                  <a:pos x="16" y="67"/>
                </a:cxn>
                <a:cxn ang="0">
                  <a:pos x="11" y="76"/>
                </a:cxn>
                <a:cxn ang="0">
                  <a:pos x="6" y="86"/>
                </a:cxn>
                <a:cxn ang="0">
                  <a:pos x="6" y="86"/>
                </a:cxn>
                <a:cxn ang="0">
                  <a:pos x="3" y="87"/>
                </a:cxn>
                <a:cxn ang="0">
                  <a:pos x="2" y="89"/>
                </a:cxn>
                <a:cxn ang="0">
                  <a:pos x="1" y="91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8" y="98"/>
                </a:cxn>
                <a:cxn ang="0">
                  <a:pos x="11" y="94"/>
                </a:cxn>
                <a:cxn ang="0">
                  <a:pos x="11" y="94"/>
                </a:cxn>
                <a:cxn ang="0">
                  <a:pos x="14" y="93"/>
                </a:cxn>
                <a:cxn ang="0">
                  <a:pos x="15" y="91"/>
                </a:cxn>
                <a:cxn ang="0">
                  <a:pos x="15" y="91"/>
                </a:cxn>
              </a:cxnLst>
              <a:rect l="0" t="0" r="r" b="b"/>
              <a:pathLst>
                <a:path w="29" h="99">
                  <a:moveTo>
                    <a:pt x="15" y="91"/>
                  </a:moveTo>
                  <a:lnTo>
                    <a:pt x="15" y="91"/>
                  </a:lnTo>
                  <a:lnTo>
                    <a:pt x="20" y="82"/>
                  </a:lnTo>
                  <a:lnTo>
                    <a:pt x="24" y="71"/>
                  </a:lnTo>
                  <a:lnTo>
                    <a:pt x="27" y="61"/>
                  </a:lnTo>
                  <a:lnTo>
                    <a:pt x="28" y="50"/>
                  </a:lnTo>
                  <a:lnTo>
                    <a:pt x="29" y="38"/>
                  </a:lnTo>
                  <a:lnTo>
                    <a:pt x="29" y="27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6" y="1"/>
                  </a:lnTo>
                  <a:lnTo>
                    <a:pt x="24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0" y="26"/>
                  </a:lnTo>
                  <a:lnTo>
                    <a:pt x="19" y="47"/>
                  </a:lnTo>
                  <a:lnTo>
                    <a:pt x="18" y="58"/>
                  </a:lnTo>
                  <a:lnTo>
                    <a:pt x="16" y="67"/>
                  </a:lnTo>
                  <a:lnTo>
                    <a:pt x="11" y="76"/>
                  </a:lnTo>
                  <a:lnTo>
                    <a:pt x="6" y="86"/>
                  </a:lnTo>
                  <a:lnTo>
                    <a:pt x="6" y="86"/>
                  </a:lnTo>
                  <a:lnTo>
                    <a:pt x="3" y="87"/>
                  </a:lnTo>
                  <a:lnTo>
                    <a:pt x="2" y="89"/>
                  </a:lnTo>
                  <a:lnTo>
                    <a:pt x="1" y="91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11" y="94"/>
                  </a:lnTo>
                  <a:lnTo>
                    <a:pt x="11" y="94"/>
                  </a:lnTo>
                  <a:lnTo>
                    <a:pt x="14" y="93"/>
                  </a:lnTo>
                  <a:lnTo>
                    <a:pt x="15" y="91"/>
                  </a:lnTo>
                  <a:lnTo>
                    <a:pt x="15" y="9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1" name="Freeform 850"/>
            <p:cNvSpPr/>
            <p:nvPr/>
          </p:nvSpPr>
          <p:spPr bwMode="auto">
            <a:xfrm>
              <a:off x="2732088" y="1708150"/>
              <a:ext cx="11113" cy="53975"/>
            </a:xfrm>
            <a:custGeom>
              <a:avLst/>
              <a:gdLst/>
              <a:ahLst/>
              <a:cxnLst>
                <a:cxn ang="0">
                  <a:pos x="20" y="5"/>
                </a:cxn>
                <a:cxn ang="0">
                  <a:pos x="20" y="5"/>
                </a:cxn>
                <a:cxn ang="0">
                  <a:pos x="19" y="3"/>
                </a:cxn>
                <a:cxn ang="0">
                  <a:pos x="18" y="1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1"/>
                </a:cxn>
                <a:cxn ang="0">
                  <a:pos x="11" y="3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2" y="28"/>
                </a:cxn>
                <a:cxn ang="0">
                  <a:pos x="13" y="53"/>
                </a:cxn>
                <a:cxn ang="0">
                  <a:pos x="13" y="64"/>
                </a:cxn>
                <a:cxn ang="0">
                  <a:pos x="11" y="75"/>
                </a:cxn>
                <a:cxn ang="0">
                  <a:pos x="7" y="87"/>
                </a:cxn>
                <a:cxn ang="0">
                  <a:pos x="4" y="92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10" y="102"/>
                </a:cxn>
                <a:cxn ang="0">
                  <a:pos x="10" y="102"/>
                </a:cxn>
                <a:cxn ang="0">
                  <a:pos x="13" y="96"/>
                </a:cxn>
                <a:cxn ang="0">
                  <a:pos x="16" y="91"/>
                </a:cxn>
                <a:cxn ang="0">
                  <a:pos x="20" y="79"/>
                </a:cxn>
                <a:cxn ang="0">
                  <a:pos x="22" y="67"/>
                </a:cxn>
                <a:cxn ang="0">
                  <a:pos x="22" y="55"/>
                </a:cxn>
                <a:cxn ang="0">
                  <a:pos x="22" y="42"/>
                </a:cxn>
                <a:cxn ang="0">
                  <a:pos x="21" y="29"/>
                </a:cxn>
                <a:cxn ang="0">
                  <a:pos x="20" y="5"/>
                </a:cxn>
                <a:cxn ang="0">
                  <a:pos x="20" y="5"/>
                </a:cxn>
              </a:cxnLst>
              <a:rect l="0" t="0" r="r" b="b"/>
              <a:pathLst>
                <a:path w="22" h="104">
                  <a:moveTo>
                    <a:pt x="20" y="5"/>
                  </a:moveTo>
                  <a:lnTo>
                    <a:pt x="20" y="5"/>
                  </a:lnTo>
                  <a:lnTo>
                    <a:pt x="19" y="3"/>
                  </a:lnTo>
                  <a:lnTo>
                    <a:pt x="18" y="1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1"/>
                  </a:lnTo>
                  <a:lnTo>
                    <a:pt x="11" y="3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2" y="28"/>
                  </a:lnTo>
                  <a:lnTo>
                    <a:pt x="13" y="53"/>
                  </a:lnTo>
                  <a:lnTo>
                    <a:pt x="13" y="64"/>
                  </a:lnTo>
                  <a:lnTo>
                    <a:pt x="11" y="75"/>
                  </a:lnTo>
                  <a:lnTo>
                    <a:pt x="7" y="87"/>
                  </a:lnTo>
                  <a:lnTo>
                    <a:pt x="4" y="92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10" y="102"/>
                  </a:lnTo>
                  <a:lnTo>
                    <a:pt x="10" y="102"/>
                  </a:lnTo>
                  <a:lnTo>
                    <a:pt x="13" y="96"/>
                  </a:lnTo>
                  <a:lnTo>
                    <a:pt x="16" y="91"/>
                  </a:lnTo>
                  <a:lnTo>
                    <a:pt x="20" y="79"/>
                  </a:lnTo>
                  <a:lnTo>
                    <a:pt x="22" y="67"/>
                  </a:lnTo>
                  <a:lnTo>
                    <a:pt x="22" y="55"/>
                  </a:lnTo>
                  <a:lnTo>
                    <a:pt x="22" y="42"/>
                  </a:lnTo>
                  <a:lnTo>
                    <a:pt x="21" y="29"/>
                  </a:lnTo>
                  <a:lnTo>
                    <a:pt x="20" y="5"/>
                  </a:lnTo>
                  <a:lnTo>
                    <a:pt x="2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2" name="Freeform 851"/>
            <p:cNvSpPr/>
            <p:nvPr/>
          </p:nvSpPr>
          <p:spPr bwMode="auto">
            <a:xfrm>
              <a:off x="2765425" y="1674813"/>
              <a:ext cx="7938" cy="55563"/>
            </a:xfrm>
            <a:custGeom>
              <a:avLst/>
              <a:gdLst/>
              <a:ahLst/>
              <a:cxnLst>
                <a:cxn ang="0">
                  <a:pos x="15" y="94"/>
                </a:cxn>
                <a:cxn ang="0">
                  <a:pos x="15" y="94"/>
                </a:cxn>
                <a:cxn ang="0">
                  <a:pos x="14" y="72"/>
                </a:cxn>
                <a:cxn ang="0">
                  <a:pos x="12" y="50"/>
                </a:cxn>
                <a:cxn ang="0">
                  <a:pos x="11" y="2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9"/>
                </a:cxn>
                <a:cxn ang="0">
                  <a:pos x="2" y="53"/>
                </a:cxn>
                <a:cxn ang="0">
                  <a:pos x="4" y="76"/>
                </a:cxn>
                <a:cxn ang="0">
                  <a:pos x="5" y="100"/>
                </a:cxn>
                <a:cxn ang="0">
                  <a:pos x="5" y="100"/>
                </a:cxn>
                <a:cxn ang="0">
                  <a:pos x="5" y="102"/>
                </a:cxn>
                <a:cxn ang="0">
                  <a:pos x="6" y="103"/>
                </a:cxn>
                <a:cxn ang="0">
                  <a:pos x="8" y="104"/>
                </a:cxn>
                <a:cxn ang="0">
                  <a:pos x="9" y="104"/>
                </a:cxn>
                <a:cxn ang="0">
                  <a:pos x="12" y="104"/>
                </a:cxn>
                <a:cxn ang="0">
                  <a:pos x="13" y="103"/>
                </a:cxn>
                <a:cxn ang="0">
                  <a:pos x="15" y="102"/>
                </a:cxn>
                <a:cxn ang="0">
                  <a:pos x="15" y="100"/>
                </a:cxn>
                <a:cxn ang="0">
                  <a:pos x="15" y="95"/>
                </a:cxn>
                <a:cxn ang="0">
                  <a:pos x="15" y="95"/>
                </a:cxn>
                <a:cxn ang="0">
                  <a:pos x="15" y="94"/>
                </a:cxn>
                <a:cxn ang="0">
                  <a:pos x="15" y="94"/>
                </a:cxn>
              </a:cxnLst>
              <a:rect l="0" t="0" r="r" b="b"/>
              <a:pathLst>
                <a:path w="15" h="104">
                  <a:moveTo>
                    <a:pt x="15" y="94"/>
                  </a:moveTo>
                  <a:lnTo>
                    <a:pt x="15" y="94"/>
                  </a:lnTo>
                  <a:lnTo>
                    <a:pt x="14" y="72"/>
                  </a:lnTo>
                  <a:lnTo>
                    <a:pt x="12" y="50"/>
                  </a:lnTo>
                  <a:lnTo>
                    <a:pt x="11" y="2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9"/>
                  </a:lnTo>
                  <a:lnTo>
                    <a:pt x="2" y="53"/>
                  </a:lnTo>
                  <a:lnTo>
                    <a:pt x="4" y="76"/>
                  </a:lnTo>
                  <a:lnTo>
                    <a:pt x="5" y="100"/>
                  </a:lnTo>
                  <a:lnTo>
                    <a:pt x="5" y="100"/>
                  </a:lnTo>
                  <a:lnTo>
                    <a:pt x="5" y="102"/>
                  </a:lnTo>
                  <a:lnTo>
                    <a:pt x="6" y="103"/>
                  </a:lnTo>
                  <a:lnTo>
                    <a:pt x="8" y="104"/>
                  </a:lnTo>
                  <a:lnTo>
                    <a:pt x="9" y="104"/>
                  </a:lnTo>
                  <a:lnTo>
                    <a:pt x="12" y="104"/>
                  </a:lnTo>
                  <a:lnTo>
                    <a:pt x="13" y="103"/>
                  </a:lnTo>
                  <a:lnTo>
                    <a:pt x="15" y="102"/>
                  </a:lnTo>
                  <a:lnTo>
                    <a:pt x="15" y="100"/>
                  </a:lnTo>
                  <a:lnTo>
                    <a:pt x="15" y="95"/>
                  </a:lnTo>
                  <a:lnTo>
                    <a:pt x="15" y="95"/>
                  </a:lnTo>
                  <a:lnTo>
                    <a:pt x="15" y="94"/>
                  </a:lnTo>
                  <a:lnTo>
                    <a:pt x="15" y="9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3" name="Freeform 852"/>
            <p:cNvSpPr/>
            <p:nvPr/>
          </p:nvSpPr>
          <p:spPr bwMode="auto">
            <a:xfrm>
              <a:off x="2792413" y="1638300"/>
              <a:ext cx="7938" cy="53975"/>
            </a:xfrm>
            <a:custGeom>
              <a:avLst/>
              <a:gdLst/>
              <a:ahLst/>
              <a:cxnLst>
                <a:cxn ang="0">
                  <a:pos x="13" y="4"/>
                </a:cxn>
                <a:cxn ang="0">
                  <a:pos x="13" y="4"/>
                </a:cxn>
                <a:cxn ang="0">
                  <a:pos x="13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6" y="1"/>
                </a:cxn>
                <a:cxn ang="0">
                  <a:pos x="5" y="2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5" y="28"/>
                </a:cxn>
                <a:cxn ang="0">
                  <a:pos x="5" y="51"/>
                </a:cxn>
                <a:cxn ang="0">
                  <a:pos x="5" y="63"/>
                </a:cxn>
                <a:cxn ang="0">
                  <a:pos x="4" y="74"/>
                </a:cxn>
                <a:cxn ang="0">
                  <a:pos x="3" y="8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3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0"/>
                </a:cxn>
                <a:cxn ang="0">
                  <a:pos x="9" y="100"/>
                </a:cxn>
                <a:cxn ang="0">
                  <a:pos x="11" y="89"/>
                </a:cxn>
                <a:cxn ang="0">
                  <a:pos x="13" y="76"/>
                </a:cxn>
                <a:cxn ang="0">
                  <a:pos x="14" y="64"/>
                </a:cxn>
                <a:cxn ang="0">
                  <a:pos x="15" y="52"/>
                </a:cxn>
                <a:cxn ang="0">
                  <a:pos x="14" y="28"/>
                </a:cxn>
                <a:cxn ang="0">
                  <a:pos x="13" y="4"/>
                </a:cxn>
                <a:cxn ang="0">
                  <a:pos x="13" y="4"/>
                </a:cxn>
              </a:cxnLst>
              <a:rect l="0" t="0" r="r" b="b"/>
              <a:pathLst>
                <a:path w="15" h="103">
                  <a:moveTo>
                    <a:pt x="13" y="4"/>
                  </a:moveTo>
                  <a:lnTo>
                    <a:pt x="13" y="4"/>
                  </a:lnTo>
                  <a:lnTo>
                    <a:pt x="13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6" y="1"/>
                  </a:lnTo>
                  <a:lnTo>
                    <a:pt x="5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28"/>
                  </a:lnTo>
                  <a:lnTo>
                    <a:pt x="5" y="51"/>
                  </a:lnTo>
                  <a:lnTo>
                    <a:pt x="5" y="63"/>
                  </a:lnTo>
                  <a:lnTo>
                    <a:pt x="4" y="74"/>
                  </a:lnTo>
                  <a:lnTo>
                    <a:pt x="3" y="8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3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0"/>
                  </a:lnTo>
                  <a:lnTo>
                    <a:pt x="9" y="100"/>
                  </a:lnTo>
                  <a:lnTo>
                    <a:pt x="11" y="89"/>
                  </a:lnTo>
                  <a:lnTo>
                    <a:pt x="13" y="76"/>
                  </a:lnTo>
                  <a:lnTo>
                    <a:pt x="14" y="64"/>
                  </a:lnTo>
                  <a:lnTo>
                    <a:pt x="15" y="52"/>
                  </a:lnTo>
                  <a:lnTo>
                    <a:pt x="14" y="28"/>
                  </a:lnTo>
                  <a:lnTo>
                    <a:pt x="13" y="4"/>
                  </a:lnTo>
                  <a:lnTo>
                    <a:pt x="1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4" name="Freeform 853"/>
            <p:cNvSpPr/>
            <p:nvPr/>
          </p:nvSpPr>
          <p:spPr bwMode="auto">
            <a:xfrm>
              <a:off x="2817813" y="1609725"/>
              <a:ext cx="7938" cy="4286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0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2" y="24"/>
                </a:cxn>
                <a:cxn ang="0">
                  <a:pos x="3" y="33"/>
                </a:cxn>
                <a:cxn ang="0">
                  <a:pos x="5" y="42"/>
                </a:cxn>
                <a:cxn ang="0">
                  <a:pos x="5" y="42"/>
                </a:cxn>
                <a:cxn ang="0">
                  <a:pos x="5" y="59"/>
                </a:cxn>
                <a:cxn ang="0">
                  <a:pos x="5" y="75"/>
                </a:cxn>
                <a:cxn ang="0">
                  <a:pos x="5" y="75"/>
                </a:cxn>
                <a:cxn ang="0">
                  <a:pos x="6" y="77"/>
                </a:cxn>
                <a:cxn ang="0">
                  <a:pos x="7" y="80"/>
                </a:cxn>
                <a:cxn ang="0">
                  <a:pos x="8" y="81"/>
                </a:cxn>
                <a:cxn ang="0">
                  <a:pos x="10" y="81"/>
                </a:cxn>
                <a:cxn ang="0">
                  <a:pos x="11" y="81"/>
                </a:cxn>
                <a:cxn ang="0">
                  <a:pos x="13" y="80"/>
                </a:cxn>
                <a:cxn ang="0">
                  <a:pos x="14" y="77"/>
                </a:cxn>
                <a:cxn ang="0">
                  <a:pos x="14" y="75"/>
                </a:cxn>
                <a:cxn ang="0">
                  <a:pos x="14" y="42"/>
                </a:cxn>
                <a:cxn ang="0">
                  <a:pos x="14" y="42"/>
                </a:cxn>
                <a:cxn ang="0">
                  <a:pos x="14" y="33"/>
                </a:cxn>
                <a:cxn ang="0">
                  <a:pos x="12" y="24"/>
                </a:cxn>
                <a:cxn ang="0">
                  <a:pos x="11" y="14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4" h="81">
                  <a:moveTo>
                    <a:pt x="10" y="5"/>
                  </a:moveTo>
                  <a:lnTo>
                    <a:pt x="10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4"/>
                  </a:lnTo>
                  <a:lnTo>
                    <a:pt x="2" y="24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5" y="59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6" y="77"/>
                  </a:lnTo>
                  <a:lnTo>
                    <a:pt x="7" y="80"/>
                  </a:lnTo>
                  <a:lnTo>
                    <a:pt x="8" y="81"/>
                  </a:lnTo>
                  <a:lnTo>
                    <a:pt x="10" y="81"/>
                  </a:lnTo>
                  <a:lnTo>
                    <a:pt x="11" y="81"/>
                  </a:lnTo>
                  <a:lnTo>
                    <a:pt x="13" y="80"/>
                  </a:lnTo>
                  <a:lnTo>
                    <a:pt x="14" y="77"/>
                  </a:lnTo>
                  <a:lnTo>
                    <a:pt x="14" y="75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14" y="33"/>
                  </a:lnTo>
                  <a:lnTo>
                    <a:pt x="12" y="24"/>
                  </a:lnTo>
                  <a:lnTo>
                    <a:pt x="11" y="14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5" name="Freeform 854"/>
            <p:cNvSpPr/>
            <p:nvPr/>
          </p:nvSpPr>
          <p:spPr bwMode="auto">
            <a:xfrm>
              <a:off x="2847975" y="1576388"/>
              <a:ext cx="7938" cy="33338"/>
            </a:xfrm>
            <a:custGeom>
              <a:avLst/>
              <a:gdLst/>
              <a:ahLst/>
              <a:cxnLst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9"/>
                </a:cxn>
                <a:cxn ang="0">
                  <a:pos x="2" y="31"/>
                </a:cxn>
                <a:cxn ang="0">
                  <a:pos x="3" y="44"/>
                </a:cxn>
                <a:cxn ang="0">
                  <a:pos x="4" y="57"/>
                </a:cxn>
                <a:cxn ang="0">
                  <a:pos x="4" y="57"/>
                </a:cxn>
                <a:cxn ang="0">
                  <a:pos x="5" y="59"/>
                </a:cxn>
                <a:cxn ang="0">
                  <a:pos x="6" y="61"/>
                </a:cxn>
                <a:cxn ang="0">
                  <a:pos x="7" y="62"/>
                </a:cxn>
                <a:cxn ang="0">
                  <a:pos x="9" y="62"/>
                </a:cxn>
                <a:cxn ang="0">
                  <a:pos x="12" y="62"/>
                </a:cxn>
                <a:cxn ang="0">
                  <a:pos x="13" y="61"/>
                </a:cxn>
                <a:cxn ang="0">
                  <a:pos x="14" y="59"/>
                </a:cxn>
                <a:cxn ang="0">
                  <a:pos x="14" y="57"/>
                </a:cxn>
                <a:cxn ang="0">
                  <a:pos x="14" y="57"/>
                </a:cxn>
                <a:cxn ang="0">
                  <a:pos x="14" y="44"/>
                </a:cxn>
                <a:cxn ang="0">
                  <a:pos x="12" y="31"/>
                </a:cxn>
                <a:cxn ang="0">
                  <a:pos x="11" y="19"/>
                </a:cxn>
                <a:cxn ang="0">
                  <a:pos x="9" y="5"/>
                </a:cxn>
                <a:cxn ang="0">
                  <a:pos x="9" y="5"/>
                </a:cxn>
              </a:cxnLst>
              <a:rect l="0" t="0" r="r" b="b"/>
              <a:pathLst>
                <a:path w="14" h="62">
                  <a:moveTo>
                    <a:pt x="9" y="5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9"/>
                  </a:lnTo>
                  <a:lnTo>
                    <a:pt x="2" y="31"/>
                  </a:lnTo>
                  <a:lnTo>
                    <a:pt x="3" y="44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5" y="59"/>
                  </a:lnTo>
                  <a:lnTo>
                    <a:pt x="6" y="61"/>
                  </a:lnTo>
                  <a:lnTo>
                    <a:pt x="7" y="62"/>
                  </a:lnTo>
                  <a:lnTo>
                    <a:pt x="9" y="62"/>
                  </a:lnTo>
                  <a:lnTo>
                    <a:pt x="12" y="62"/>
                  </a:lnTo>
                  <a:lnTo>
                    <a:pt x="13" y="61"/>
                  </a:lnTo>
                  <a:lnTo>
                    <a:pt x="14" y="59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4" y="44"/>
                  </a:lnTo>
                  <a:lnTo>
                    <a:pt x="12" y="31"/>
                  </a:lnTo>
                  <a:lnTo>
                    <a:pt x="11" y="19"/>
                  </a:lnTo>
                  <a:lnTo>
                    <a:pt x="9" y="5"/>
                  </a:lnTo>
                  <a:lnTo>
                    <a:pt x="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6" name="Freeform 855"/>
            <p:cNvSpPr/>
            <p:nvPr/>
          </p:nvSpPr>
          <p:spPr bwMode="auto">
            <a:xfrm>
              <a:off x="2573338" y="1277938"/>
              <a:ext cx="25400" cy="68263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1" y="17"/>
                </a:cxn>
                <a:cxn ang="0">
                  <a:pos x="24" y="31"/>
                </a:cxn>
                <a:cxn ang="0">
                  <a:pos x="19" y="46"/>
                </a:cxn>
                <a:cxn ang="0">
                  <a:pos x="14" y="60"/>
                </a:cxn>
                <a:cxn ang="0">
                  <a:pos x="14" y="60"/>
                </a:cxn>
                <a:cxn ang="0">
                  <a:pos x="10" y="75"/>
                </a:cxn>
                <a:cxn ang="0">
                  <a:pos x="5" y="92"/>
                </a:cxn>
                <a:cxn ang="0">
                  <a:pos x="2" y="109"/>
                </a:cxn>
                <a:cxn ang="0">
                  <a:pos x="0" y="125"/>
                </a:cxn>
                <a:cxn ang="0">
                  <a:pos x="0" y="125"/>
                </a:cxn>
                <a:cxn ang="0">
                  <a:pos x="0" y="127"/>
                </a:cxn>
                <a:cxn ang="0">
                  <a:pos x="1" y="128"/>
                </a:cxn>
                <a:cxn ang="0">
                  <a:pos x="2" y="129"/>
                </a:cxn>
                <a:cxn ang="0">
                  <a:pos x="4" y="129"/>
                </a:cxn>
                <a:cxn ang="0">
                  <a:pos x="7" y="128"/>
                </a:cxn>
                <a:cxn ang="0">
                  <a:pos x="8" y="127"/>
                </a:cxn>
                <a:cxn ang="0">
                  <a:pos x="9" y="125"/>
                </a:cxn>
                <a:cxn ang="0">
                  <a:pos x="9" y="125"/>
                </a:cxn>
                <a:cxn ang="0">
                  <a:pos x="10" y="119"/>
                </a:cxn>
                <a:cxn ang="0">
                  <a:pos x="11" y="113"/>
                </a:cxn>
                <a:cxn ang="0">
                  <a:pos x="15" y="100"/>
                </a:cxn>
                <a:cxn ang="0">
                  <a:pos x="18" y="88"/>
                </a:cxn>
                <a:cxn ang="0">
                  <a:pos x="20" y="82"/>
                </a:cxn>
                <a:cxn ang="0">
                  <a:pos x="21" y="75"/>
                </a:cxn>
                <a:cxn ang="0">
                  <a:pos x="21" y="75"/>
                </a:cxn>
                <a:cxn ang="0">
                  <a:pos x="22" y="66"/>
                </a:cxn>
                <a:cxn ang="0">
                  <a:pos x="24" y="58"/>
                </a:cxn>
                <a:cxn ang="0">
                  <a:pos x="30" y="40"/>
                </a:cxn>
                <a:cxn ang="0">
                  <a:pos x="38" y="23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6" y="2"/>
                </a:cxn>
                <a:cxn ang="0">
                  <a:pos x="44" y="1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129">
                  <a:moveTo>
                    <a:pt x="38" y="2"/>
                  </a:moveTo>
                  <a:lnTo>
                    <a:pt x="38" y="2"/>
                  </a:lnTo>
                  <a:lnTo>
                    <a:pt x="31" y="17"/>
                  </a:lnTo>
                  <a:lnTo>
                    <a:pt x="24" y="31"/>
                  </a:lnTo>
                  <a:lnTo>
                    <a:pt x="19" y="46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0" y="75"/>
                  </a:lnTo>
                  <a:lnTo>
                    <a:pt x="5" y="92"/>
                  </a:lnTo>
                  <a:lnTo>
                    <a:pt x="2" y="109"/>
                  </a:lnTo>
                  <a:lnTo>
                    <a:pt x="0" y="125"/>
                  </a:lnTo>
                  <a:lnTo>
                    <a:pt x="0" y="125"/>
                  </a:lnTo>
                  <a:lnTo>
                    <a:pt x="0" y="127"/>
                  </a:lnTo>
                  <a:lnTo>
                    <a:pt x="1" y="128"/>
                  </a:lnTo>
                  <a:lnTo>
                    <a:pt x="2" y="129"/>
                  </a:lnTo>
                  <a:lnTo>
                    <a:pt x="4" y="129"/>
                  </a:lnTo>
                  <a:lnTo>
                    <a:pt x="7" y="128"/>
                  </a:lnTo>
                  <a:lnTo>
                    <a:pt x="8" y="127"/>
                  </a:lnTo>
                  <a:lnTo>
                    <a:pt x="9" y="125"/>
                  </a:lnTo>
                  <a:lnTo>
                    <a:pt x="9" y="125"/>
                  </a:lnTo>
                  <a:lnTo>
                    <a:pt x="10" y="119"/>
                  </a:lnTo>
                  <a:lnTo>
                    <a:pt x="11" y="113"/>
                  </a:lnTo>
                  <a:lnTo>
                    <a:pt x="15" y="100"/>
                  </a:lnTo>
                  <a:lnTo>
                    <a:pt x="18" y="88"/>
                  </a:lnTo>
                  <a:lnTo>
                    <a:pt x="20" y="82"/>
                  </a:lnTo>
                  <a:lnTo>
                    <a:pt x="21" y="75"/>
                  </a:lnTo>
                  <a:lnTo>
                    <a:pt x="21" y="75"/>
                  </a:lnTo>
                  <a:lnTo>
                    <a:pt x="22" y="66"/>
                  </a:lnTo>
                  <a:lnTo>
                    <a:pt x="24" y="58"/>
                  </a:lnTo>
                  <a:lnTo>
                    <a:pt x="30" y="40"/>
                  </a:lnTo>
                  <a:lnTo>
                    <a:pt x="38" y="23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6" y="2"/>
                  </a:lnTo>
                  <a:lnTo>
                    <a:pt x="44" y="1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7" name="Freeform 856"/>
            <p:cNvSpPr/>
            <p:nvPr/>
          </p:nvSpPr>
          <p:spPr bwMode="auto">
            <a:xfrm>
              <a:off x="2606675" y="1308100"/>
              <a:ext cx="22225" cy="34925"/>
            </a:xfrm>
            <a:custGeom>
              <a:avLst/>
              <a:gdLst/>
              <a:ahLst/>
              <a:cxnLst>
                <a:cxn ang="0">
                  <a:pos x="33" y="1"/>
                </a:cxn>
                <a:cxn ang="0">
                  <a:pos x="33" y="1"/>
                </a:cxn>
                <a:cxn ang="0">
                  <a:pos x="27" y="8"/>
                </a:cxn>
                <a:cxn ang="0">
                  <a:pos x="22" y="14"/>
                </a:cxn>
                <a:cxn ang="0">
                  <a:pos x="13" y="29"/>
                </a:cxn>
                <a:cxn ang="0">
                  <a:pos x="6" y="44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3"/>
                </a:cxn>
                <a:cxn ang="0">
                  <a:pos x="0" y="64"/>
                </a:cxn>
                <a:cxn ang="0">
                  <a:pos x="2" y="65"/>
                </a:cxn>
                <a:cxn ang="0">
                  <a:pos x="3" y="66"/>
                </a:cxn>
                <a:cxn ang="0">
                  <a:pos x="5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9" y="63"/>
                </a:cxn>
                <a:cxn ang="0">
                  <a:pos x="9" y="63"/>
                </a:cxn>
                <a:cxn ang="0">
                  <a:pos x="14" y="48"/>
                </a:cxn>
                <a:cxn ang="0">
                  <a:pos x="21" y="34"/>
                </a:cxn>
                <a:cxn ang="0">
                  <a:pos x="30" y="21"/>
                </a:cxn>
                <a:cxn ang="0">
                  <a:pos x="34" y="14"/>
                </a:cxn>
                <a:cxn ang="0">
                  <a:pos x="39" y="8"/>
                </a:cxn>
                <a:cxn ang="0">
                  <a:pos x="39" y="8"/>
                </a:cxn>
                <a:cxn ang="0">
                  <a:pos x="40" y="6"/>
                </a:cxn>
                <a:cxn ang="0">
                  <a:pos x="41" y="5"/>
                </a:cxn>
                <a:cxn ang="0">
                  <a:pos x="40" y="3"/>
                </a:cxn>
                <a:cxn ang="0">
                  <a:pos x="39" y="2"/>
                </a:cxn>
                <a:cxn ang="0">
                  <a:pos x="38" y="1"/>
                </a:cxn>
                <a:cxn ang="0">
                  <a:pos x="36" y="0"/>
                </a:cxn>
                <a:cxn ang="0">
                  <a:pos x="34" y="0"/>
                </a:cxn>
                <a:cxn ang="0">
                  <a:pos x="33" y="1"/>
                </a:cxn>
                <a:cxn ang="0">
                  <a:pos x="33" y="1"/>
                </a:cxn>
              </a:cxnLst>
              <a:rect l="0" t="0" r="r" b="b"/>
              <a:pathLst>
                <a:path w="41" h="66">
                  <a:moveTo>
                    <a:pt x="33" y="1"/>
                  </a:moveTo>
                  <a:lnTo>
                    <a:pt x="33" y="1"/>
                  </a:lnTo>
                  <a:lnTo>
                    <a:pt x="27" y="8"/>
                  </a:lnTo>
                  <a:lnTo>
                    <a:pt x="22" y="14"/>
                  </a:lnTo>
                  <a:lnTo>
                    <a:pt x="13" y="29"/>
                  </a:lnTo>
                  <a:lnTo>
                    <a:pt x="6" y="44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0" y="64"/>
                  </a:lnTo>
                  <a:lnTo>
                    <a:pt x="2" y="65"/>
                  </a:lnTo>
                  <a:lnTo>
                    <a:pt x="3" y="66"/>
                  </a:lnTo>
                  <a:lnTo>
                    <a:pt x="5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9" y="63"/>
                  </a:lnTo>
                  <a:lnTo>
                    <a:pt x="9" y="63"/>
                  </a:lnTo>
                  <a:lnTo>
                    <a:pt x="14" y="48"/>
                  </a:lnTo>
                  <a:lnTo>
                    <a:pt x="21" y="34"/>
                  </a:lnTo>
                  <a:lnTo>
                    <a:pt x="30" y="21"/>
                  </a:lnTo>
                  <a:lnTo>
                    <a:pt x="34" y="14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40" y="6"/>
                  </a:lnTo>
                  <a:lnTo>
                    <a:pt x="41" y="5"/>
                  </a:lnTo>
                  <a:lnTo>
                    <a:pt x="40" y="3"/>
                  </a:lnTo>
                  <a:lnTo>
                    <a:pt x="39" y="2"/>
                  </a:lnTo>
                  <a:lnTo>
                    <a:pt x="38" y="1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1"/>
                  </a:lnTo>
                  <a:lnTo>
                    <a:pt x="3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8" name="Freeform 857"/>
            <p:cNvSpPr/>
            <p:nvPr/>
          </p:nvSpPr>
          <p:spPr bwMode="auto">
            <a:xfrm>
              <a:off x="2646363" y="1443038"/>
              <a:ext cx="19050" cy="41275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8" y="20"/>
                </a:cxn>
                <a:cxn ang="0">
                  <a:pos x="9" y="37"/>
                </a:cxn>
                <a:cxn ang="0">
                  <a:pos x="6" y="45"/>
                </a:cxn>
                <a:cxn ang="0">
                  <a:pos x="3" y="55"/>
                </a:cxn>
                <a:cxn ang="0">
                  <a:pos x="1" y="64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1" y="76"/>
                </a:cxn>
                <a:cxn ang="0">
                  <a:pos x="2" y="77"/>
                </a:cxn>
                <a:cxn ang="0">
                  <a:pos x="3" y="78"/>
                </a:cxn>
                <a:cxn ang="0">
                  <a:pos x="5" y="78"/>
                </a:cxn>
                <a:cxn ang="0">
                  <a:pos x="7" y="78"/>
                </a:cxn>
                <a:cxn ang="0">
                  <a:pos x="8" y="77"/>
                </a:cxn>
                <a:cxn ang="0">
                  <a:pos x="9" y="76"/>
                </a:cxn>
                <a:cxn ang="0">
                  <a:pos x="10" y="74"/>
                </a:cxn>
                <a:cxn ang="0">
                  <a:pos x="10" y="74"/>
                </a:cxn>
                <a:cxn ang="0">
                  <a:pos x="10" y="65"/>
                </a:cxn>
                <a:cxn ang="0">
                  <a:pos x="12" y="56"/>
                </a:cxn>
                <a:cxn ang="0">
                  <a:pos x="16" y="47"/>
                </a:cxn>
                <a:cxn ang="0">
                  <a:pos x="19" y="39"/>
                </a:cxn>
                <a:cxn ang="0">
                  <a:pos x="26" y="23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5" y="5"/>
                </a:cxn>
                <a:cxn ang="0">
                  <a:pos x="35" y="3"/>
                </a:cxn>
                <a:cxn ang="0">
                  <a:pos x="34" y="2"/>
                </a:cxn>
                <a:cxn ang="0">
                  <a:pos x="32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1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5" h="78">
                  <a:moveTo>
                    <a:pt x="26" y="2"/>
                  </a:moveTo>
                  <a:lnTo>
                    <a:pt x="26" y="2"/>
                  </a:lnTo>
                  <a:lnTo>
                    <a:pt x="18" y="20"/>
                  </a:lnTo>
                  <a:lnTo>
                    <a:pt x="9" y="37"/>
                  </a:lnTo>
                  <a:lnTo>
                    <a:pt x="6" y="45"/>
                  </a:lnTo>
                  <a:lnTo>
                    <a:pt x="3" y="55"/>
                  </a:lnTo>
                  <a:lnTo>
                    <a:pt x="1" y="6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1" y="76"/>
                  </a:lnTo>
                  <a:lnTo>
                    <a:pt x="2" y="77"/>
                  </a:lnTo>
                  <a:lnTo>
                    <a:pt x="3" y="78"/>
                  </a:lnTo>
                  <a:lnTo>
                    <a:pt x="5" y="78"/>
                  </a:lnTo>
                  <a:lnTo>
                    <a:pt x="7" y="78"/>
                  </a:lnTo>
                  <a:lnTo>
                    <a:pt x="8" y="77"/>
                  </a:lnTo>
                  <a:lnTo>
                    <a:pt x="9" y="76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65"/>
                  </a:lnTo>
                  <a:lnTo>
                    <a:pt x="12" y="56"/>
                  </a:lnTo>
                  <a:lnTo>
                    <a:pt x="16" y="47"/>
                  </a:lnTo>
                  <a:lnTo>
                    <a:pt x="19" y="39"/>
                  </a:lnTo>
                  <a:lnTo>
                    <a:pt x="26" y="23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5" y="5"/>
                  </a:lnTo>
                  <a:lnTo>
                    <a:pt x="35" y="3"/>
                  </a:lnTo>
                  <a:lnTo>
                    <a:pt x="34" y="2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1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79" name="Freeform 858"/>
            <p:cNvSpPr/>
            <p:nvPr/>
          </p:nvSpPr>
          <p:spPr bwMode="auto">
            <a:xfrm>
              <a:off x="2684463" y="1452563"/>
              <a:ext cx="17463" cy="34925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2"/>
                </a:cxn>
                <a:cxn ang="0">
                  <a:pos x="17" y="15"/>
                </a:cxn>
                <a:cxn ang="0">
                  <a:pos x="9" y="30"/>
                </a:cxn>
                <a:cxn ang="0">
                  <a:pos x="5" y="37"/>
                </a:cxn>
                <a:cxn ang="0">
                  <a:pos x="2" y="44"/>
                </a:cxn>
                <a:cxn ang="0">
                  <a:pos x="1" y="52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3"/>
                </a:cxn>
                <a:cxn ang="0">
                  <a:pos x="1" y="64"/>
                </a:cxn>
                <a:cxn ang="0">
                  <a:pos x="2" y="65"/>
                </a:cxn>
                <a:cxn ang="0">
                  <a:pos x="4" y="65"/>
                </a:cxn>
                <a:cxn ang="0">
                  <a:pos x="7" y="65"/>
                </a:cxn>
                <a:cxn ang="0">
                  <a:pos x="8" y="64"/>
                </a:cxn>
                <a:cxn ang="0">
                  <a:pos x="9" y="63"/>
                </a:cxn>
                <a:cxn ang="0">
                  <a:pos x="10" y="61"/>
                </a:cxn>
                <a:cxn ang="0">
                  <a:pos x="10" y="61"/>
                </a:cxn>
                <a:cxn ang="0">
                  <a:pos x="11" y="53"/>
                </a:cxn>
                <a:cxn ang="0">
                  <a:pos x="12" y="46"/>
                </a:cxn>
                <a:cxn ang="0">
                  <a:pos x="15" y="39"/>
                </a:cxn>
                <a:cxn ang="0">
                  <a:pos x="18" y="32"/>
                </a:cxn>
                <a:cxn ang="0">
                  <a:pos x="26" y="18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4" y="4"/>
                </a:cxn>
                <a:cxn ang="0">
                  <a:pos x="34" y="3"/>
                </a:cxn>
                <a:cxn ang="0">
                  <a:pos x="34" y="1"/>
                </a:cxn>
                <a:cxn ang="0">
                  <a:pos x="32" y="0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7" y="0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65">
                  <a:moveTo>
                    <a:pt x="26" y="2"/>
                  </a:moveTo>
                  <a:lnTo>
                    <a:pt x="26" y="2"/>
                  </a:lnTo>
                  <a:lnTo>
                    <a:pt x="17" y="15"/>
                  </a:lnTo>
                  <a:lnTo>
                    <a:pt x="9" y="30"/>
                  </a:lnTo>
                  <a:lnTo>
                    <a:pt x="5" y="37"/>
                  </a:lnTo>
                  <a:lnTo>
                    <a:pt x="2" y="44"/>
                  </a:lnTo>
                  <a:lnTo>
                    <a:pt x="1" y="52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2" y="65"/>
                  </a:lnTo>
                  <a:lnTo>
                    <a:pt x="4" y="65"/>
                  </a:lnTo>
                  <a:lnTo>
                    <a:pt x="7" y="65"/>
                  </a:lnTo>
                  <a:lnTo>
                    <a:pt x="8" y="64"/>
                  </a:lnTo>
                  <a:lnTo>
                    <a:pt x="9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1" y="53"/>
                  </a:lnTo>
                  <a:lnTo>
                    <a:pt x="12" y="46"/>
                  </a:lnTo>
                  <a:lnTo>
                    <a:pt x="15" y="39"/>
                  </a:lnTo>
                  <a:lnTo>
                    <a:pt x="18" y="32"/>
                  </a:lnTo>
                  <a:lnTo>
                    <a:pt x="26" y="18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4" y="4"/>
                  </a:lnTo>
                  <a:lnTo>
                    <a:pt x="34" y="3"/>
                  </a:lnTo>
                  <a:lnTo>
                    <a:pt x="34" y="1"/>
                  </a:lnTo>
                  <a:lnTo>
                    <a:pt x="32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0" name="Freeform 859"/>
            <p:cNvSpPr/>
            <p:nvPr/>
          </p:nvSpPr>
          <p:spPr bwMode="auto">
            <a:xfrm>
              <a:off x="2724150" y="1473200"/>
              <a:ext cx="4763" cy="111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9"/>
                </a:cxn>
                <a:cxn ang="0">
                  <a:pos x="2" y="20"/>
                </a:cxn>
                <a:cxn ang="0">
                  <a:pos x="3" y="21"/>
                </a:cxn>
                <a:cxn ang="0">
                  <a:pos x="5" y="21"/>
                </a:cxn>
                <a:cxn ang="0">
                  <a:pos x="6" y="21"/>
                </a:cxn>
                <a:cxn ang="0">
                  <a:pos x="8" y="20"/>
                </a:cxn>
                <a:cxn ang="0">
                  <a:pos x="9" y="19"/>
                </a:cxn>
                <a:cxn ang="0">
                  <a:pos x="9" y="17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21">
                  <a:moveTo>
                    <a:pt x="0" y="5"/>
                  </a:moveTo>
                  <a:lnTo>
                    <a:pt x="0" y="17"/>
                  </a:lnTo>
                  <a:lnTo>
                    <a:pt x="0" y="17"/>
                  </a:lnTo>
                  <a:lnTo>
                    <a:pt x="1" y="19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6" y="21"/>
                  </a:lnTo>
                  <a:lnTo>
                    <a:pt x="8" y="20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1" name="Freeform 860"/>
            <p:cNvSpPr/>
            <p:nvPr/>
          </p:nvSpPr>
          <p:spPr bwMode="auto">
            <a:xfrm>
              <a:off x="2386013" y="1473200"/>
              <a:ext cx="15875" cy="47625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5"/>
                </a:cxn>
                <a:cxn ang="0">
                  <a:pos x="18" y="15"/>
                </a:cxn>
                <a:cxn ang="0">
                  <a:pos x="16" y="26"/>
                </a:cxn>
                <a:cxn ang="0">
                  <a:pos x="10" y="45"/>
                </a:cxn>
                <a:cxn ang="0">
                  <a:pos x="3" y="66"/>
                </a:cxn>
                <a:cxn ang="0">
                  <a:pos x="1" y="76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0" y="89"/>
                </a:cxn>
                <a:cxn ang="0">
                  <a:pos x="1" y="91"/>
                </a:cxn>
                <a:cxn ang="0">
                  <a:pos x="3" y="91"/>
                </a:cxn>
                <a:cxn ang="0">
                  <a:pos x="5" y="92"/>
                </a:cxn>
                <a:cxn ang="0">
                  <a:pos x="7" y="91"/>
                </a:cxn>
                <a:cxn ang="0">
                  <a:pos x="9" y="91"/>
                </a:cxn>
                <a:cxn ang="0">
                  <a:pos x="10" y="89"/>
                </a:cxn>
                <a:cxn ang="0">
                  <a:pos x="10" y="87"/>
                </a:cxn>
                <a:cxn ang="0">
                  <a:pos x="10" y="87"/>
                </a:cxn>
                <a:cxn ang="0">
                  <a:pos x="11" y="76"/>
                </a:cxn>
                <a:cxn ang="0">
                  <a:pos x="13" y="66"/>
                </a:cxn>
                <a:cxn ang="0">
                  <a:pos x="19" y="45"/>
                </a:cxn>
                <a:cxn ang="0">
                  <a:pos x="25" y="26"/>
                </a:cxn>
                <a:cxn ang="0">
                  <a:pos x="27" y="15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8" y="3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29" h="92">
                  <a:moveTo>
                    <a:pt x="19" y="5"/>
                  </a:moveTo>
                  <a:lnTo>
                    <a:pt x="19" y="5"/>
                  </a:lnTo>
                  <a:lnTo>
                    <a:pt x="18" y="15"/>
                  </a:lnTo>
                  <a:lnTo>
                    <a:pt x="16" y="26"/>
                  </a:lnTo>
                  <a:lnTo>
                    <a:pt x="10" y="45"/>
                  </a:lnTo>
                  <a:lnTo>
                    <a:pt x="3" y="66"/>
                  </a:lnTo>
                  <a:lnTo>
                    <a:pt x="1" y="7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9"/>
                  </a:lnTo>
                  <a:lnTo>
                    <a:pt x="1" y="91"/>
                  </a:lnTo>
                  <a:lnTo>
                    <a:pt x="3" y="91"/>
                  </a:lnTo>
                  <a:lnTo>
                    <a:pt x="5" y="92"/>
                  </a:lnTo>
                  <a:lnTo>
                    <a:pt x="7" y="91"/>
                  </a:lnTo>
                  <a:lnTo>
                    <a:pt x="9" y="91"/>
                  </a:lnTo>
                  <a:lnTo>
                    <a:pt x="10" y="89"/>
                  </a:lnTo>
                  <a:lnTo>
                    <a:pt x="10" y="87"/>
                  </a:lnTo>
                  <a:lnTo>
                    <a:pt x="10" y="87"/>
                  </a:lnTo>
                  <a:lnTo>
                    <a:pt x="11" y="76"/>
                  </a:lnTo>
                  <a:lnTo>
                    <a:pt x="13" y="66"/>
                  </a:lnTo>
                  <a:lnTo>
                    <a:pt x="19" y="45"/>
                  </a:lnTo>
                  <a:lnTo>
                    <a:pt x="25" y="26"/>
                  </a:lnTo>
                  <a:lnTo>
                    <a:pt x="27" y="15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8" y="3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2" name="Freeform 861"/>
            <p:cNvSpPr/>
            <p:nvPr/>
          </p:nvSpPr>
          <p:spPr bwMode="auto">
            <a:xfrm>
              <a:off x="2422525" y="1492250"/>
              <a:ext cx="12700" cy="31750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3" y="3"/>
                </a:cxn>
                <a:cxn ang="0">
                  <a:pos x="5" y="29"/>
                </a:cxn>
                <a:cxn ang="0">
                  <a:pos x="2" y="41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57"/>
                </a:cxn>
                <a:cxn ang="0">
                  <a:pos x="2" y="59"/>
                </a:cxn>
                <a:cxn ang="0">
                  <a:pos x="3" y="59"/>
                </a:cxn>
                <a:cxn ang="0">
                  <a:pos x="5" y="60"/>
                </a:cxn>
                <a:cxn ang="0">
                  <a:pos x="6" y="59"/>
                </a:cxn>
                <a:cxn ang="0">
                  <a:pos x="8" y="59"/>
                </a:cxn>
                <a:cxn ang="0">
                  <a:pos x="9" y="57"/>
                </a:cxn>
                <a:cxn ang="0">
                  <a:pos x="9" y="55"/>
                </a:cxn>
                <a:cxn ang="0">
                  <a:pos x="9" y="55"/>
                </a:cxn>
                <a:cxn ang="0">
                  <a:pos x="11" y="42"/>
                </a:cxn>
                <a:cxn ang="0">
                  <a:pos x="14" y="30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1" y="2"/>
                </a:cxn>
                <a:cxn ang="0">
                  <a:pos x="20" y="1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22" h="60">
                  <a:moveTo>
                    <a:pt x="13" y="3"/>
                  </a:moveTo>
                  <a:lnTo>
                    <a:pt x="13" y="3"/>
                  </a:lnTo>
                  <a:lnTo>
                    <a:pt x="5" y="29"/>
                  </a:lnTo>
                  <a:lnTo>
                    <a:pt x="2" y="4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7"/>
                  </a:lnTo>
                  <a:lnTo>
                    <a:pt x="2" y="59"/>
                  </a:lnTo>
                  <a:lnTo>
                    <a:pt x="3" y="59"/>
                  </a:lnTo>
                  <a:lnTo>
                    <a:pt x="5" y="60"/>
                  </a:lnTo>
                  <a:lnTo>
                    <a:pt x="6" y="59"/>
                  </a:lnTo>
                  <a:lnTo>
                    <a:pt x="8" y="59"/>
                  </a:lnTo>
                  <a:lnTo>
                    <a:pt x="9" y="57"/>
                  </a:lnTo>
                  <a:lnTo>
                    <a:pt x="9" y="55"/>
                  </a:lnTo>
                  <a:lnTo>
                    <a:pt x="9" y="55"/>
                  </a:lnTo>
                  <a:lnTo>
                    <a:pt x="11" y="42"/>
                  </a:lnTo>
                  <a:lnTo>
                    <a:pt x="14" y="3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1" y="2"/>
                  </a:lnTo>
                  <a:lnTo>
                    <a:pt x="20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3" name="Freeform 862"/>
            <p:cNvSpPr/>
            <p:nvPr/>
          </p:nvSpPr>
          <p:spPr bwMode="auto">
            <a:xfrm>
              <a:off x="2322513" y="1298575"/>
              <a:ext cx="19050" cy="476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3" y="16"/>
                </a:cxn>
                <a:cxn ang="0">
                  <a:pos x="20" y="26"/>
                </a:cxn>
                <a:cxn ang="0">
                  <a:pos x="16" y="35"/>
                </a:cxn>
                <a:cxn ang="0">
                  <a:pos x="12" y="46"/>
                </a:cxn>
                <a:cxn ang="0">
                  <a:pos x="7" y="55"/>
                </a:cxn>
                <a:cxn ang="0">
                  <a:pos x="4" y="65"/>
                </a:cxn>
                <a:cxn ang="0">
                  <a:pos x="1" y="76"/>
                </a:cxn>
                <a:cxn ang="0">
                  <a:pos x="0" y="87"/>
                </a:cxn>
                <a:cxn ang="0">
                  <a:pos x="0" y="87"/>
                </a:cxn>
                <a:cxn ang="0">
                  <a:pos x="0" y="89"/>
                </a:cxn>
                <a:cxn ang="0">
                  <a:pos x="1" y="90"/>
                </a:cxn>
                <a:cxn ang="0">
                  <a:pos x="2" y="91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7" y="90"/>
                </a:cxn>
                <a:cxn ang="0">
                  <a:pos x="8" y="89"/>
                </a:cxn>
                <a:cxn ang="0">
                  <a:pos x="9" y="87"/>
                </a:cxn>
                <a:cxn ang="0">
                  <a:pos x="9" y="87"/>
                </a:cxn>
                <a:cxn ang="0">
                  <a:pos x="10" y="76"/>
                </a:cxn>
                <a:cxn ang="0">
                  <a:pos x="13" y="65"/>
                </a:cxn>
                <a:cxn ang="0">
                  <a:pos x="17" y="55"/>
                </a:cxn>
                <a:cxn ang="0">
                  <a:pos x="21" y="46"/>
                </a:cxn>
                <a:cxn ang="0">
                  <a:pos x="25" y="35"/>
                </a:cxn>
                <a:cxn ang="0">
                  <a:pos x="30" y="26"/>
                </a:cxn>
                <a:cxn ang="0">
                  <a:pos x="33" y="16"/>
                </a:cxn>
                <a:cxn ang="0">
                  <a:pos x="34" y="4"/>
                </a:cxn>
                <a:cxn ang="0">
                  <a:pos x="34" y="4"/>
                </a:cxn>
                <a:cxn ang="0">
                  <a:pos x="34" y="2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7" y="0"/>
                </a:cxn>
                <a:cxn ang="0">
                  <a:pos x="26" y="1"/>
                </a:cxn>
                <a:cxn ang="0">
                  <a:pos x="25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4" h="91">
                  <a:moveTo>
                    <a:pt x="24" y="4"/>
                  </a:moveTo>
                  <a:lnTo>
                    <a:pt x="24" y="4"/>
                  </a:lnTo>
                  <a:lnTo>
                    <a:pt x="23" y="16"/>
                  </a:lnTo>
                  <a:lnTo>
                    <a:pt x="20" y="26"/>
                  </a:lnTo>
                  <a:lnTo>
                    <a:pt x="16" y="35"/>
                  </a:lnTo>
                  <a:lnTo>
                    <a:pt x="12" y="46"/>
                  </a:lnTo>
                  <a:lnTo>
                    <a:pt x="7" y="55"/>
                  </a:lnTo>
                  <a:lnTo>
                    <a:pt x="4" y="65"/>
                  </a:lnTo>
                  <a:lnTo>
                    <a:pt x="1" y="7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89"/>
                  </a:lnTo>
                  <a:lnTo>
                    <a:pt x="1" y="90"/>
                  </a:lnTo>
                  <a:lnTo>
                    <a:pt x="2" y="91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7" y="90"/>
                  </a:lnTo>
                  <a:lnTo>
                    <a:pt x="8" y="89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0" y="76"/>
                  </a:lnTo>
                  <a:lnTo>
                    <a:pt x="13" y="65"/>
                  </a:lnTo>
                  <a:lnTo>
                    <a:pt x="17" y="55"/>
                  </a:lnTo>
                  <a:lnTo>
                    <a:pt x="21" y="46"/>
                  </a:lnTo>
                  <a:lnTo>
                    <a:pt x="25" y="35"/>
                  </a:lnTo>
                  <a:lnTo>
                    <a:pt x="30" y="26"/>
                  </a:lnTo>
                  <a:lnTo>
                    <a:pt x="33" y="16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4" y="2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6" y="1"/>
                  </a:lnTo>
                  <a:lnTo>
                    <a:pt x="25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4" name="Freeform 863"/>
            <p:cNvSpPr/>
            <p:nvPr/>
          </p:nvSpPr>
          <p:spPr bwMode="auto">
            <a:xfrm>
              <a:off x="2355850" y="1304925"/>
              <a:ext cx="22225" cy="34925"/>
            </a:xfrm>
            <a:custGeom>
              <a:avLst/>
              <a:gdLst/>
              <a:ahLst/>
              <a:cxnLst>
                <a:cxn ang="0">
                  <a:pos x="32" y="2"/>
                </a:cxn>
                <a:cxn ang="0">
                  <a:pos x="32" y="2"/>
                </a:cxn>
                <a:cxn ang="0">
                  <a:pos x="21" y="16"/>
                </a:cxn>
                <a:cxn ang="0">
                  <a:pos x="11" y="30"/>
                </a:cxn>
                <a:cxn ang="0">
                  <a:pos x="7" y="37"/>
                </a:cxn>
                <a:cxn ang="0">
                  <a:pos x="4" y="45"/>
                </a:cxn>
                <a:cxn ang="0">
                  <a:pos x="1" y="52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0" y="64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7" y="65"/>
                </a:cxn>
                <a:cxn ang="0">
                  <a:pos x="9" y="64"/>
                </a:cxn>
                <a:cxn ang="0">
                  <a:pos x="9" y="62"/>
                </a:cxn>
                <a:cxn ang="0">
                  <a:pos x="9" y="62"/>
                </a:cxn>
                <a:cxn ang="0">
                  <a:pos x="10" y="53"/>
                </a:cxn>
                <a:cxn ang="0">
                  <a:pos x="13" y="46"/>
                </a:cxn>
                <a:cxn ang="0">
                  <a:pos x="16" y="39"/>
                </a:cxn>
                <a:cxn ang="0">
                  <a:pos x="20" y="33"/>
                </a:cxn>
                <a:cxn ang="0">
                  <a:pos x="31" y="19"/>
                </a:cxn>
                <a:cxn ang="0">
                  <a:pos x="40" y="7"/>
                </a:cxn>
                <a:cxn ang="0">
                  <a:pos x="40" y="7"/>
                </a:cxn>
                <a:cxn ang="0">
                  <a:pos x="41" y="5"/>
                </a:cxn>
                <a:cxn ang="0">
                  <a:pos x="41" y="3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4" y="1"/>
                </a:cxn>
                <a:cxn ang="0">
                  <a:pos x="32" y="2"/>
                </a:cxn>
                <a:cxn ang="0">
                  <a:pos x="32" y="2"/>
                </a:cxn>
              </a:cxnLst>
              <a:rect l="0" t="0" r="r" b="b"/>
              <a:pathLst>
                <a:path w="41" h="66">
                  <a:moveTo>
                    <a:pt x="32" y="2"/>
                  </a:moveTo>
                  <a:lnTo>
                    <a:pt x="32" y="2"/>
                  </a:lnTo>
                  <a:lnTo>
                    <a:pt x="21" y="16"/>
                  </a:lnTo>
                  <a:lnTo>
                    <a:pt x="11" y="30"/>
                  </a:lnTo>
                  <a:lnTo>
                    <a:pt x="7" y="37"/>
                  </a:lnTo>
                  <a:lnTo>
                    <a:pt x="4" y="45"/>
                  </a:lnTo>
                  <a:lnTo>
                    <a:pt x="1" y="5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4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7" y="65"/>
                  </a:lnTo>
                  <a:lnTo>
                    <a:pt x="9" y="64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0" y="53"/>
                  </a:lnTo>
                  <a:lnTo>
                    <a:pt x="13" y="46"/>
                  </a:lnTo>
                  <a:lnTo>
                    <a:pt x="16" y="39"/>
                  </a:lnTo>
                  <a:lnTo>
                    <a:pt x="20" y="33"/>
                  </a:lnTo>
                  <a:lnTo>
                    <a:pt x="31" y="19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41" y="5"/>
                  </a:lnTo>
                  <a:lnTo>
                    <a:pt x="41" y="3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1"/>
                  </a:lnTo>
                  <a:lnTo>
                    <a:pt x="32" y="2"/>
                  </a:lnTo>
                  <a:lnTo>
                    <a:pt x="3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5" name="Freeform 864"/>
            <p:cNvSpPr/>
            <p:nvPr/>
          </p:nvSpPr>
          <p:spPr bwMode="auto">
            <a:xfrm>
              <a:off x="2382838" y="1314450"/>
              <a:ext cx="22225" cy="42863"/>
            </a:xfrm>
            <a:custGeom>
              <a:avLst/>
              <a:gdLst/>
              <a:ahLst/>
              <a:cxnLst>
                <a:cxn ang="0">
                  <a:pos x="40" y="4"/>
                </a:cxn>
                <a:cxn ang="0">
                  <a:pos x="40" y="4"/>
                </a:cxn>
                <a:cxn ang="0">
                  <a:pos x="40" y="2"/>
                </a:cxn>
                <a:cxn ang="0">
                  <a:pos x="39" y="1"/>
                </a:cxn>
                <a:cxn ang="0">
                  <a:pos x="37" y="0"/>
                </a:cxn>
                <a:cxn ang="0">
                  <a:pos x="35" y="1"/>
                </a:cxn>
                <a:cxn ang="0">
                  <a:pos x="32" y="3"/>
                </a:cxn>
                <a:cxn ang="0">
                  <a:pos x="32" y="4"/>
                </a:cxn>
                <a:cxn ang="0">
                  <a:pos x="32" y="6"/>
                </a:cxn>
                <a:cxn ang="0">
                  <a:pos x="32" y="6"/>
                </a:cxn>
                <a:cxn ang="0">
                  <a:pos x="32" y="12"/>
                </a:cxn>
                <a:cxn ang="0">
                  <a:pos x="31" y="18"/>
                </a:cxn>
                <a:cxn ang="0">
                  <a:pos x="29" y="22"/>
                </a:cxn>
                <a:cxn ang="0">
                  <a:pos x="27" y="27"/>
                </a:cxn>
                <a:cxn ang="0">
                  <a:pos x="20" y="36"/>
                </a:cxn>
                <a:cxn ang="0">
                  <a:pos x="14" y="45"/>
                </a:cxn>
                <a:cxn ang="0">
                  <a:pos x="14" y="45"/>
                </a:cxn>
                <a:cxn ang="0">
                  <a:pos x="8" y="52"/>
                </a:cxn>
                <a:cxn ang="0">
                  <a:pos x="4" y="59"/>
                </a:cxn>
                <a:cxn ang="0">
                  <a:pos x="1" y="66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0" y="77"/>
                </a:cxn>
                <a:cxn ang="0">
                  <a:pos x="1" y="79"/>
                </a:cxn>
                <a:cxn ang="0">
                  <a:pos x="3" y="79"/>
                </a:cxn>
                <a:cxn ang="0">
                  <a:pos x="4" y="80"/>
                </a:cxn>
                <a:cxn ang="0">
                  <a:pos x="6" y="79"/>
                </a:cxn>
                <a:cxn ang="0">
                  <a:pos x="7" y="79"/>
                </a:cxn>
                <a:cxn ang="0">
                  <a:pos x="9" y="77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69"/>
                </a:cxn>
                <a:cxn ang="0">
                  <a:pos x="12" y="65"/>
                </a:cxn>
                <a:cxn ang="0">
                  <a:pos x="16" y="56"/>
                </a:cxn>
                <a:cxn ang="0">
                  <a:pos x="22" y="49"/>
                </a:cxn>
                <a:cxn ang="0">
                  <a:pos x="28" y="41"/>
                </a:cxn>
                <a:cxn ang="0">
                  <a:pos x="34" y="32"/>
                </a:cxn>
                <a:cxn ang="0">
                  <a:pos x="38" y="24"/>
                </a:cxn>
                <a:cxn ang="0">
                  <a:pos x="40" y="20"/>
                </a:cxn>
                <a:cxn ang="0">
                  <a:pos x="42" y="15"/>
                </a:cxn>
                <a:cxn ang="0">
                  <a:pos x="42" y="10"/>
                </a:cxn>
                <a:cxn ang="0">
                  <a:pos x="40" y="4"/>
                </a:cxn>
                <a:cxn ang="0">
                  <a:pos x="40" y="4"/>
                </a:cxn>
              </a:cxnLst>
              <a:rect l="0" t="0" r="r" b="b"/>
              <a:pathLst>
                <a:path w="42" h="80">
                  <a:moveTo>
                    <a:pt x="40" y="4"/>
                  </a:moveTo>
                  <a:lnTo>
                    <a:pt x="40" y="4"/>
                  </a:lnTo>
                  <a:lnTo>
                    <a:pt x="40" y="2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5" y="1"/>
                  </a:lnTo>
                  <a:lnTo>
                    <a:pt x="32" y="3"/>
                  </a:lnTo>
                  <a:lnTo>
                    <a:pt x="32" y="4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12"/>
                  </a:lnTo>
                  <a:lnTo>
                    <a:pt x="31" y="18"/>
                  </a:lnTo>
                  <a:lnTo>
                    <a:pt x="29" y="22"/>
                  </a:lnTo>
                  <a:lnTo>
                    <a:pt x="27" y="27"/>
                  </a:lnTo>
                  <a:lnTo>
                    <a:pt x="20" y="3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8" y="52"/>
                  </a:lnTo>
                  <a:lnTo>
                    <a:pt x="4" y="59"/>
                  </a:lnTo>
                  <a:lnTo>
                    <a:pt x="1" y="66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7"/>
                  </a:lnTo>
                  <a:lnTo>
                    <a:pt x="1" y="79"/>
                  </a:lnTo>
                  <a:lnTo>
                    <a:pt x="3" y="79"/>
                  </a:lnTo>
                  <a:lnTo>
                    <a:pt x="4" y="80"/>
                  </a:lnTo>
                  <a:lnTo>
                    <a:pt x="6" y="79"/>
                  </a:lnTo>
                  <a:lnTo>
                    <a:pt x="7" y="79"/>
                  </a:lnTo>
                  <a:lnTo>
                    <a:pt x="9" y="77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69"/>
                  </a:lnTo>
                  <a:lnTo>
                    <a:pt x="12" y="65"/>
                  </a:lnTo>
                  <a:lnTo>
                    <a:pt x="16" y="56"/>
                  </a:lnTo>
                  <a:lnTo>
                    <a:pt x="22" y="49"/>
                  </a:lnTo>
                  <a:lnTo>
                    <a:pt x="28" y="41"/>
                  </a:lnTo>
                  <a:lnTo>
                    <a:pt x="34" y="32"/>
                  </a:lnTo>
                  <a:lnTo>
                    <a:pt x="38" y="24"/>
                  </a:lnTo>
                  <a:lnTo>
                    <a:pt x="40" y="20"/>
                  </a:lnTo>
                  <a:lnTo>
                    <a:pt x="42" y="15"/>
                  </a:lnTo>
                  <a:lnTo>
                    <a:pt x="42" y="10"/>
                  </a:lnTo>
                  <a:lnTo>
                    <a:pt x="40" y="4"/>
                  </a:lnTo>
                  <a:lnTo>
                    <a:pt x="4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6" name="Freeform 865"/>
            <p:cNvSpPr>
              <a:spLocks noEditPoints="1"/>
            </p:cNvSpPr>
            <p:nvPr/>
          </p:nvSpPr>
          <p:spPr bwMode="auto">
            <a:xfrm>
              <a:off x="2159000" y="1141413"/>
              <a:ext cx="739775" cy="723900"/>
            </a:xfrm>
            <a:custGeom>
              <a:avLst/>
              <a:gdLst/>
              <a:ahLst/>
              <a:cxnLst>
                <a:cxn ang="0">
                  <a:pos x="761" y="1352"/>
                </a:cxn>
                <a:cxn ang="0">
                  <a:pos x="683" y="1296"/>
                </a:cxn>
                <a:cxn ang="0">
                  <a:pos x="639" y="1242"/>
                </a:cxn>
                <a:cxn ang="0">
                  <a:pos x="406" y="1019"/>
                </a:cxn>
                <a:cxn ang="0">
                  <a:pos x="260" y="865"/>
                </a:cxn>
                <a:cxn ang="0">
                  <a:pos x="75" y="672"/>
                </a:cxn>
                <a:cxn ang="0">
                  <a:pos x="27" y="609"/>
                </a:cxn>
                <a:cxn ang="0">
                  <a:pos x="0" y="518"/>
                </a:cxn>
                <a:cxn ang="0">
                  <a:pos x="17" y="455"/>
                </a:cxn>
                <a:cxn ang="0">
                  <a:pos x="61" y="408"/>
                </a:cxn>
                <a:cxn ang="0">
                  <a:pos x="168" y="302"/>
                </a:cxn>
                <a:cxn ang="0">
                  <a:pos x="410" y="87"/>
                </a:cxn>
                <a:cxn ang="0">
                  <a:pos x="502" y="26"/>
                </a:cxn>
                <a:cxn ang="0">
                  <a:pos x="539" y="10"/>
                </a:cxn>
                <a:cxn ang="0">
                  <a:pos x="629" y="2"/>
                </a:cxn>
                <a:cxn ang="0">
                  <a:pos x="689" y="28"/>
                </a:cxn>
                <a:cxn ang="0">
                  <a:pos x="702" y="36"/>
                </a:cxn>
                <a:cxn ang="0">
                  <a:pos x="755" y="111"/>
                </a:cxn>
                <a:cxn ang="0">
                  <a:pos x="937" y="297"/>
                </a:cxn>
                <a:cxn ang="0">
                  <a:pos x="1223" y="573"/>
                </a:cxn>
                <a:cxn ang="0">
                  <a:pos x="1358" y="690"/>
                </a:cxn>
                <a:cxn ang="0">
                  <a:pos x="1386" y="724"/>
                </a:cxn>
                <a:cxn ang="0">
                  <a:pos x="1395" y="808"/>
                </a:cxn>
                <a:cxn ang="0">
                  <a:pos x="1359" y="882"/>
                </a:cxn>
                <a:cxn ang="0">
                  <a:pos x="1337" y="913"/>
                </a:cxn>
                <a:cxn ang="0">
                  <a:pos x="1217" y="1073"/>
                </a:cxn>
                <a:cxn ang="0">
                  <a:pos x="1134" y="1163"/>
                </a:cxn>
                <a:cxn ang="0">
                  <a:pos x="1026" y="1243"/>
                </a:cxn>
                <a:cxn ang="0">
                  <a:pos x="1018" y="1257"/>
                </a:cxn>
                <a:cxn ang="0">
                  <a:pos x="997" y="1285"/>
                </a:cxn>
                <a:cxn ang="0">
                  <a:pos x="980" y="1304"/>
                </a:cxn>
                <a:cxn ang="0">
                  <a:pos x="937" y="1331"/>
                </a:cxn>
                <a:cxn ang="0">
                  <a:pos x="850" y="1366"/>
                </a:cxn>
                <a:cxn ang="0">
                  <a:pos x="601" y="41"/>
                </a:cxn>
                <a:cxn ang="0">
                  <a:pos x="532" y="57"/>
                </a:cxn>
                <a:cxn ang="0">
                  <a:pos x="355" y="185"/>
                </a:cxn>
                <a:cxn ang="0">
                  <a:pos x="95" y="433"/>
                </a:cxn>
                <a:cxn ang="0">
                  <a:pos x="82" y="444"/>
                </a:cxn>
                <a:cxn ang="0">
                  <a:pos x="49" y="479"/>
                </a:cxn>
                <a:cxn ang="0">
                  <a:pos x="41" y="529"/>
                </a:cxn>
                <a:cxn ang="0">
                  <a:pos x="66" y="595"/>
                </a:cxn>
                <a:cxn ang="0">
                  <a:pos x="127" y="658"/>
                </a:cxn>
                <a:cxn ang="0">
                  <a:pos x="136" y="677"/>
                </a:cxn>
                <a:cxn ang="0">
                  <a:pos x="390" y="944"/>
                </a:cxn>
                <a:cxn ang="0">
                  <a:pos x="574" y="1119"/>
                </a:cxn>
                <a:cxn ang="0">
                  <a:pos x="714" y="1263"/>
                </a:cxn>
                <a:cxn ang="0">
                  <a:pos x="748" y="1294"/>
                </a:cxn>
                <a:cxn ang="0">
                  <a:pos x="829" y="1321"/>
                </a:cxn>
                <a:cxn ang="0">
                  <a:pos x="918" y="1290"/>
                </a:cxn>
                <a:cxn ang="0">
                  <a:pos x="991" y="1224"/>
                </a:cxn>
                <a:cxn ang="0">
                  <a:pos x="1081" y="1153"/>
                </a:cxn>
                <a:cxn ang="0">
                  <a:pos x="1195" y="1033"/>
                </a:cxn>
                <a:cxn ang="0">
                  <a:pos x="1286" y="908"/>
                </a:cxn>
                <a:cxn ang="0">
                  <a:pos x="1295" y="888"/>
                </a:cxn>
                <a:cxn ang="0">
                  <a:pos x="1336" y="843"/>
                </a:cxn>
                <a:cxn ang="0">
                  <a:pos x="1358" y="782"/>
                </a:cxn>
                <a:cxn ang="0">
                  <a:pos x="1344" y="735"/>
                </a:cxn>
                <a:cxn ang="0">
                  <a:pos x="1233" y="639"/>
                </a:cxn>
                <a:cxn ang="0">
                  <a:pos x="949" y="365"/>
                </a:cxn>
                <a:cxn ang="0">
                  <a:pos x="782" y="204"/>
                </a:cxn>
                <a:cxn ang="0">
                  <a:pos x="676" y="75"/>
                </a:cxn>
                <a:cxn ang="0">
                  <a:pos x="649" y="52"/>
                </a:cxn>
                <a:cxn ang="0">
                  <a:pos x="601" y="41"/>
                </a:cxn>
              </a:cxnLst>
              <a:rect l="0" t="0" r="r" b="b"/>
              <a:pathLst>
                <a:path w="1398" h="1368">
                  <a:moveTo>
                    <a:pt x="829" y="1368"/>
                  </a:moveTo>
                  <a:lnTo>
                    <a:pt x="829" y="1368"/>
                  </a:lnTo>
                  <a:lnTo>
                    <a:pt x="813" y="1367"/>
                  </a:lnTo>
                  <a:lnTo>
                    <a:pt x="796" y="1364"/>
                  </a:lnTo>
                  <a:lnTo>
                    <a:pt x="779" y="1359"/>
                  </a:lnTo>
                  <a:lnTo>
                    <a:pt x="761" y="1352"/>
                  </a:lnTo>
                  <a:lnTo>
                    <a:pt x="743" y="1343"/>
                  </a:lnTo>
                  <a:lnTo>
                    <a:pt x="726" y="1330"/>
                  </a:lnTo>
                  <a:lnTo>
                    <a:pt x="707" y="1317"/>
                  </a:lnTo>
                  <a:lnTo>
                    <a:pt x="688" y="1300"/>
                  </a:lnTo>
                  <a:lnTo>
                    <a:pt x="688" y="1300"/>
                  </a:lnTo>
                  <a:lnTo>
                    <a:pt x="683" y="1296"/>
                  </a:lnTo>
                  <a:lnTo>
                    <a:pt x="681" y="1291"/>
                  </a:lnTo>
                  <a:lnTo>
                    <a:pt x="681" y="1288"/>
                  </a:lnTo>
                  <a:lnTo>
                    <a:pt x="679" y="1286"/>
                  </a:lnTo>
                  <a:lnTo>
                    <a:pt x="679" y="1286"/>
                  </a:lnTo>
                  <a:lnTo>
                    <a:pt x="659" y="1264"/>
                  </a:lnTo>
                  <a:lnTo>
                    <a:pt x="639" y="1242"/>
                  </a:lnTo>
                  <a:lnTo>
                    <a:pt x="597" y="1201"/>
                  </a:lnTo>
                  <a:lnTo>
                    <a:pt x="554" y="1161"/>
                  </a:lnTo>
                  <a:lnTo>
                    <a:pt x="512" y="1122"/>
                  </a:lnTo>
                  <a:lnTo>
                    <a:pt x="512" y="1122"/>
                  </a:lnTo>
                  <a:lnTo>
                    <a:pt x="441" y="1054"/>
                  </a:lnTo>
                  <a:lnTo>
                    <a:pt x="406" y="1019"/>
                  </a:lnTo>
                  <a:lnTo>
                    <a:pt x="372" y="984"/>
                  </a:lnTo>
                  <a:lnTo>
                    <a:pt x="372" y="984"/>
                  </a:lnTo>
                  <a:lnTo>
                    <a:pt x="322" y="930"/>
                  </a:lnTo>
                  <a:lnTo>
                    <a:pt x="318" y="926"/>
                  </a:lnTo>
                  <a:lnTo>
                    <a:pt x="318" y="926"/>
                  </a:lnTo>
                  <a:lnTo>
                    <a:pt x="260" y="865"/>
                  </a:lnTo>
                  <a:lnTo>
                    <a:pt x="201" y="803"/>
                  </a:lnTo>
                  <a:lnTo>
                    <a:pt x="142" y="742"/>
                  </a:lnTo>
                  <a:lnTo>
                    <a:pt x="81" y="683"/>
                  </a:lnTo>
                  <a:lnTo>
                    <a:pt x="81" y="683"/>
                  </a:lnTo>
                  <a:lnTo>
                    <a:pt x="77" y="677"/>
                  </a:lnTo>
                  <a:lnTo>
                    <a:pt x="75" y="672"/>
                  </a:lnTo>
                  <a:lnTo>
                    <a:pt x="74" y="669"/>
                  </a:lnTo>
                  <a:lnTo>
                    <a:pt x="72" y="666"/>
                  </a:lnTo>
                  <a:lnTo>
                    <a:pt x="72" y="666"/>
                  </a:lnTo>
                  <a:lnTo>
                    <a:pt x="54" y="647"/>
                  </a:lnTo>
                  <a:lnTo>
                    <a:pt x="40" y="629"/>
                  </a:lnTo>
                  <a:lnTo>
                    <a:pt x="27" y="609"/>
                  </a:lnTo>
                  <a:lnTo>
                    <a:pt x="16" y="589"/>
                  </a:lnTo>
                  <a:lnTo>
                    <a:pt x="9" y="569"/>
                  </a:lnTo>
                  <a:lnTo>
                    <a:pt x="3" y="548"/>
                  </a:lnTo>
                  <a:lnTo>
                    <a:pt x="2" y="538"/>
                  </a:lnTo>
                  <a:lnTo>
                    <a:pt x="1" y="528"/>
                  </a:lnTo>
                  <a:lnTo>
                    <a:pt x="0" y="518"/>
                  </a:lnTo>
                  <a:lnTo>
                    <a:pt x="1" y="508"/>
                  </a:lnTo>
                  <a:lnTo>
                    <a:pt x="1" y="508"/>
                  </a:lnTo>
                  <a:lnTo>
                    <a:pt x="2" y="495"/>
                  </a:lnTo>
                  <a:lnTo>
                    <a:pt x="6" y="480"/>
                  </a:lnTo>
                  <a:lnTo>
                    <a:pt x="10" y="468"/>
                  </a:lnTo>
                  <a:lnTo>
                    <a:pt x="17" y="455"/>
                  </a:lnTo>
                  <a:lnTo>
                    <a:pt x="24" y="443"/>
                  </a:lnTo>
                  <a:lnTo>
                    <a:pt x="34" y="432"/>
                  </a:lnTo>
                  <a:lnTo>
                    <a:pt x="45" y="421"/>
                  </a:lnTo>
                  <a:lnTo>
                    <a:pt x="58" y="411"/>
                  </a:lnTo>
                  <a:lnTo>
                    <a:pt x="60" y="410"/>
                  </a:lnTo>
                  <a:lnTo>
                    <a:pt x="61" y="408"/>
                  </a:lnTo>
                  <a:lnTo>
                    <a:pt x="61" y="408"/>
                  </a:lnTo>
                  <a:lnTo>
                    <a:pt x="65" y="403"/>
                  </a:lnTo>
                  <a:lnTo>
                    <a:pt x="65" y="403"/>
                  </a:lnTo>
                  <a:lnTo>
                    <a:pt x="116" y="353"/>
                  </a:lnTo>
                  <a:lnTo>
                    <a:pt x="168" y="303"/>
                  </a:lnTo>
                  <a:lnTo>
                    <a:pt x="168" y="302"/>
                  </a:lnTo>
                  <a:lnTo>
                    <a:pt x="168" y="302"/>
                  </a:lnTo>
                  <a:lnTo>
                    <a:pt x="246" y="228"/>
                  </a:lnTo>
                  <a:lnTo>
                    <a:pt x="286" y="191"/>
                  </a:lnTo>
                  <a:lnTo>
                    <a:pt x="326" y="155"/>
                  </a:lnTo>
                  <a:lnTo>
                    <a:pt x="367" y="120"/>
                  </a:lnTo>
                  <a:lnTo>
                    <a:pt x="410" y="87"/>
                  </a:lnTo>
                  <a:lnTo>
                    <a:pt x="432" y="71"/>
                  </a:lnTo>
                  <a:lnTo>
                    <a:pt x="454" y="56"/>
                  </a:lnTo>
                  <a:lnTo>
                    <a:pt x="477" y="40"/>
                  </a:lnTo>
                  <a:lnTo>
                    <a:pt x="500" y="27"/>
                  </a:lnTo>
                  <a:lnTo>
                    <a:pt x="501" y="26"/>
                  </a:lnTo>
                  <a:lnTo>
                    <a:pt x="502" y="26"/>
                  </a:lnTo>
                  <a:lnTo>
                    <a:pt x="502" y="26"/>
                  </a:lnTo>
                  <a:lnTo>
                    <a:pt x="508" y="21"/>
                  </a:lnTo>
                  <a:lnTo>
                    <a:pt x="508" y="21"/>
                  </a:lnTo>
                  <a:lnTo>
                    <a:pt x="515" y="18"/>
                  </a:lnTo>
                  <a:lnTo>
                    <a:pt x="515" y="18"/>
                  </a:lnTo>
                  <a:lnTo>
                    <a:pt x="539" y="10"/>
                  </a:lnTo>
                  <a:lnTo>
                    <a:pt x="562" y="5"/>
                  </a:lnTo>
                  <a:lnTo>
                    <a:pt x="583" y="1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17" y="0"/>
                  </a:lnTo>
                  <a:lnTo>
                    <a:pt x="629" y="2"/>
                  </a:lnTo>
                  <a:lnTo>
                    <a:pt x="640" y="4"/>
                  </a:lnTo>
                  <a:lnTo>
                    <a:pt x="650" y="7"/>
                  </a:lnTo>
                  <a:lnTo>
                    <a:pt x="661" y="11"/>
                  </a:lnTo>
                  <a:lnTo>
                    <a:pt x="671" y="15"/>
                  </a:lnTo>
                  <a:lnTo>
                    <a:pt x="679" y="21"/>
                  </a:lnTo>
                  <a:lnTo>
                    <a:pt x="689" y="28"/>
                  </a:lnTo>
                  <a:lnTo>
                    <a:pt x="691" y="30"/>
                  </a:lnTo>
                  <a:lnTo>
                    <a:pt x="693" y="31"/>
                  </a:lnTo>
                  <a:lnTo>
                    <a:pt x="693" y="31"/>
                  </a:lnTo>
                  <a:lnTo>
                    <a:pt x="697" y="32"/>
                  </a:lnTo>
                  <a:lnTo>
                    <a:pt x="700" y="34"/>
                  </a:lnTo>
                  <a:lnTo>
                    <a:pt x="702" y="36"/>
                  </a:lnTo>
                  <a:lnTo>
                    <a:pt x="705" y="40"/>
                  </a:lnTo>
                  <a:lnTo>
                    <a:pt x="705" y="40"/>
                  </a:lnTo>
                  <a:lnTo>
                    <a:pt x="717" y="58"/>
                  </a:lnTo>
                  <a:lnTo>
                    <a:pt x="729" y="76"/>
                  </a:lnTo>
                  <a:lnTo>
                    <a:pt x="741" y="94"/>
                  </a:lnTo>
                  <a:lnTo>
                    <a:pt x="755" y="111"/>
                  </a:lnTo>
                  <a:lnTo>
                    <a:pt x="783" y="144"/>
                  </a:lnTo>
                  <a:lnTo>
                    <a:pt x="812" y="176"/>
                  </a:lnTo>
                  <a:lnTo>
                    <a:pt x="842" y="208"/>
                  </a:lnTo>
                  <a:lnTo>
                    <a:pt x="874" y="238"/>
                  </a:lnTo>
                  <a:lnTo>
                    <a:pt x="937" y="297"/>
                  </a:lnTo>
                  <a:lnTo>
                    <a:pt x="937" y="297"/>
                  </a:lnTo>
                  <a:lnTo>
                    <a:pt x="983" y="341"/>
                  </a:lnTo>
                  <a:lnTo>
                    <a:pt x="1030" y="385"/>
                  </a:lnTo>
                  <a:lnTo>
                    <a:pt x="1030" y="385"/>
                  </a:lnTo>
                  <a:lnTo>
                    <a:pt x="1103" y="458"/>
                  </a:lnTo>
                  <a:lnTo>
                    <a:pt x="1182" y="535"/>
                  </a:lnTo>
                  <a:lnTo>
                    <a:pt x="1223" y="573"/>
                  </a:lnTo>
                  <a:lnTo>
                    <a:pt x="1265" y="612"/>
                  </a:lnTo>
                  <a:lnTo>
                    <a:pt x="1307" y="650"/>
                  </a:lnTo>
                  <a:lnTo>
                    <a:pt x="1351" y="688"/>
                  </a:lnTo>
                  <a:lnTo>
                    <a:pt x="1354" y="690"/>
                  </a:lnTo>
                  <a:lnTo>
                    <a:pt x="1358" y="690"/>
                  </a:lnTo>
                  <a:lnTo>
                    <a:pt x="1358" y="690"/>
                  </a:lnTo>
                  <a:lnTo>
                    <a:pt x="1361" y="691"/>
                  </a:lnTo>
                  <a:lnTo>
                    <a:pt x="1363" y="692"/>
                  </a:lnTo>
                  <a:lnTo>
                    <a:pt x="1368" y="697"/>
                  </a:lnTo>
                  <a:lnTo>
                    <a:pt x="1368" y="697"/>
                  </a:lnTo>
                  <a:lnTo>
                    <a:pt x="1379" y="710"/>
                  </a:lnTo>
                  <a:lnTo>
                    <a:pt x="1386" y="724"/>
                  </a:lnTo>
                  <a:lnTo>
                    <a:pt x="1392" y="738"/>
                  </a:lnTo>
                  <a:lnTo>
                    <a:pt x="1395" y="752"/>
                  </a:lnTo>
                  <a:lnTo>
                    <a:pt x="1398" y="766"/>
                  </a:lnTo>
                  <a:lnTo>
                    <a:pt x="1398" y="780"/>
                  </a:lnTo>
                  <a:lnTo>
                    <a:pt x="1397" y="794"/>
                  </a:lnTo>
                  <a:lnTo>
                    <a:pt x="1395" y="808"/>
                  </a:lnTo>
                  <a:lnTo>
                    <a:pt x="1391" y="821"/>
                  </a:lnTo>
                  <a:lnTo>
                    <a:pt x="1387" y="833"/>
                  </a:lnTo>
                  <a:lnTo>
                    <a:pt x="1381" y="847"/>
                  </a:lnTo>
                  <a:lnTo>
                    <a:pt x="1375" y="859"/>
                  </a:lnTo>
                  <a:lnTo>
                    <a:pt x="1367" y="871"/>
                  </a:lnTo>
                  <a:lnTo>
                    <a:pt x="1359" y="882"/>
                  </a:lnTo>
                  <a:lnTo>
                    <a:pt x="1351" y="892"/>
                  </a:lnTo>
                  <a:lnTo>
                    <a:pt x="1341" y="902"/>
                  </a:lnTo>
                  <a:lnTo>
                    <a:pt x="1339" y="905"/>
                  </a:lnTo>
                  <a:lnTo>
                    <a:pt x="1338" y="909"/>
                  </a:lnTo>
                  <a:lnTo>
                    <a:pt x="1338" y="909"/>
                  </a:lnTo>
                  <a:lnTo>
                    <a:pt x="1337" y="913"/>
                  </a:lnTo>
                  <a:lnTo>
                    <a:pt x="1334" y="917"/>
                  </a:lnTo>
                  <a:lnTo>
                    <a:pt x="1334" y="917"/>
                  </a:lnTo>
                  <a:lnTo>
                    <a:pt x="1287" y="981"/>
                  </a:lnTo>
                  <a:lnTo>
                    <a:pt x="1287" y="981"/>
                  </a:lnTo>
                  <a:lnTo>
                    <a:pt x="1253" y="1028"/>
                  </a:lnTo>
                  <a:lnTo>
                    <a:pt x="1217" y="1073"/>
                  </a:lnTo>
                  <a:lnTo>
                    <a:pt x="1200" y="1095"/>
                  </a:lnTo>
                  <a:lnTo>
                    <a:pt x="1181" y="1115"/>
                  </a:lnTo>
                  <a:lnTo>
                    <a:pt x="1162" y="1136"/>
                  </a:lnTo>
                  <a:lnTo>
                    <a:pt x="1141" y="1156"/>
                  </a:lnTo>
                  <a:lnTo>
                    <a:pt x="1141" y="1156"/>
                  </a:lnTo>
                  <a:lnTo>
                    <a:pt x="1134" y="1163"/>
                  </a:lnTo>
                  <a:lnTo>
                    <a:pt x="1122" y="1171"/>
                  </a:lnTo>
                  <a:lnTo>
                    <a:pt x="1096" y="1191"/>
                  </a:lnTo>
                  <a:lnTo>
                    <a:pt x="1096" y="1191"/>
                  </a:lnTo>
                  <a:lnTo>
                    <a:pt x="1059" y="1217"/>
                  </a:lnTo>
                  <a:lnTo>
                    <a:pt x="1042" y="1231"/>
                  </a:lnTo>
                  <a:lnTo>
                    <a:pt x="1026" y="1243"/>
                  </a:lnTo>
                  <a:lnTo>
                    <a:pt x="1024" y="1246"/>
                  </a:lnTo>
                  <a:lnTo>
                    <a:pt x="1023" y="1249"/>
                  </a:lnTo>
                  <a:lnTo>
                    <a:pt x="1023" y="1249"/>
                  </a:lnTo>
                  <a:lnTo>
                    <a:pt x="1021" y="1253"/>
                  </a:lnTo>
                  <a:lnTo>
                    <a:pt x="1018" y="1257"/>
                  </a:lnTo>
                  <a:lnTo>
                    <a:pt x="1018" y="1257"/>
                  </a:lnTo>
                  <a:lnTo>
                    <a:pt x="1002" y="1275"/>
                  </a:lnTo>
                  <a:lnTo>
                    <a:pt x="999" y="1278"/>
                  </a:lnTo>
                  <a:lnTo>
                    <a:pt x="999" y="1281"/>
                  </a:lnTo>
                  <a:lnTo>
                    <a:pt x="999" y="1281"/>
                  </a:lnTo>
                  <a:lnTo>
                    <a:pt x="997" y="1285"/>
                  </a:lnTo>
                  <a:lnTo>
                    <a:pt x="997" y="1285"/>
                  </a:lnTo>
                  <a:lnTo>
                    <a:pt x="996" y="1290"/>
                  </a:lnTo>
                  <a:lnTo>
                    <a:pt x="994" y="1295"/>
                  </a:lnTo>
                  <a:lnTo>
                    <a:pt x="991" y="1298"/>
                  </a:lnTo>
                  <a:lnTo>
                    <a:pt x="988" y="1301"/>
                  </a:lnTo>
                  <a:lnTo>
                    <a:pt x="984" y="1303"/>
                  </a:lnTo>
                  <a:lnTo>
                    <a:pt x="980" y="1304"/>
                  </a:lnTo>
                  <a:lnTo>
                    <a:pt x="974" y="1305"/>
                  </a:lnTo>
                  <a:lnTo>
                    <a:pt x="969" y="1305"/>
                  </a:lnTo>
                  <a:lnTo>
                    <a:pt x="965" y="1309"/>
                  </a:lnTo>
                  <a:lnTo>
                    <a:pt x="965" y="1309"/>
                  </a:lnTo>
                  <a:lnTo>
                    <a:pt x="951" y="1321"/>
                  </a:lnTo>
                  <a:lnTo>
                    <a:pt x="937" y="1331"/>
                  </a:lnTo>
                  <a:lnTo>
                    <a:pt x="922" y="1341"/>
                  </a:lnTo>
                  <a:lnTo>
                    <a:pt x="908" y="1348"/>
                  </a:lnTo>
                  <a:lnTo>
                    <a:pt x="893" y="1355"/>
                  </a:lnTo>
                  <a:lnTo>
                    <a:pt x="879" y="1360"/>
                  </a:lnTo>
                  <a:lnTo>
                    <a:pt x="864" y="1364"/>
                  </a:lnTo>
                  <a:lnTo>
                    <a:pt x="850" y="1366"/>
                  </a:lnTo>
                  <a:lnTo>
                    <a:pt x="850" y="1366"/>
                  </a:lnTo>
                  <a:lnTo>
                    <a:pt x="839" y="1367"/>
                  </a:lnTo>
                  <a:lnTo>
                    <a:pt x="829" y="1368"/>
                  </a:lnTo>
                  <a:lnTo>
                    <a:pt x="829" y="1368"/>
                  </a:lnTo>
                  <a:close/>
                  <a:moveTo>
                    <a:pt x="601" y="41"/>
                  </a:moveTo>
                  <a:lnTo>
                    <a:pt x="601" y="41"/>
                  </a:lnTo>
                  <a:lnTo>
                    <a:pt x="591" y="41"/>
                  </a:lnTo>
                  <a:lnTo>
                    <a:pt x="581" y="42"/>
                  </a:lnTo>
                  <a:lnTo>
                    <a:pt x="563" y="46"/>
                  </a:lnTo>
                  <a:lnTo>
                    <a:pt x="545" y="51"/>
                  </a:lnTo>
                  <a:lnTo>
                    <a:pt x="532" y="57"/>
                  </a:lnTo>
                  <a:lnTo>
                    <a:pt x="532" y="57"/>
                  </a:lnTo>
                  <a:lnTo>
                    <a:pt x="508" y="71"/>
                  </a:lnTo>
                  <a:lnTo>
                    <a:pt x="485" y="86"/>
                  </a:lnTo>
                  <a:lnTo>
                    <a:pt x="462" y="101"/>
                  </a:lnTo>
                  <a:lnTo>
                    <a:pt x="440" y="117"/>
                  </a:lnTo>
                  <a:lnTo>
                    <a:pt x="396" y="150"/>
                  </a:lnTo>
                  <a:lnTo>
                    <a:pt x="355" y="185"/>
                  </a:lnTo>
                  <a:lnTo>
                    <a:pt x="315" y="221"/>
                  </a:lnTo>
                  <a:lnTo>
                    <a:pt x="275" y="258"/>
                  </a:lnTo>
                  <a:lnTo>
                    <a:pt x="198" y="332"/>
                  </a:lnTo>
                  <a:lnTo>
                    <a:pt x="198" y="332"/>
                  </a:lnTo>
                  <a:lnTo>
                    <a:pt x="147" y="383"/>
                  </a:lnTo>
                  <a:lnTo>
                    <a:pt x="95" y="433"/>
                  </a:lnTo>
                  <a:lnTo>
                    <a:pt x="95" y="433"/>
                  </a:lnTo>
                  <a:lnTo>
                    <a:pt x="90" y="436"/>
                  </a:lnTo>
                  <a:lnTo>
                    <a:pt x="86" y="438"/>
                  </a:lnTo>
                  <a:lnTo>
                    <a:pt x="84" y="441"/>
                  </a:lnTo>
                  <a:lnTo>
                    <a:pt x="84" y="441"/>
                  </a:lnTo>
                  <a:lnTo>
                    <a:pt x="82" y="444"/>
                  </a:lnTo>
                  <a:lnTo>
                    <a:pt x="78" y="447"/>
                  </a:lnTo>
                  <a:lnTo>
                    <a:pt x="78" y="447"/>
                  </a:lnTo>
                  <a:lnTo>
                    <a:pt x="69" y="454"/>
                  </a:lnTo>
                  <a:lnTo>
                    <a:pt x="62" y="463"/>
                  </a:lnTo>
                  <a:lnTo>
                    <a:pt x="55" y="471"/>
                  </a:lnTo>
                  <a:lnTo>
                    <a:pt x="49" y="479"/>
                  </a:lnTo>
                  <a:lnTo>
                    <a:pt x="45" y="488"/>
                  </a:lnTo>
                  <a:lnTo>
                    <a:pt x="42" y="498"/>
                  </a:lnTo>
                  <a:lnTo>
                    <a:pt x="41" y="508"/>
                  </a:lnTo>
                  <a:lnTo>
                    <a:pt x="40" y="519"/>
                  </a:lnTo>
                  <a:lnTo>
                    <a:pt x="40" y="519"/>
                  </a:lnTo>
                  <a:lnTo>
                    <a:pt x="41" y="529"/>
                  </a:lnTo>
                  <a:lnTo>
                    <a:pt x="42" y="538"/>
                  </a:lnTo>
                  <a:lnTo>
                    <a:pt x="44" y="548"/>
                  </a:lnTo>
                  <a:lnTo>
                    <a:pt x="47" y="558"/>
                  </a:lnTo>
                  <a:lnTo>
                    <a:pt x="51" y="567"/>
                  </a:lnTo>
                  <a:lnTo>
                    <a:pt x="55" y="576"/>
                  </a:lnTo>
                  <a:lnTo>
                    <a:pt x="66" y="595"/>
                  </a:lnTo>
                  <a:lnTo>
                    <a:pt x="78" y="612"/>
                  </a:lnTo>
                  <a:lnTo>
                    <a:pt x="93" y="629"/>
                  </a:lnTo>
                  <a:lnTo>
                    <a:pt x="107" y="642"/>
                  </a:lnTo>
                  <a:lnTo>
                    <a:pt x="123" y="655"/>
                  </a:lnTo>
                  <a:lnTo>
                    <a:pt x="123" y="655"/>
                  </a:lnTo>
                  <a:lnTo>
                    <a:pt x="127" y="658"/>
                  </a:lnTo>
                  <a:lnTo>
                    <a:pt x="129" y="662"/>
                  </a:lnTo>
                  <a:lnTo>
                    <a:pt x="131" y="666"/>
                  </a:lnTo>
                  <a:lnTo>
                    <a:pt x="132" y="670"/>
                  </a:lnTo>
                  <a:lnTo>
                    <a:pt x="133" y="674"/>
                  </a:lnTo>
                  <a:lnTo>
                    <a:pt x="136" y="677"/>
                  </a:lnTo>
                  <a:lnTo>
                    <a:pt x="136" y="677"/>
                  </a:lnTo>
                  <a:lnTo>
                    <a:pt x="172" y="715"/>
                  </a:lnTo>
                  <a:lnTo>
                    <a:pt x="207" y="752"/>
                  </a:lnTo>
                  <a:lnTo>
                    <a:pt x="278" y="825"/>
                  </a:lnTo>
                  <a:lnTo>
                    <a:pt x="278" y="825"/>
                  </a:lnTo>
                  <a:lnTo>
                    <a:pt x="352" y="905"/>
                  </a:lnTo>
                  <a:lnTo>
                    <a:pt x="390" y="944"/>
                  </a:lnTo>
                  <a:lnTo>
                    <a:pt x="428" y="982"/>
                  </a:lnTo>
                  <a:lnTo>
                    <a:pt x="428" y="982"/>
                  </a:lnTo>
                  <a:lnTo>
                    <a:pt x="478" y="1030"/>
                  </a:lnTo>
                  <a:lnTo>
                    <a:pt x="526" y="1075"/>
                  </a:lnTo>
                  <a:lnTo>
                    <a:pt x="526" y="1075"/>
                  </a:lnTo>
                  <a:lnTo>
                    <a:pt x="574" y="1119"/>
                  </a:lnTo>
                  <a:lnTo>
                    <a:pt x="622" y="1165"/>
                  </a:lnTo>
                  <a:lnTo>
                    <a:pt x="668" y="1211"/>
                  </a:lnTo>
                  <a:lnTo>
                    <a:pt x="690" y="1235"/>
                  </a:lnTo>
                  <a:lnTo>
                    <a:pt x="712" y="1259"/>
                  </a:lnTo>
                  <a:lnTo>
                    <a:pt x="712" y="1259"/>
                  </a:lnTo>
                  <a:lnTo>
                    <a:pt x="714" y="1263"/>
                  </a:lnTo>
                  <a:lnTo>
                    <a:pt x="717" y="1267"/>
                  </a:lnTo>
                  <a:lnTo>
                    <a:pt x="718" y="1271"/>
                  </a:lnTo>
                  <a:lnTo>
                    <a:pt x="721" y="1273"/>
                  </a:lnTo>
                  <a:lnTo>
                    <a:pt x="721" y="1273"/>
                  </a:lnTo>
                  <a:lnTo>
                    <a:pt x="734" y="1285"/>
                  </a:lnTo>
                  <a:lnTo>
                    <a:pt x="748" y="1294"/>
                  </a:lnTo>
                  <a:lnTo>
                    <a:pt x="761" y="1302"/>
                  </a:lnTo>
                  <a:lnTo>
                    <a:pt x="774" y="1310"/>
                  </a:lnTo>
                  <a:lnTo>
                    <a:pt x="789" y="1315"/>
                  </a:lnTo>
                  <a:lnTo>
                    <a:pt x="802" y="1318"/>
                  </a:lnTo>
                  <a:lnTo>
                    <a:pt x="816" y="1320"/>
                  </a:lnTo>
                  <a:lnTo>
                    <a:pt x="829" y="1321"/>
                  </a:lnTo>
                  <a:lnTo>
                    <a:pt x="829" y="1321"/>
                  </a:lnTo>
                  <a:lnTo>
                    <a:pt x="847" y="1320"/>
                  </a:lnTo>
                  <a:lnTo>
                    <a:pt x="864" y="1316"/>
                  </a:lnTo>
                  <a:lnTo>
                    <a:pt x="882" y="1310"/>
                  </a:lnTo>
                  <a:lnTo>
                    <a:pt x="899" y="1301"/>
                  </a:lnTo>
                  <a:lnTo>
                    <a:pt x="918" y="1290"/>
                  </a:lnTo>
                  <a:lnTo>
                    <a:pt x="937" y="1277"/>
                  </a:lnTo>
                  <a:lnTo>
                    <a:pt x="955" y="1260"/>
                  </a:lnTo>
                  <a:lnTo>
                    <a:pt x="975" y="1241"/>
                  </a:lnTo>
                  <a:lnTo>
                    <a:pt x="975" y="1241"/>
                  </a:lnTo>
                  <a:lnTo>
                    <a:pt x="983" y="1232"/>
                  </a:lnTo>
                  <a:lnTo>
                    <a:pt x="991" y="1224"/>
                  </a:lnTo>
                  <a:lnTo>
                    <a:pt x="1010" y="1207"/>
                  </a:lnTo>
                  <a:lnTo>
                    <a:pt x="1030" y="1192"/>
                  </a:lnTo>
                  <a:lnTo>
                    <a:pt x="1049" y="1176"/>
                  </a:lnTo>
                  <a:lnTo>
                    <a:pt x="1049" y="1176"/>
                  </a:lnTo>
                  <a:lnTo>
                    <a:pt x="1067" y="1164"/>
                  </a:lnTo>
                  <a:lnTo>
                    <a:pt x="1081" y="1153"/>
                  </a:lnTo>
                  <a:lnTo>
                    <a:pt x="1081" y="1153"/>
                  </a:lnTo>
                  <a:lnTo>
                    <a:pt x="1107" y="1130"/>
                  </a:lnTo>
                  <a:lnTo>
                    <a:pt x="1131" y="1107"/>
                  </a:lnTo>
                  <a:lnTo>
                    <a:pt x="1153" y="1083"/>
                  </a:lnTo>
                  <a:lnTo>
                    <a:pt x="1174" y="1059"/>
                  </a:lnTo>
                  <a:lnTo>
                    <a:pt x="1195" y="1033"/>
                  </a:lnTo>
                  <a:lnTo>
                    <a:pt x="1215" y="1007"/>
                  </a:lnTo>
                  <a:lnTo>
                    <a:pt x="1254" y="955"/>
                  </a:lnTo>
                  <a:lnTo>
                    <a:pt x="1254" y="955"/>
                  </a:lnTo>
                  <a:lnTo>
                    <a:pt x="1284" y="916"/>
                  </a:lnTo>
                  <a:lnTo>
                    <a:pt x="1286" y="912"/>
                  </a:lnTo>
                  <a:lnTo>
                    <a:pt x="1286" y="908"/>
                  </a:lnTo>
                  <a:lnTo>
                    <a:pt x="1286" y="908"/>
                  </a:lnTo>
                  <a:lnTo>
                    <a:pt x="1286" y="903"/>
                  </a:lnTo>
                  <a:lnTo>
                    <a:pt x="1288" y="897"/>
                  </a:lnTo>
                  <a:lnTo>
                    <a:pt x="1291" y="892"/>
                  </a:lnTo>
                  <a:lnTo>
                    <a:pt x="1295" y="888"/>
                  </a:lnTo>
                  <a:lnTo>
                    <a:pt x="1295" y="888"/>
                  </a:lnTo>
                  <a:lnTo>
                    <a:pt x="1302" y="883"/>
                  </a:lnTo>
                  <a:lnTo>
                    <a:pt x="1309" y="876"/>
                  </a:lnTo>
                  <a:lnTo>
                    <a:pt x="1317" y="868"/>
                  </a:lnTo>
                  <a:lnTo>
                    <a:pt x="1324" y="860"/>
                  </a:lnTo>
                  <a:lnTo>
                    <a:pt x="1330" y="852"/>
                  </a:lnTo>
                  <a:lnTo>
                    <a:pt x="1336" y="843"/>
                  </a:lnTo>
                  <a:lnTo>
                    <a:pt x="1341" y="833"/>
                  </a:lnTo>
                  <a:lnTo>
                    <a:pt x="1347" y="823"/>
                  </a:lnTo>
                  <a:lnTo>
                    <a:pt x="1351" y="813"/>
                  </a:lnTo>
                  <a:lnTo>
                    <a:pt x="1354" y="802"/>
                  </a:lnTo>
                  <a:lnTo>
                    <a:pt x="1356" y="792"/>
                  </a:lnTo>
                  <a:lnTo>
                    <a:pt x="1358" y="782"/>
                  </a:lnTo>
                  <a:lnTo>
                    <a:pt x="1357" y="771"/>
                  </a:lnTo>
                  <a:lnTo>
                    <a:pt x="1356" y="760"/>
                  </a:lnTo>
                  <a:lnTo>
                    <a:pt x="1353" y="751"/>
                  </a:lnTo>
                  <a:lnTo>
                    <a:pt x="1349" y="740"/>
                  </a:lnTo>
                  <a:lnTo>
                    <a:pt x="1347" y="737"/>
                  </a:lnTo>
                  <a:lnTo>
                    <a:pt x="1344" y="735"/>
                  </a:lnTo>
                  <a:lnTo>
                    <a:pt x="1344" y="735"/>
                  </a:lnTo>
                  <a:lnTo>
                    <a:pt x="1338" y="732"/>
                  </a:lnTo>
                  <a:lnTo>
                    <a:pt x="1338" y="732"/>
                  </a:lnTo>
                  <a:lnTo>
                    <a:pt x="1303" y="702"/>
                  </a:lnTo>
                  <a:lnTo>
                    <a:pt x="1268" y="671"/>
                  </a:lnTo>
                  <a:lnTo>
                    <a:pt x="1233" y="639"/>
                  </a:lnTo>
                  <a:lnTo>
                    <a:pt x="1199" y="607"/>
                  </a:lnTo>
                  <a:lnTo>
                    <a:pt x="1131" y="542"/>
                  </a:lnTo>
                  <a:lnTo>
                    <a:pt x="1065" y="478"/>
                  </a:lnTo>
                  <a:lnTo>
                    <a:pt x="1065" y="478"/>
                  </a:lnTo>
                  <a:lnTo>
                    <a:pt x="1008" y="421"/>
                  </a:lnTo>
                  <a:lnTo>
                    <a:pt x="949" y="365"/>
                  </a:lnTo>
                  <a:lnTo>
                    <a:pt x="949" y="365"/>
                  </a:lnTo>
                  <a:lnTo>
                    <a:pt x="898" y="318"/>
                  </a:lnTo>
                  <a:lnTo>
                    <a:pt x="898" y="318"/>
                  </a:lnTo>
                  <a:lnTo>
                    <a:pt x="839" y="262"/>
                  </a:lnTo>
                  <a:lnTo>
                    <a:pt x="811" y="234"/>
                  </a:lnTo>
                  <a:lnTo>
                    <a:pt x="782" y="204"/>
                  </a:lnTo>
                  <a:lnTo>
                    <a:pt x="755" y="174"/>
                  </a:lnTo>
                  <a:lnTo>
                    <a:pt x="728" y="144"/>
                  </a:lnTo>
                  <a:lnTo>
                    <a:pt x="703" y="112"/>
                  </a:lnTo>
                  <a:lnTo>
                    <a:pt x="680" y="78"/>
                  </a:lnTo>
                  <a:lnTo>
                    <a:pt x="678" y="76"/>
                  </a:lnTo>
                  <a:lnTo>
                    <a:pt x="676" y="75"/>
                  </a:lnTo>
                  <a:lnTo>
                    <a:pt x="676" y="75"/>
                  </a:lnTo>
                  <a:lnTo>
                    <a:pt x="672" y="71"/>
                  </a:lnTo>
                  <a:lnTo>
                    <a:pt x="672" y="71"/>
                  </a:lnTo>
                  <a:lnTo>
                    <a:pt x="665" y="64"/>
                  </a:lnTo>
                  <a:lnTo>
                    <a:pt x="658" y="58"/>
                  </a:lnTo>
                  <a:lnTo>
                    <a:pt x="649" y="52"/>
                  </a:lnTo>
                  <a:lnTo>
                    <a:pt x="641" y="48"/>
                  </a:lnTo>
                  <a:lnTo>
                    <a:pt x="632" y="45"/>
                  </a:lnTo>
                  <a:lnTo>
                    <a:pt x="623" y="43"/>
                  </a:lnTo>
                  <a:lnTo>
                    <a:pt x="612" y="41"/>
                  </a:lnTo>
                  <a:lnTo>
                    <a:pt x="601" y="41"/>
                  </a:lnTo>
                  <a:lnTo>
                    <a:pt x="601" y="4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87" name="Freeform 866"/>
            <p:cNvSpPr/>
            <p:nvPr/>
          </p:nvSpPr>
          <p:spPr bwMode="auto">
            <a:xfrm>
              <a:off x="2249488" y="1181100"/>
              <a:ext cx="595313" cy="604838"/>
            </a:xfrm>
            <a:custGeom>
              <a:avLst/>
              <a:gdLst/>
              <a:ahLst/>
              <a:cxnLst>
                <a:cxn ang="0">
                  <a:pos x="672" y="1142"/>
                </a:cxn>
                <a:cxn ang="0">
                  <a:pos x="660" y="1136"/>
                </a:cxn>
                <a:cxn ang="0">
                  <a:pos x="657" y="1130"/>
                </a:cxn>
                <a:cxn ang="0">
                  <a:pos x="656" y="1122"/>
                </a:cxn>
                <a:cxn ang="0">
                  <a:pos x="654" y="1020"/>
                </a:cxn>
                <a:cxn ang="0">
                  <a:pos x="641" y="850"/>
                </a:cxn>
                <a:cxn ang="0">
                  <a:pos x="629" y="701"/>
                </a:cxn>
                <a:cxn ang="0">
                  <a:pos x="568" y="686"/>
                </a:cxn>
                <a:cxn ang="0">
                  <a:pos x="451" y="680"/>
                </a:cxn>
                <a:cxn ang="0">
                  <a:pos x="439" y="675"/>
                </a:cxn>
                <a:cxn ang="0">
                  <a:pos x="434" y="663"/>
                </a:cxn>
                <a:cxn ang="0">
                  <a:pos x="429" y="586"/>
                </a:cxn>
                <a:cxn ang="0">
                  <a:pos x="406" y="496"/>
                </a:cxn>
                <a:cxn ang="0">
                  <a:pos x="399" y="497"/>
                </a:cxn>
                <a:cxn ang="0">
                  <a:pos x="316" y="494"/>
                </a:cxn>
                <a:cxn ang="0">
                  <a:pos x="144" y="483"/>
                </a:cxn>
                <a:cxn ang="0">
                  <a:pos x="52" y="481"/>
                </a:cxn>
                <a:cxn ang="0">
                  <a:pos x="19" y="481"/>
                </a:cxn>
                <a:cxn ang="0">
                  <a:pos x="6" y="476"/>
                </a:cxn>
                <a:cxn ang="0">
                  <a:pos x="1" y="468"/>
                </a:cxn>
                <a:cxn ang="0">
                  <a:pos x="1" y="454"/>
                </a:cxn>
                <a:cxn ang="0">
                  <a:pos x="6" y="443"/>
                </a:cxn>
                <a:cxn ang="0">
                  <a:pos x="21" y="438"/>
                </a:cxn>
                <a:cxn ang="0">
                  <a:pos x="53" y="438"/>
                </a:cxn>
                <a:cxn ang="0">
                  <a:pos x="234" y="446"/>
                </a:cxn>
                <a:cxn ang="0">
                  <a:pos x="357" y="454"/>
                </a:cxn>
                <a:cxn ang="0">
                  <a:pos x="403" y="456"/>
                </a:cxn>
                <a:cxn ang="0">
                  <a:pos x="418" y="442"/>
                </a:cxn>
                <a:cxn ang="0">
                  <a:pos x="406" y="231"/>
                </a:cxn>
                <a:cxn ang="0">
                  <a:pos x="404" y="72"/>
                </a:cxn>
                <a:cxn ang="0">
                  <a:pos x="406" y="15"/>
                </a:cxn>
                <a:cxn ang="0">
                  <a:pos x="413" y="4"/>
                </a:cxn>
                <a:cxn ang="0">
                  <a:pos x="428" y="0"/>
                </a:cxn>
                <a:cxn ang="0">
                  <a:pos x="436" y="1"/>
                </a:cxn>
                <a:cxn ang="0">
                  <a:pos x="443" y="5"/>
                </a:cxn>
                <a:cxn ang="0">
                  <a:pos x="447" y="15"/>
                </a:cxn>
                <a:cxn ang="0">
                  <a:pos x="445" y="78"/>
                </a:cxn>
                <a:cxn ang="0">
                  <a:pos x="448" y="255"/>
                </a:cxn>
                <a:cxn ang="0">
                  <a:pos x="464" y="488"/>
                </a:cxn>
                <a:cxn ang="0">
                  <a:pos x="474" y="640"/>
                </a:cxn>
                <a:cxn ang="0">
                  <a:pos x="564" y="644"/>
                </a:cxn>
                <a:cxn ang="0">
                  <a:pos x="834" y="658"/>
                </a:cxn>
                <a:cxn ang="0">
                  <a:pos x="1036" y="676"/>
                </a:cxn>
                <a:cxn ang="0">
                  <a:pos x="1110" y="684"/>
                </a:cxn>
                <a:cxn ang="0">
                  <a:pos x="1120" y="693"/>
                </a:cxn>
                <a:cxn ang="0">
                  <a:pos x="1125" y="706"/>
                </a:cxn>
                <a:cxn ang="0">
                  <a:pos x="1124" y="715"/>
                </a:cxn>
                <a:cxn ang="0">
                  <a:pos x="1118" y="724"/>
                </a:cxn>
                <a:cxn ang="0">
                  <a:pos x="1111" y="725"/>
                </a:cxn>
                <a:cxn ang="0">
                  <a:pos x="1053" y="719"/>
                </a:cxn>
                <a:cxn ang="0">
                  <a:pos x="786" y="697"/>
                </a:cxn>
                <a:cxn ang="0">
                  <a:pos x="672" y="705"/>
                </a:cxn>
                <a:cxn ang="0">
                  <a:pos x="683" y="852"/>
                </a:cxn>
                <a:cxn ang="0">
                  <a:pos x="694" y="987"/>
                </a:cxn>
                <a:cxn ang="0">
                  <a:pos x="698" y="1088"/>
                </a:cxn>
                <a:cxn ang="0">
                  <a:pos x="697" y="1127"/>
                </a:cxn>
                <a:cxn ang="0">
                  <a:pos x="690" y="1137"/>
                </a:cxn>
                <a:cxn ang="0">
                  <a:pos x="676" y="1142"/>
                </a:cxn>
              </a:cxnLst>
              <a:rect l="0" t="0" r="r" b="b"/>
              <a:pathLst>
                <a:path w="1125" h="1142">
                  <a:moveTo>
                    <a:pt x="676" y="1142"/>
                  </a:moveTo>
                  <a:lnTo>
                    <a:pt x="676" y="1142"/>
                  </a:lnTo>
                  <a:lnTo>
                    <a:pt x="672" y="1142"/>
                  </a:lnTo>
                  <a:lnTo>
                    <a:pt x="667" y="1141"/>
                  </a:lnTo>
                  <a:lnTo>
                    <a:pt x="663" y="1138"/>
                  </a:lnTo>
                  <a:lnTo>
                    <a:pt x="660" y="1136"/>
                  </a:lnTo>
                  <a:lnTo>
                    <a:pt x="660" y="1136"/>
                  </a:lnTo>
                  <a:lnTo>
                    <a:pt x="658" y="1133"/>
                  </a:lnTo>
                  <a:lnTo>
                    <a:pt x="657" y="1130"/>
                  </a:lnTo>
                  <a:lnTo>
                    <a:pt x="656" y="1126"/>
                  </a:lnTo>
                  <a:lnTo>
                    <a:pt x="656" y="1122"/>
                  </a:lnTo>
                  <a:lnTo>
                    <a:pt x="656" y="1122"/>
                  </a:lnTo>
                  <a:lnTo>
                    <a:pt x="656" y="1088"/>
                  </a:lnTo>
                  <a:lnTo>
                    <a:pt x="656" y="1054"/>
                  </a:lnTo>
                  <a:lnTo>
                    <a:pt x="654" y="1020"/>
                  </a:lnTo>
                  <a:lnTo>
                    <a:pt x="652" y="986"/>
                  </a:lnTo>
                  <a:lnTo>
                    <a:pt x="647" y="917"/>
                  </a:lnTo>
                  <a:lnTo>
                    <a:pt x="641" y="850"/>
                  </a:lnTo>
                  <a:lnTo>
                    <a:pt x="641" y="850"/>
                  </a:lnTo>
                  <a:lnTo>
                    <a:pt x="634" y="775"/>
                  </a:lnTo>
                  <a:lnTo>
                    <a:pt x="629" y="701"/>
                  </a:lnTo>
                  <a:lnTo>
                    <a:pt x="628" y="689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455" y="681"/>
                  </a:lnTo>
                  <a:lnTo>
                    <a:pt x="455" y="681"/>
                  </a:lnTo>
                  <a:lnTo>
                    <a:pt x="451" y="680"/>
                  </a:lnTo>
                  <a:lnTo>
                    <a:pt x="446" y="679"/>
                  </a:lnTo>
                  <a:lnTo>
                    <a:pt x="442" y="677"/>
                  </a:lnTo>
                  <a:lnTo>
                    <a:pt x="439" y="675"/>
                  </a:lnTo>
                  <a:lnTo>
                    <a:pt x="437" y="672"/>
                  </a:lnTo>
                  <a:lnTo>
                    <a:pt x="435" y="667"/>
                  </a:lnTo>
                  <a:lnTo>
                    <a:pt x="434" y="663"/>
                  </a:lnTo>
                  <a:lnTo>
                    <a:pt x="433" y="659"/>
                  </a:lnTo>
                  <a:lnTo>
                    <a:pt x="433" y="659"/>
                  </a:lnTo>
                  <a:lnTo>
                    <a:pt x="429" y="586"/>
                  </a:lnTo>
                  <a:lnTo>
                    <a:pt x="423" y="506"/>
                  </a:lnTo>
                  <a:lnTo>
                    <a:pt x="422" y="491"/>
                  </a:lnTo>
                  <a:lnTo>
                    <a:pt x="406" y="496"/>
                  </a:lnTo>
                  <a:lnTo>
                    <a:pt x="406" y="496"/>
                  </a:lnTo>
                  <a:lnTo>
                    <a:pt x="403" y="497"/>
                  </a:lnTo>
                  <a:lnTo>
                    <a:pt x="399" y="497"/>
                  </a:lnTo>
                  <a:lnTo>
                    <a:pt x="399" y="497"/>
                  </a:lnTo>
                  <a:lnTo>
                    <a:pt x="358" y="496"/>
                  </a:lnTo>
                  <a:lnTo>
                    <a:pt x="316" y="494"/>
                  </a:lnTo>
                  <a:lnTo>
                    <a:pt x="236" y="489"/>
                  </a:lnTo>
                  <a:lnTo>
                    <a:pt x="236" y="489"/>
                  </a:lnTo>
                  <a:lnTo>
                    <a:pt x="144" y="483"/>
                  </a:lnTo>
                  <a:lnTo>
                    <a:pt x="98" y="481"/>
                  </a:lnTo>
                  <a:lnTo>
                    <a:pt x="52" y="481"/>
                  </a:lnTo>
                  <a:lnTo>
                    <a:pt x="52" y="481"/>
                  </a:lnTo>
                  <a:lnTo>
                    <a:pt x="20" y="481"/>
                  </a:lnTo>
                  <a:lnTo>
                    <a:pt x="19" y="481"/>
                  </a:lnTo>
                  <a:lnTo>
                    <a:pt x="19" y="481"/>
                  </a:lnTo>
                  <a:lnTo>
                    <a:pt x="14" y="481"/>
                  </a:lnTo>
                  <a:lnTo>
                    <a:pt x="10" y="478"/>
                  </a:lnTo>
                  <a:lnTo>
                    <a:pt x="6" y="476"/>
                  </a:lnTo>
                  <a:lnTo>
                    <a:pt x="4" y="474"/>
                  </a:lnTo>
                  <a:lnTo>
                    <a:pt x="2" y="471"/>
                  </a:lnTo>
                  <a:lnTo>
                    <a:pt x="1" y="468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1" y="454"/>
                  </a:lnTo>
                  <a:lnTo>
                    <a:pt x="2" y="451"/>
                  </a:lnTo>
                  <a:lnTo>
                    <a:pt x="4" y="446"/>
                  </a:lnTo>
                  <a:lnTo>
                    <a:pt x="6" y="443"/>
                  </a:lnTo>
                  <a:lnTo>
                    <a:pt x="10" y="441"/>
                  </a:lnTo>
                  <a:lnTo>
                    <a:pt x="15" y="439"/>
                  </a:lnTo>
                  <a:lnTo>
                    <a:pt x="21" y="438"/>
                  </a:lnTo>
                  <a:lnTo>
                    <a:pt x="21" y="438"/>
                  </a:lnTo>
                  <a:lnTo>
                    <a:pt x="53" y="438"/>
                  </a:lnTo>
                  <a:lnTo>
                    <a:pt x="53" y="438"/>
                  </a:lnTo>
                  <a:lnTo>
                    <a:pt x="98" y="439"/>
                  </a:lnTo>
                  <a:lnTo>
                    <a:pt x="144" y="440"/>
                  </a:lnTo>
                  <a:lnTo>
                    <a:pt x="234" y="446"/>
                  </a:lnTo>
                  <a:lnTo>
                    <a:pt x="234" y="446"/>
                  </a:lnTo>
                  <a:lnTo>
                    <a:pt x="315" y="452"/>
                  </a:lnTo>
                  <a:lnTo>
                    <a:pt x="357" y="454"/>
                  </a:lnTo>
                  <a:lnTo>
                    <a:pt x="399" y="455"/>
                  </a:lnTo>
                  <a:lnTo>
                    <a:pt x="399" y="455"/>
                  </a:lnTo>
                  <a:lnTo>
                    <a:pt x="403" y="456"/>
                  </a:lnTo>
                  <a:lnTo>
                    <a:pt x="420" y="459"/>
                  </a:lnTo>
                  <a:lnTo>
                    <a:pt x="418" y="442"/>
                  </a:lnTo>
                  <a:lnTo>
                    <a:pt x="418" y="442"/>
                  </a:lnTo>
                  <a:lnTo>
                    <a:pt x="411" y="337"/>
                  </a:lnTo>
                  <a:lnTo>
                    <a:pt x="408" y="283"/>
                  </a:lnTo>
                  <a:lnTo>
                    <a:pt x="406" y="231"/>
                  </a:lnTo>
                  <a:lnTo>
                    <a:pt x="404" y="178"/>
                  </a:lnTo>
                  <a:lnTo>
                    <a:pt x="403" y="125"/>
                  </a:lnTo>
                  <a:lnTo>
                    <a:pt x="404" y="72"/>
                  </a:lnTo>
                  <a:lnTo>
                    <a:pt x="405" y="20"/>
                  </a:lnTo>
                  <a:lnTo>
                    <a:pt x="405" y="20"/>
                  </a:lnTo>
                  <a:lnTo>
                    <a:pt x="406" y="15"/>
                  </a:lnTo>
                  <a:lnTo>
                    <a:pt x="408" y="11"/>
                  </a:lnTo>
                  <a:lnTo>
                    <a:pt x="410" y="6"/>
                  </a:lnTo>
                  <a:lnTo>
                    <a:pt x="413" y="4"/>
                  </a:lnTo>
                  <a:lnTo>
                    <a:pt x="417" y="2"/>
                  </a:lnTo>
                  <a:lnTo>
                    <a:pt x="421" y="0"/>
                  </a:lnTo>
                  <a:lnTo>
                    <a:pt x="428" y="0"/>
                  </a:lnTo>
                  <a:lnTo>
                    <a:pt x="428" y="0"/>
                  </a:lnTo>
                  <a:lnTo>
                    <a:pt x="432" y="0"/>
                  </a:lnTo>
                  <a:lnTo>
                    <a:pt x="436" y="1"/>
                  </a:lnTo>
                  <a:lnTo>
                    <a:pt x="440" y="3"/>
                  </a:lnTo>
                  <a:lnTo>
                    <a:pt x="443" y="5"/>
                  </a:lnTo>
                  <a:lnTo>
                    <a:pt x="443" y="5"/>
                  </a:lnTo>
                  <a:lnTo>
                    <a:pt x="445" y="8"/>
                  </a:lnTo>
                  <a:lnTo>
                    <a:pt x="446" y="12"/>
                  </a:lnTo>
                  <a:lnTo>
                    <a:pt x="447" y="15"/>
                  </a:lnTo>
                  <a:lnTo>
                    <a:pt x="447" y="19"/>
                  </a:lnTo>
                  <a:lnTo>
                    <a:pt x="447" y="19"/>
                  </a:lnTo>
                  <a:lnTo>
                    <a:pt x="445" y="78"/>
                  </a:lnTo>
                  <a:lnTo>
                    <a:pt x="445" y="137"/>
                  </a:lnTo>
                  <a:lnTo>
                    <a:pt x="446" y="196"/>
                  </a:lnTo>
                  <a:lnTo>
                    <a:pt x="448" y="255"/>
                  </a:lnTo>
                  <a:lnTo>
                    <a:pt x="452" y="313"/>
                  </a:lnTo>
                  <a:lnTo>
                    <a:pt x="456" y="372"/>
                  </a:lnTo>
                  <a:lnTo>
                    <a:pt x="464" y="488"/>
                  </a:lnTo>
                  <a:lnTo>
                    <a:pt x="464" y="488"/>
                  </a:lnTo>
                  <a:lnTo>
                    <a:pt x="473" y="629"/>
                  </a:lnTo>
                  <a:lnTo>
                    <a:pt x="474" y="640"/>
                  </a:lnTo>
                  <a:lnTo>
                    <a:pt x="485" y="641"/>
                  </a:lnTo>
                  <a:lnTo>
                    <a:pt x="485" y="641"/>
                  </a:lnTo>
                  <a:lnTo>
                    <a:pt x="564" y="644"/>
                  </a:lnTo>
                  <a:lnTo>
                    <a:pt x="564" y="644"/>
                  </a:lnTo>
                  <a:lnTo>
                    <a:pt x="698" y="651"/>
                  </a:lnTo>
                  <a:lnTo>
                    <a:pt x="834" y="658"/>
                  </a:lnTo>
                  <a:lnTo>
                    <a:pt x="901" y="663"/>
                  </a:lnTo>
                  <a:lnTo>
                    <a:pt x="969" y="669"/>
                  </a:lnTo>
                  <a:lnTo>
                    <a:pt x="1036" y="676"/>
                  </a:lnTo>
                  <a:lnTo>
                    <a:pt x="1104" y="683"/>
                  </a:lnTo>
                  <a:lnTo>
                    <a:pt x="1104" y="683"/>
                  </a:lnTo>
                  <a:lnTo>
                    <a:pt x="1110" y="684"/>
                  </a:lnTo>
                  <a:lnTo>
                    <a:pt x="1114" y="686"/>
                  </a:lnTo>
                  <a:lnTo>
                    <a:pt x="1118" y="689"/>
                  </a:lnTo>
                  <a:lnTo>
                    <a:pt x="1120" y="693"/>
                  </a:lnTo>
                  <a:lnTo>
                    <a:pt x="1123" y="696"/>
                  </a:lnTo>
                  <a:lnTo>
                    <a:pt x="1124" y="702"/>
                  </a:lnTo>
                  <a:lnTo>
                    <a:pt x="1125" y="706"/>
                  </a:lnTo>
                  <a:lnTo>
                    <a:pt x="1125" y="710"/>
                  </a:lnTo>
                  <a:lnTo>
                    <a:pt x="1125" y="710"/>
                  </a:lnTo>
                  <a:lnTo>
                    <a:pt x="1124" y="715"/>
                  </a:lnTo>
                  <a:lnTo>
                    <a:pt x="1122" y="720"/>
                  </a:lnTo>
                  <a:lnTo>
                    <a:pt x="1120" y="722"/>
                  </a:lnTo>
                  <a:lnTo>
                    <a:pt x="1118" y="724"/>
                  </a:lnTo>
                  <a:lnTo>
                    <a:pt x="1115" y="725"/>
                  </a:lnTo>
                  <a:lnTo>
                    <a:pt x="1111" y="725"/>
                  </a:lnTo>
                  <a:lnTo>
                    <a:pt x="1111" y="725"/>
                  </a:lnTo>
                  <a:lnTo>
                    <a:pt x="1107" y="725"/>
                  </a:lnTo>
                  <a:lnTo>
                    <a:pt x="1107" y="725"/>
                  </a:lnTo>
                  <a:lnTo>
                    <a:pt x="1053" y="719"/>
                  </a:lnTo>
                  <a:lnTo>
                    <a:pt x="998" y="714"/>
                  </a:lnTo>
                  <a:lnTo>
                    <a:pt x="892" y="705"/>
                  </a:lnTo>
                  <a:lnTo>
                    <a:pt x="786" y="697"/>
                  </a:lnTo>
                  <a:lnTo>
                    <a:pt x="684" y="692"/>
                  </a:lnTo>
                  <a:lnTo>
                    <a:pt x="671" y="691"/>
                  </a:lnTo>
                  <a:lnTo>
                    <a:pt x="672" y="705"/>
                  </a:lnTo>
                  <a:lnTo>
                    <a:pt x="672" y="705"/>
                  </a:lnTo>
                  <a:lnTo>
                    <a:pt x="677" y="779"/>
                  </a:lnTo>
                  <a:lnTo>
                    <a:pt x="683" y="852"/>
                  </a:lnTo>
                  <a:lnTo>
                    <a:pt x="683" y="852"/>
                  </a:lnTo>
                  <a:lnTo>
                    <a:pt x="689" y="918"/>
                  </a:lnTo>
                  <a:lnTo>
                    <a:pt x="694" y="987"/>
                  </a:lnTo>
                  <a:lnTo>
                    <a:pt x="696" y="1020"/>
                  </a:lnTo>
                  <a:lnTo>
                    <a:pt x="697" y="1054"/>
                  </a:lnTo>
                  <a:lnTo>
                    <a:pt x="698" y="1088"/>
                  </a:lnTo>
                  <a:lnTo>
                    <a:pt x="698" y="1122"/>
                  </a:lnTo>
                  <a:lnTo>
                    <a:pt x="698" y="1122"/>
                  </a:lnTo>
                  <a:lnTo>
                    <a:pt x="697" y="1127"/>
                  </a:lnTo>
                  <a:lnTo>
                    <a:pt x="695" y="1131"/>
                  </a:lnTo>
                  <a:lnTo>
                    <a:pt x="693" y="1135"/>
                  </a:lnTo>
                  <a:lnTo>
                    <a:pt x="690" y="1137"/>
                  </a:lnTo>
                  <a:lnTo>
                    <a:pt x="686" y="1140"/>
                  </a:lnTo>
                  <a:lnTo>
                    <a:pt x="683" y="1141"/>
                  </a:lnTo>
                  <a:lnTo>
                    <a:pt x="676" y="1142"/>
                  </a:lnTo>
                  <a:lnTo>
                    <a:pt x="676" y="1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</p:grpSp>
      <p:grpSp>
        <p:nvGrpSpPr>
          <p:cNvPr id="188" name="组合 187"/>
          <p:cNvGrpSpPr/>
          <p:nvPr/>
        </p:nvGrpSpPr>
        <p:grpSpPr>
          <a:xfrm>
            <a:off x="8590345" y="3031061"/>
            <a:ext cx="493084" cy="505410"/>
            <a:chOff x="3282950" y="1154113"/>
            <a:chExt cx="698501" cy="715963"/>
          </a:xfrm>
          <a:solidFill>
            <a:srgbClr val="005790"/>
          </a:solidFill>
        </p:grpSpPr>
        <p:sp>
          <p:nvSpPr>
            <p:cNvPr id="189" name="Freeform 905"/>
            <p:cNvSpPr/>
            <p:nvPr/>
          </p:nvSpPr>
          <p:spPr bwMode="auto">
            <a:xfrm>
              <a:off x="3324225" y="1268413"/>
              <a:ext cx="55563" cy="153988"/>
            </a:xfrm>
            <a:custGeom>
              <a:avLst/>
              <a:gdLst/>
              <a:ahLst/>
              <a:cxnLst>
                <a:cxn ang="0">
                  <a:pos x="96" y="3"/>
                </a:cxn>
                <a:cxn ang="0">
                  <a:pos x="96" y="3"/>
                </a:cxn>
                <a:cxn ang="0">
                  <a:pos x="86" y="18"/>
                </a:cxn>
                <a:cxn ang="0">
                  <a:pos x="77" y="35"/>
                </a:cxn>
                <a:cxn ang="0">
                  <a:pos x="70" y="51"/>
                </a:cxn>
                <a:cxn ang="0">
                  <a:pos x="63" y="69"/>
                </a:cxn>
                <a:cxn ang="0">
                  <a:pos x="50" y="104"/>
                </a:cxn>
                <a:cxn ang="0">
                  <a:pos x="39" y="138"/>
                </a:cxn>
                <a:cxn ang="0">
                  <a:pos x="39" y="138"/>
                </a:cxn>
                <a:cxn ang="0">
                  <a:pos x="27" y="174"/>
                </a:cxn>
                <a:cxn ang="0">
                  <a:pos x="15" y="210"/>
                </a:cxn>
                <a:cxn ang="0">
                  <a:pos x="10" y="229"/>
                </a:cxn>
                <a:cxn ang="0">
                  <a:pos x="5" y="247"/>
                </a:cxn>
                <a:cxn ang="0">
                  <a:pos x="2" y="266"/>
                </a:cxn>
                <a:cxn ang="0">
                  <a:pos x="0" y="285"/>
                </a:cxn>
                <a:cxn ang="0">
                  <a:pos x="0" y="285"/>
                </a:cxn>
                <a:cxn ang="0">
                  <a:pos x="1" y="287"/>
                </a:cxn>
                <a:cxn ang="0">
                  <a:pos x="2" y="288"/>
                </a:cxn>
                <a:cxn ang="0">
                  <a:pos x="3" y="289"/>
                </a:cxn>
                <a:cxn ang="0">
                  <a:pos x="5" y="290"/>
                </a:cxn>
                <a:cxn ang="0">
                  <a:pos x="6" y="289"/>
                </a:cxn>
                <a:cxn ang="0">
                  <a:pos x="8" y="288"/>
                </a:cxn>
                <a:cxn ang="0">
                  <a:pos x="9" y="287"/>
                </a:cxn>
                <a:cxn ang="0">
                  <a:pos x="10" y="285"/>
                </a:cxn>
                <a:cxn ang="0">
                  <a:pos x="10" y="285"/>
                </a:cxn>
                <a:cxn ang="0">
                  <a:pos x="11" y="266"/>
                </a:cxn>
                <a:cxn ang="0">
                  <a:pos x="15" y="247"/>
                </a:cxn>
                <a:cxn ang="0">
                  <a:pos x="19" y="230"/>
                </a:cxn>
                <a:cxn ang="0">
                  <a:pos x="25" y="211"/>
                </a:cxn>
                <a:cxn ang="0">
                  <a:pos x="36" y="176"/>
                </a:cxn>
                <a:cxn ang="0">
                  <a:pos x="48" y="141"/>
                </a:cxn>
                <a:cxn ang="0">
                  <a:pos x="48" y="141"/>
                </a:cxn>
                <a:cxn ang="0">
                  <a:pos x="60" y="107"/>
                </a:cxn>
                <a:cxn ang="0">
                  <a:pos x="71" y="72"/>
                </a:cxn>
                <a:cxn ang="0">
                  <a:pos x="78" y="55"/>
                </a:cxn>
                <a:cxn ang="0">
                  <a:pos x="86" y="39"/>
                </a:cxn>
                <a:cxn ang="0">
                  <a:pos x="94" y="22"/>
                </a:cxn>
                <a:cxn ang="0">
                  <a:pos x="104" y="8"/>
                </a:cxn>
                <a:cxn ang="0">
                  <a:pos x="104" y="8"/>
                </a:cxn>
                <a:cxn ang="0">
                  <a:pos x="105" y="6"/>
                </a:cxn>
                <a:cxn ang="0">
                  <a:pos x="104" y="4"/>
                </a:cxn>
                <a:cxn ang="0">
                  <a:pos x="104" y="3"/>
                </a:cxn>
                <a:cxn ang="0">
                  <a:pos x="102" y="2"/>
                </a:cxn>
                <a:cxn ang="0">
                  <a:pos x="99" y="0"/>
                </a:cxn>
                <a:cxn ang="0">
                  <a:pos x="97" y="2"/>
                </a:cxn>
                <a:cxn ang="0">
                  <a:pos x="96" y="3"/>
                </a:cxn>
                <a:cxn ang="0">
                  <a:pos x="96" y="3"/>
                </a:cxn>
              </a:cxnLst>
              <a:rect l="0" t="0" r="r" b="b"/>
              <a:pathLst>
                <a:path w="105" h="290">
                  <a:moveTo>
                    <a:pt x="96" y="3"/>
                  </a:moveTo>
                  <a:lnTo>
                    <a:pt x="96" y="3"/>
                  </a:lnTo>
                  <a:lnTo>
                    <a:pt x="86" y="18"/>
                  </a:lnTo>
                  <a:lnTo>
                    <a:pt x="77" y="35"/>
                  </a:lnTo>
                  <a:lnTo>
                    <a:pt x="70" y="51"/>
                  </a:lnTo>
                  <a:lnTo>
                    <a:pt x="63" y="69"/>
                  </a:lnTo>
                  <a:lnTo>
                    <a:pt x="50" y="104"/>
                  </a:lnTo>
                  <a:lnTo>
                    <a:pt x="39" y="138"/>
                  </a:lnTo>
                  <a:lnTo>
                    <a:pt x="39" y="138"/>
                  </a:lnTo>
                  <a:lnTo>
                    <a:pt x="27" y="174"/>
                  </a:lnTo>
                  <a:lnTo>
                    <a:pt x="15" y="210"/>
                  </a:lnTo>
                  <a:lnTo>
                    <a:pt x="10" y="229"/>
                  </a:lnTo>
                  <a:lnTo>
                    <a:pt x="5" y="247"/>
                  </a:lnTo>
                  <a:lnTo>
                    <a:pt x="2" y="266"/>
                  </a:lnTo>
                  <a:lnTo>
                    <a:pt x="0" y="285"/>
                  </a:lnTo>
                  <a:lnTo>
                    <a:pt x="0" y="285"/>
                  </a:lnTo>
                  <a:lnTo>
                    <a:pt x="1" y="287"/>
                  </a:lnTo>
                  <a:lnTo>
                    <a:pt x="2" y="288"/>
                  </a:lnTo>
                  <a:lnTo>
                    <a:pt x="3" y="289"/>
                  </a:lnTo>
                  <a:lnTo>
                    <a:pt x="5" y="290"/>
                  </a:lnTo>
                  <a:lnTo>
                    <a:pt x="6" y="289"/>
                  </a:lnTo>
                  <a:lnTo>
                    <a:pt x="8" y="288"/>
                  </a:lnTo>
                  <a:lnTo>
                    <a:pt x="9" y="287"/>
                  </a:lnTo>
                  <a:lnTo>
                    <a:pt x="10" y="285"/>
                  </a:lnTo>
                  <a:lnTo>
                    <a:pt x="10" y="285"/>
                  </a:lnTo>
                  <a:lnTo>
                    <a:pt x="11" y="266"/>
                  </a:lnTo>
                  <a:lnTo>
                    <a:pt x="15" y="247"/>
                  </a:lnTo>
                  <a:lnTo>
                    <a:pt x="19" y="230"/>
                  </a:lnTo>
                  <a:lnTo>
                    <a:pt x="25" y="211"/>
                  </a:lnTo>
                  <a:lnTo>
                    <a:pt x="36" y="176"/>
                  </a:lnTo>
                  <a:lnTo>
                    <a:pt x="48" y="141"/>
                  </a:lnTo>
                  <a:lnTo>
                    <a:pt x="48" y="141"/>
                  </a:lnTo>
                  <a:lnTo>
                    <a:pt x="60" y="107"/>
                  </a:lnTo>
                  <a:lnTo>
                    <a:pt x="71" y="72"/>
                  </a:lnTo>
                  <a:lnTo>
                    <a:pt x="78" y="55"/>
                  </a:lnTo>
                  <a:lnTo>
                    <a:pt x="86" y="39"/>
                  </a:lnTo>
                  <a:lnTo>
                    <a:pt x="94" y="22"/>
                  </a:lnTo>
                  <a:lnTo>
                    <a:pt x="104" y="8"/>
                  </a:lnTo>
                  <a:lnTo>
                    <a:pt x="104" y="8"/>
                  </a:lnTo>
                  <a:lnTo>
                    <a:pt x="105" y="6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2" y="2"/>
                  </a:lnTo>
                  <a:lnTo>
                    <a:pt x="99" y="0"/>
                  </a:lnTo>
                  <a:lnTo>
                    <a:pt x="97" y="2"/>
                  </a:lnTo>
                  <a:lnTo>
                    <a:pt x="96" y="3"/>
                  </a:lnTo>
                  <a:lnTo>
                    <a:pt x="9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0" name="Freeform 906"/>
            <p:cNvSpPr/>
            <p:nvPr/>
          </p:nvSpPr>
          <p:spPr bwMode="auto">
            <a:xfrm>
              <a:off x="3325813" y="1239838"/>
              <a:ext cx="88900" cy="280988"/>
            </a:xfrm>
            <a:custGeom>
              <a:avLst/>
              <a:gdLst/>
              <a:ahLst/>
              <a:cxnLst>
                <a:cxn ang="0">
                  <a:pos x="156" y="4"/>
                </a:cxn>
                <a:cxn ang="0">
                  <a:pos x="152" y="37"/>
                </a:cxn>
                <a:cxn ang="0">
                  <a:pos x="143" y="70"/>
                </a:cxn>
                <a:cxn ang="0">
                  <a:pos x="121" y="134"/>
                </a:cxn>
                <a:cxn ang="0">
                  <a:pos x="108" y="168"/>
                </a:cxn>
                <a:cxn ang="0">
                  <a:pos x="82" y="235"/>
                </a:cxn>
                <a:cxn ang="0">
                  <a:pos x="68" y="268"/>
                </a:cxn>
                <a:cxn ang="0">
                  <a:pos x="58" y="301"/>
                </a:cxn>
                <a:cxn ang="0">
                  <a:pos x="38" y="399"/>
                </a:cxn>
                <a:cxn ang="0">
                  <a:pos x="35" y="416"/>
                </a:cxn>
                <a:cxn ang="0">
                  <a:pos x="26" y="446"/>
                </a:cxn>
                <a:cxn ang="0">
                  <a:pos x="20" y="461"/>
                </a:cxn>
                <a:cxn ang="0">
                  <a:pos x="11" y="492"/>
                </a:cxn>
                <a:cxn ang="0">
                  <a:pos x="2" y="522"/>
                </a:cxn>
                <a:cxn ang="0">
                  <a:pos x="0" y="524"/>
                </a:cxn>
                <a:cxn ang="0">
                  <a:pos x="1" y="528"/>
                </a:cxn>
                <a:cxn ang="0">
                  <a:pos x="1" y="529"/>
                </a:cxn>
                <a:cxn ang="0">
                  <a:pos x="3" y="531"/>
                </a:cxn>
                <a:cxn ang="0">
                  <a:pos x="7" y="531"/>
                </a:cxn>
                <a:cxn ang="0">
                  <a:pos x="9" y="529"/>
                </a:cxn>
                <a:cxn ang="0">
                  <a:pos x="18" y="505"/>
                </a:cxn>
                <a:cxn ang="0">
                  <a:pos x="23" y="480"/>
                </a:cxn>
                <a:cxn ang="0">
                  <a:pos x="29" y="462"/>
                </a:cxn>
                <a:cxn ang="0">
                  <a:pos x="41" y="428"/>
                </a:cxn>
                <a:cxn ang="0">
                  <a:pos x="46" y="410"/>
                </a:cxn>
                <a:cxn ang="0">
                  <a:pos x="59" y="341"/>
                </a:cxn>
                <a:cxn ang="0">
                  <a:pos x="71" y="288"/>
                </a:cxn>
                <a:cxn ang="0">
                  <a:pos x="77" y="271"/>
                </a:cxn>
                <a:cxn ang="0">
                  <a:pos x="105" y="200"/>
                </a:cxn>
                <a:cxn ang="0">
                  <a:pos x="132" y="129"/>
                </a:cxn>
                <a:cxn ang="0">
                  <a:pos x="143" y="98"/>
                </a:cxn>
                <a:cxn ang="0">
                  <a:pos x="158" y="51"/>
                </a:cxn>
                <a:cxn ang="0">
                  <a:pos x="164" y="20"/>
                </a:cxn>
                <a:cxn ang="0">
                  <a:pos x="166" y="4"/>
                </a:cxn>
                <a:cxn ang="0">
                  <a:pos x="164" y="1"/>
                </a:cxn>
                <a:cxn ang="0">
                  <a:pos x="161" y="0"/>
                </a:cxn>
                <a:cxn ang="0">
                  <a:pos x="158" y="1"/>
                </a:cxn>
                <a:cxn ang="0">
                  <a:pos x="156" y="4"/>
                </a:cxn>
              </a:cxnLst>
              <a:rect l="0" t="0" r="r" b="b"/>
              <a:pathLst>
                <a:path w="166" h="531">
                  <a:moveTo>
                    <a:pt x="156" y="4"/>
                  </a:moveTo>
                  <a:lnTo>
                    <a:pt x="156" y="4"/>
                  </a:lnTo>
                  <a:lnTo>
                    <a:pt x="155" y="20"/>
                  </a:lnTo>
                  <a:lnTo>
                    <a:pt x="152" y="37"/>
                  </a:lnTo>
                  <a:lnTo>
                    <a:pt x="148" y="53"/>
                  </a:lnTo>
                  <a:lnTo>
                    <a:pt x="143" y="70"/>
                  </a:lnTo>
                  <a:lnTo>
                    <a:pt x="132" y="103"/>
                  </a:lnTo>
                  <a:lnTo>
                    <a:pt x="121" y="134"/>
                  </a:lnTo>
                  <a:lnTo>
                    <a:pt x="121" y="134"/>
                  </a:lnTo>
                  <a:lnTo>
                    <a:pt x="108" y="168"/>
                  </a:lnTo>
                  <a:lnTo>
                    <a:pt x="95" y="202"/>
                  </a:lnTo>
                  <a:lnTo>
                    <a:pt x="82" y="235"/>
                  </a:lnTo>
                  <a:lnTo>
                    <a:pt x="68" y="268"/>
                  </a:lnTo>
                  <a:lnTo>
                    <a:pt x="68" y="268"/>
                  </a:lnTo>
                  <a:lnTo>
                    <a:pt x="63" y="285"/>
                  </a:lnTo>
                  <a:lnTo>
                    <a:pt x="58" y="301"/>
                  </a:lnTo>
                  <a:lnTo>
                    <a:pt x="51" y="333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5" y="416"/>
                  </a:lnTo>
                  <a:lnTo>
                    <a:pt x="31" y="431"/>
                  </a:lnTo>
                  <a:lnTo>
                    <a:pt x="26" y="446"/>
                  </a:lnTo>
                  <a:lnTo>
                    <a:pt x="20" y="461"/>
                  </a:lnTo>
                  <a:lnTo>
                    <a:pt x="20" y="461"/>
                  </a:lnTo>
                  <a:lnTo>
                    <a:pt x="15" y="476"/>
                  </a:lnTo>
                  <a:lnTo>
                    <a:pt x="11" y="492"/>
                  </a:lnTo>
                  <a:lnTo>
                    <a:pt x="7" y="507"/>
                  </a:lnTo>
                  <a:lnTo>
                    <a:pt x="2" y="522"/>
                  </a:lnTo>
                  <a:lnTo>
                    <a:pt x="2" y="522"/>
                  </a:lnTo>
                  <a:lnTo>
                    <a:pt x="0" y="524"/>
                  </a:lnTo>
                  <a:lnTo>
                    <a:pt x="0" y="526"/>
                  </a:lnTo>
                  <a:lnTo>
                    <a:pt x="1" y="528"/>
                  </a:lnTo>
                  <a:lnTo>
                    <a:pt x="1" y="528"/>
                  </a:lnTo>
                  <a:lnTo>
                    <a:pt x="1" y="529"/>
                  </a:lnTo>
                  <a:lnTo>
                    <a:pt x="1" y="529"/>
                  </a:lnTo>
                  <a:lnTo>
                    <a:pt x="3" y="531"/>
                  </a:lnTo>
                  <a:lnTo>
                    <a:pt x="5" y="531"/>
                  </a:lnTo>
                  <a:lnTo>
                    <a:pt x="7" y="531"/>
                  </a:lnTo>
                  <a:lnTo>
                    <a:pt x="9" y="529"/>
                  </a:lnTo>
                  <a:lnTo>
                    <a:pt x="9" y="529"/>
                  </a:lnTo>
                  <a:lnTo>
                    <a:pt x="13" y="517"/>
                  </a:lnTo>
                  <a:lnTo>
                    <a:pt x="18" y="505"/>
                  </a:lnTo>
                  <a:lnTo>
                    <a:pt x="20" y="492"/>
                  </a:lnTo>
                  <a:lnTo>
                    <a:pt x="23" y="480"/>
                  </a:lnTo>
                  <a:lnTo>
                    <a:pt x="23" y="480"/>
                  </a:lnTo>
                  <a:lnTo>
                    <a:pt x="29" y="462"/>
                  </a:lnTo>
                  <a:lnTo>
                    <a:pt x="35" y="446"/>
                  </a:lnTo>
                  <a:lnTo>
                    <a:pt x="41" y="428"/>
                  </a:lnTo>
                  <a:lnTo>
                    <a:pt x="46" y="410"/>
                  </a:lnTo>
                  <a:lnTo>
                    <a:pt x="46" y="410"/>
                  </a:lnTo>
                  <a:lnTo>
                    <a:pt x="53" y="375"/>
                  </a:lnTo>
                  <a:lnTo>
                    <a:pt x="59" y="341"/>
                  </a:lnTo>
                  <a:lnTo>
                    <a:pt x="67" y="305"/>
                  </a:lnTo>
                  <a:lnTo>
                    <a:pt x="71" y="288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91" y="235"/>
                  </a:lnTo>
                  <a:lnTo>
                    <a:pt x="105" y="200"/>
                  </a:lnTo>
                  <a:lnTo>
                    <a:pt x="120" y="165"/>
                  </a:lnTo>
                  <a:lnTo>
                    <a:pt x="132" y="129"/>
                  </a:lnTo>
                  <a:lnTo>
                    <a:pt x="132" y="129"/>
                  </a:lnTo>
                  <a:lnTo>
                    <a:pt x="143" y="98"/>
                  </a:lnTo>
                  <a:lnTo>
                    <a:pt x="154" y="67"/>
                  </a:lnTo>
                  <a:lnTo>
                    <a:pt x="158" y="51"/>
                  </a:lnTo>
                  <a:lnTo>
                    <a:pt x="162" y="36"/>
                  </a:lnTo>
                  <a:lnTo>
                    <a:pt x="164" y="20"/>
                  </a:lnTo>
                  <a:lnTo>
                    <a:pt x="166" y="4"/>
                  </a:lnTo>
                  <a:lnTo>
                    <a:pt x="166" y="4"/>
                  </a:lnTo>
                  <a:lnTo>
                    <a:pt x="165" y="2"/>
                  </a:lnTo>
                  <a:lnTo>
                    <a:pt x="164" y="1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60" y="0"/>
                  </a:lnTo>
                  <a:lnTo>
                    <a:pt x="158" y="1"/>
                  </a:lnTo>
                  <a:lnTo>
                    <a:pt x="157" y="2"/>
                  </a:lnTo>
                  <a:lnTo>
                    <a:pt x="156" y="4"/>
                  </a:lnTo>
                  <a:lnTo>
                    <a:pt x="15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1" name="Freeform 907"/>
            <p:cNvSpPr/>
            <p:nvPr/>
          </p:nvSpPr>
          <p:spPr bwMode="auto">
            <a:xfrm>
              <a:off x="3338513" y="1404938"/>
              <a:ext cx="58738" cy="168275"/>
            </a:xfrm>
            <a:custGeom>
              <a:avLst/>
              <a:gdLst/>
              <a:ahLst/>
              <a:cxnLst>
                <a:cxn ang="0">
                  <a:pos x="99" y="4"/>
                </a:cxn>
                <a:cxn ang="0">
                  <a:pos x="99" y="4"/>
                </a:cxn>
                <a:cxn ang="0">
                  <a:pos x="98" y="14"/>
                </a:cxn>
                <a:cxn ang="0">
                  <a:pos x="97" y="23"/>
                </a:cxn>
                <a:cxn ang="0">
                  <a:pos x="92" y="43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73" y="103"/>
                </a:cxn>
                <a:cxn ang="0">
                  <a:pos x="68" y="125"/>
                </a:cxn>
                <a:cxn ang="0">
                  <a:pos x="57" y="169"/>
                </a:cxn>
                <a:cxn ang="0">
                  <a:pos x="57" y="169"/>
                </a:cxn>
                <a:cxn ang="0">
                  <a:pos x="51" y="188"/>
                </a:cxn>
                <a:cxn ang="0">
                  <a:pos x="43" y="205"/>
                </a:cxn>
                <a:cxn ang="0">
                  <a:pos x="35" y="223"/>
                </a:cxn>
                <a:cxn ang="0">
                  <a:pos x="26" y="239"/>
                </a:cxn>
                <a:cxn ang="0">
                  <a:pos x="17" y="257"/>
                </a:cxn>
                <a:cxn ang="0">
                  <a:pos x="10" y="274"/>
                </a:cxn>
                <a:cxn ang="0">
                  <a:pos x="4" y="293"/>
                </a:cxn>
                <a:cxn ang="0">
                  <a:pos x="1" y="302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0" y="314"/>
                </a:cxn>
                <a:cxn ang="0">
                  <a:pos x="1" y="316"/>
                </a:cxn>
                <a:cxn ang="0">
                  <a:pos x="2" y="317"/>
                </a:cxn>
                <a:cxn ang="0">
                  <a:pos x="4" y="317"/>
                </a:cxn>
                <a:cxn ang="0">
                  <a:pos x="7" y="316"/>
                </a:cxn>
                <a:cxn ang="0">
                  <a:pos x="9" y="314"/>
                </a:cxn>
                <a:cxn ang="0">
                  <a:pos x="9" y="313"/>
                </a:cxn>
                <a:cxn ang="0">
                  <a:pos x="9" y="313"/>
                </a:cxn>
                <a:cxn ang="0">
                  <a:pos x="11" y="302"/>
                </a:cxn>
                <a:cxn ang="0">
                  <a:pos x="13" y="292"/>
                </a:cxn>
                <a:cxn ang="0">
                  <a:pos x="19" y="273"/>
                </a:cxn>
                <a:cxn ang="0">
                  <a:pos x="28" y="255"/>
                </a:cxn>
                <a:cxn ang="0">
                  <a:pos x="36" y="237"/>
                </a:cxn>
                <a:cxn ang="0">
                  <a:pos x="45" y="220"/>
                </a:cxn>
                <a:cxn ang="0">
                  <a:pos x="54" y="201"/>
                </a:cxn>
                <a:cxn ang="0">
                  <a:pos x="62" y="182"/>
                </a:cxn>
                <a:cxn ang="0">
                  <a:pos x="68" y="164"/>
                </a:cxn>
                <a:cxn ang="0">
                  <a:pos x="68" y="164"/>
                </a:cxn>
                <a:cxn ang="0">
                  <a:pos x="79" y="119"/>
                </a:cxn>
                <a:cxn ang="0">
                  <a:pos x="91" y="76"/>
                </a:cxn>
                <a:cxn ang="0">
                  <a:pos x="91" y="76"/>
                </a:cxn>
                <a:cxn ang="0">
                  <a:pos x="102" y="40"/>
                </a:cxn>
                <a:cxn ang="0">
                  <a:pos x="106" y="22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08" y="2"/>
                </a:cxn>
                <a:cxn ang="0">
                  <a:pos x="107" y="1"/>
                </a:cxn>
                <a:cxn ang="0">
                  <a:pos x="106" y="0"/>
                </a:cxn>
                <a:cxn ang="0">
                  <a:pos x="104" y="0"/>
                </a:cxn>
                <a:cxn ang="0">
                  <a:pos x="101" y="1"/>
                </a:cxn>
                <a:cxn ang="0">
                  <a:pos x="100" y="2"/>
                </a:cxn>
                <a:cxn ang="0">
                  <a:pos x="99" y="4"/>
                </a:cxn>
                <a:cxn ang="0">
                  <a:pos x="99" y="4"/>
                </a:cxn>
              </a:cxnLst>
              <a:rect l="0" t="0" r="r" b="b"/>
              <a:pathLst>
                <a:path w="109" h="317">
                  <a:moveTo>
                    <a:pt x="99" y="4"/>
                  </a:moveTo>
                  <a:lnTo>
                    <a:pt x="99" y="4"/>
                  </a:lnTo>
                  <a:lnTo>
                    <a:pt x="98" y="14"/>
                  </a:lnTo>
                  <a:lnTo>
                    <a:pt x="97" y="23"/>
                  </a:lnTo>
                  <a:lnTo>
                    <a:pt x="92" y="43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3" y="103"/>
                  </a:lnTo>
                  <a:lnTo>
                    <a:pt x="68" y="125"/>
                  </a:lnTo>
                  <a:lnTo>
                    <a:pt x="57" y="169"/>
                  </a:lnTo>
                  <a:lnTo>
                    <a:pt x="57" y="169"/>
                  </a:lnTo>
                  <a:lnTo>
                    <a:pt x="51" y="188"/>
                  </a:lnTo>
                  <a:lnTo>
                    <a:pt x="43" y="205"/>
                  </a:lnTo>
                  <a:lnTo>
                    <a:pt x="35" y="223"/>
                  </a:lnTo>
                  <a:lnTo>
                    <a:pt x="26" y="239"/>
                  </a:lnTo>
                  <a:lnTo>
                    <a:pt x="17" y="257"/>
                  </a:lnTo>
                  <a:lnTo>
                    <a:pt x="10" y="274"/>
                  </a:lnTo>
                  <a:lnTo>
                    <a:pt x="4" y="293"/>
                  </a:lnTo>
                  <a:lnTo>
                    <a:pt x="1" y="302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0" y="314"/>
                  </a:lnTo>
                  <a:lnTo>
                    <a:pt x="1" y="316"/>
                  </a:lnTo>
                  <a:lnTo>
                    <a:pt x="2" y="317"/>
                  </a:lnTo>
                  <a:lnTo>
                    <a:pt x="4" y="317"/>
                  </a:lnTo>
                  <a:lnTo>
                    <a:pt x="7" y="316"/>
                  </a:lnTo>
                  <a:lnTo>
                    <a:pt x="9" y="314"/>
                  </a:lnTo>
                  <a:lnTo>
                    <a:pt x="9" y="313"/>
                  </a:lnTo>
                  <a:lnTo>
                    <a:pt x="9" y="313"/>
                  </a:lnTo>
                  <a:lnTo>
                    <a:pt x="11" y="302"/>
                  </a:lnTo>
                  <a:lnTo>
                    <a:pt x="13" y="292"/>
                  </a:lnTo>
                  <a:lnTo>
                    <a:pt x="19" y="273"/>
                  </a:lnTo>
                  <a:lnTo>
                    <a:pt x="28" y="255"/>
                  </a:lnTo>
                  <a:lnTo>
                    <a:pt x="36" y="237"/>
                  </a:lnTo>
                  <a:lnTo>
                    <a:pt x="45" y="220"/>
                  </a:lnTo>
                  <a:lnTo>
                    <a:pt x="54" y="201"/>
                  </a:lnTo>
                  <a:lnTo>
                    <a:pt x="62" y="182"/>
                  </a:lnTo>
                  <a:lnTo>
                    <a:pt x="68" y="164"/>
                  </a:lnTo>
                  <a:lnTo>
                    <a:pt x="68" y="164"/>
                  </a:lnTo>
                  <a:lnTo>
                    <a:pt x="79" y="119"/>
                  </a:lnTo>
                  <a:lnTo>
                    <a:pt x="91" y="76"/>
                  </a:lnTo>
                  <a:lnTo>
                    <a:pt x="91" y="76"/>
                  </a:lnTo>
                  <a:lnTo>
                    <a:pt x="102" y="40"/>
                  </a:lnTo>
                  <a:lnTo>
                    <a:pt x="106" y="22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08" y="2"/>
                  </a:lnTo>
                  <a:lnTo>
                    <a:pt x="107" y="1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1" y="1"/>
                  </a:lnTo>
                  <a:lnTo>
                    <a:pt x="100" y="2"/>
                  </a:lnTo>
                  <a:lnTo>
                    <a:pt x="99" y="4"/>
                  </a:lnTo>
                  <a:lnTo>
                    <a:pt x="9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2" name="Freeform 908"/>
            <p:cNvSpPr/>
            <p:nvPr/>
          </p:nvSpPr>
          <p:spPr bwMode="auto">
            <a:xfrm>
              <a:off x="3365500" y="1427163"/>
              <a:ext cx="58738" cy="169863"/>
            </a:xfrm>
            <a:custGeom>
              <a:avLst/>
              <a:gdLst/>
              <a:ahLst/>
              <a:cxnLst>
                <a:cxn ang="0">
                  <a:pos x="102" y="1"/>
                </a:cxn>
                <a:cxn ang="0">
                  <a:pos x="102" y="1"/>
                </a:cxn>
                <a:cxn ang="0">
                  <a:pos x="97" y="7"/>
                </a:cxn>
                <a:cxn ang="0">
                  <a:pos x="93" y="13"/>
                </a:cxn>
                <a:cxn ang="0">
                  <a:pos x="87" y="26"/>
                </a:cxn>
                <a:cxn ang="0">
                  <a:pos x="82" y="39"/>
                </a:cxn>
                <a:cxn ang="0">
                  <a:pos x="79" y="54"/>
                </a:cxn>
                <a:cxn ang="0">
                  <a:pos x="79" y="54"/>
                </a:cxn>
                <a:cxn ang="0">
                  <a:pos x="72" y="77"/>
                </a:cxn>
                <a:cxn ang="0">
                  <a:pos x="65" y="101"/>
                </a:cxn>
                <a:cxn ang="0">
                  <a:pos x="51" y="148"/>
                </a:cxn>
                <a:cxn ang="0">
                  <a:pos x="51" y="148"/>
                </a:cxn>
                <a:cxn ang="0">
                  <a:pos x="44" y="168"/>
                </a:cxn>
                <a:cxn ang="0">
                  <a:pos x="37" y="190"/>
                </a:cxn>
                <a:cxn ang="0">
                  <a:pos x="20" y="231"/>
                </a:cxn>
                <a:cxn ang="0">
                  <a:pos x="13" y="252"/>
                </a:cxn>
                <a:cxn ang="0">
                  <a:pos x="7" y="274"/>
                </a:cxn>
                <a:cxn ang="0">
                  <a:pos x="2" y="295"/>
                </a:cxn>
                <a:cxn ang="0">
                  <a:pos x="1" y="307"/>
                </a:cxn>
                <a:cxn ang="0">
                  <a:pos x="0" y="317"/>
                </a:cxn>
                <a:cxn ang="0">
                  <a:pos x="0" y="317"/>
                </a:cxn>
                <a:cxn ang="0">
                  <a:pos x="1" y="319"/>
                </a:cxn>
                <a:cxn ang="0">
                  <a:pos x="2" y="321"/>
                </a:cxn>
                <a:cxn ang="0">
                  <a:pos x="3" y="322"/>
                </a:cxn>
                <a:cxn ang="0">
                  <a:pos x="6" y="322"/>
                </a:cxn>
                <a:cxn ang="0">
                  <a:pos x="8" y="322"/>
                </a:cxn>
                <a:cxn ang="0">
                  <a:pos x="9" y="321"/>
                </a:cxn>
                <a:cxn ang="0">
                  <a:pos x="10" y="319"/>
                </a:cxn>
                <a:cxn ang="0">
                  <a:pos x="11" y="317"/>
                </a:cxn>
                <a:cxn ang="0">
                  <a:pos x="11" y="317"/>
                </a:cxn>
                <a:cxn ang="0">
                  <a:pos x="11" y="307"/>
                </a:cxn>
                <a:cxn ang="0">
                  <a:pos x="12" y="296"/>
                </a:cxn>
                <a:cxn ang="0">
                  <a:pos x="16" y="276"/>
                </a:cxn>
                <a:cxn ang="0">
                  <a:pos x="22" y="256"/>
                </a:cxn>
                <a:cxn ang="0">
                  <a:pos x="29" y="237"/>
                </a:cxn>
                <a:cxn ang="0">
                  <a:pos x="44" y="198"/>
                </a:cxn>
                <a:cxn ang="0">
                  <a:pos x="51" y="179"/>
                </a:cxn>
                <a:cxn ang="0">
                  <a:pos x="57" y="159"/>
                </a:cxn>
                <a:cxn ang="0">
                  <a:pos x="57" y="159"/>
                </a:cxn>
                <a:cxn ang="0">
                  <a:pos x="70" y="120"/>
                </a:cxn>
                <a:cxn ang="0">
                  <a:pos x="81" y="81"/>
                </a:cxn>
                <a:cxn ang="0">
                  <a:pos x="81" y="81"/>
                </a:cxn>
                <a:cxn ang="0">
                  <a:pos x="86" y="62"/>
                </a:cxn>
                <a:cxn ang="0">
                  <a:pos x="91" y="42"/>
                </a:cxn>
                <a:cxn ang="0">
                  <a:pos x="94" y="33"/>
                </a:cxn>
                <a:cxn ang="0">
                  <a:pos x="97" y="25"/>
                </a:cxn>
                <a:cxn ang="0">
                  <a:pos x="103" y="16"/>
                </a:cxn>
                <a:cxn ang="0">
                  <a:pos x="109" y="8"/>
                </a:cxn>
                <a:cxn ang="0">
                  <a:pos x="109" y="8"/>
                </a:cxn>
                <a:cxn ang="0">
                  <a:pos x="110" y="6"/>
                </a:cxn>
                <a:cxn ang="0">
                  <a:pos x="110" y="4"/>
                </a:cxn>
                <a:cxn ang="0">
                  <a:pos x="109" y="3"/>
                </a:cxn>
                <a:cxn ang="0">
                  <a:pos x="108" y="1"/>
                </a:cxn>
                <a:cxn ang="0">
                  <a:pos x="107" y="0"/>
                </a:cxn>
                <a:cxn ang="0">
                  <a:pos x="105" y="0"/>
                </a:cxn>
                <a:cxn ang="0">
                  <a:pos x="104" y="0"/>
                </a:cxn>
                <a:cxn ang="0">
                  <a:pos x="102" y="1"/>
                </a:cxn>
                <a:cxn ang="0">
                  <a:pos x="102" y="1"/>
                </a:cxn>
              </a:cxnLst>
              <a:rect l="0" t="0" r="r" b="b"/>
              <a:pathLst>
                <a:path w="110" h="322">
                  <a:moveTo>
                    <a:pt x="102" y="1"/>
                  </a:moveTo>
                  <a:lnTo>
                    <a:pt x="102" y="1"/>
                  </a:lnTo>
                  <a:lnTo>
                    <a:pt x="97" y="7"/>
                  </a:lnTo>
                  <a:lnTo>
                    <a:pt x="93" y="13"/>
                  </a:lnTo>
                  <a:lnTo>
                    <a:pt x="87" y="26"/>
                  </a:lnTo>
                  <a:lnTo>
                    <a:pt x="82" y="39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2" y="77"/>
                  </a:lnTo>
                  <a:lnTo>
                    <a:pt x="65" y="101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4" y="168"/>
                  </a:lnTo>
                  <a:lnTo>
                    <a:pt x="37" y="190"/>
                  </a:lnTo>
                  <a:lnTo>
                    <a:pt x="20" y="231"/>
                  </a:lnTo>
                  <a:lnTo>
                    <a:pt x="13" y="252"/>
                  </a:lnTo>
                  <a:lnTo>
                    <a:pt x="7" y="274"/>
                  </a:lnTo>
                  <a:lnTo>
                    <a:pt x="2" y="295"/>
                  </a:lnTo>
                  <a:lnTo>
                    <a:pt x="1" y="307"/>
                  </a:lnTo>
                  <a:lnTo>
                    <a:pt x="0" y="317"/>
                  </a:lnTo>
                  <a:lnTo>
                    <a:pt x="0" y="317"/>
                  </a:lnTo>
                  <a:lnTo>
                    <a:pt x="1" y="319"/>
                  </a:lnTo>
                  <a:lnTo>
                    <a:pt x="2" y="321"/>
                  </a:lnTo>
                  <a:lnTo>
                    <a:pt x="3" y="322"/>
                  </a:lnTo>
                  <a:lnTo>
                    <a:pt x="6" y="322"/>
                  </a:lnTo>
                  <a:lnTo>
                    <a:pt x="8" y="322"/>
                  </a:lnTo>
                  <a:lnTo>
                    <a:pt x="9" y="321"/>
                  </a:lnTo>
                  <a:lnTo>
                    <a:pt x="10" y="319"/>
                  </a:lnTo>
                  <a:lnTo>
                    <a:pt x="11" y="317"/>
                  </a:lnTo>
                  <a:lnTo>
                    <a:pt x="11" y="317"/>
                  </a:lnTo>
                  <a:lnTo>
                    <a:pt x="11" y="307"/>
                  </a:lnTo>
                  <a:lnTo>
                    <a:pt x="12" y="296"/>
                  </a:lnTo>
                  <a:lnTo>
                    <a:pt x="16" y="276"/>
                  </a:lnTo>
                  <a:lnTo>
                    <a:pt x="22" y="256"/>
                  </a:lnTo>
                  <a:lnTo>
                    <a:pt x="29" y="237"/>
                  </a:lnTo>
                  <a:lnTo>
                    <a:pt x="44" y="198"/>
                  </a:lnTo>
                  <a:lnTo>
                    <a:pt x="51" y="179"/>
                  </a:lnTo>
                  <a:lnTo>
                    <a:pt x="57" y="159"/>
                  </a:lnTo>
                  <a:lnTo>
                    <a:pt x="57" y="159"/>
                  </a:lnTo>
                  <a:lnTo>
                    <a:pt x="70" y="120"/>
                  </a:lnTo>
                  <a:lnTo>
                    <a:pt x="81" y="81"/>
                  </a:lnTo>
                  <a:lnTo>
                    <a:pt x="81" y="81"/>
                  </a:lnTo>
                  <a:lnTo>
                    <a:pt x="86" y="62"/>
                  </a:lnTo>
                  <a:lnTo>
                    <a:pt x="91" y="42"/>
                  </a:lnTo>
                  <a:lnTo>
                    <a:pt x="94" y="33"/>
                  </a:lnTo>
                  <a:lnTo>
                    <a:pt x="97" y="25"/>
                  </a:lnTo>
                  <a:lnTo>
                    <a:pt x="103" y="16"/>
                  </a:lnTo>
                  <a:lnTo>
                    <a:pt x="109" y="8"/>
                  </a:lnTo>
                  <a:lnTo>
                    <a:pt x="109" y="8"/>
                  </a:lnTo>
                  <a:lnTo>
                    <a:pt x="110" y="6"/>
                  </a:lnTo>
                  <a:lnTo>
                    <a:pt x="110" y="4"/>
                  </a:lnTo>
                  <a:lnTo>
                    <a:pt x="109" y="3"/>
                  </a:lnTo>
                  <a:lnTo>
                    <a:pt x="108" y="1"/>
                  </a:lnTo>
                  <a:lnTo>
                    <a:pt x="107" y="0"/>
                  </a:lnTo>
                  <a:lnTo>
                    <a:pt x="105" y="0"/>
                  </a:lnTo>
                  <a:lnTo>
                    <a:pt x="104" y="0"/>
                  </a:lnTo>
                  <a:lnTo>
                    <a:pt x="102" y="1"/>
                  </a:lnTo>
                  <a:lnTo>
                    <a:pt x="102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3" name="Freeform 909"/>
            <p:cNvSpPr/>
            <p:nvPr/>
          </p:nvSpPr>
          <p:spPr bwMode="auto">
            <a:xfrm>
              <a:off x="3403600" y="1430338"/>
              <a:ext cx="41275" cy="182563"/>
            </a:xfrm>
            <a:custGeom>
              <a:avLst/>
              <a:gdLst/>
              <a:ahLst/>
              <a:cxnLst>
                <a:cxn ang="0">
                  <a:pos x="67" y="4"/>
                </a:cxn>
                <a:cxn ang="0">
                  <a:pos x="62" y="52"/>
                </a:cxn>
                <a:cxn ang="0">
                  <a:pos x="53" y="99"/>
                </a:cxn>
                <a:cxn ang="0">
                  <a:pos x="39" y="171"/>
                </a:cxn>
                <a:cxn ang="0">
                  <a:pos x="35" y="193"/>
                </a:cxn>
                <a:cxn ang="0">
                  <a:pos x="30" y="215"/>
                </a:cxn>
                <a:cxn ang="0">
                  <a:pos x="15" y="255"/>
                </a:cxn>
                <a:cxn ang="0">
                  <a:pos x="10" y="277"/>
                </a:cxn>
                <a:cxn ang="0">
                  <a:pos x="7" y="294"/>
                </a:cxn>
                <a:cxn ang="0">
                  <a:pos x="5" y="310"/>
                </a:cxn>
                <a:cxn ang="0">
                  <a:pos x="5" y="325"/>
                </a:cxn>
                <a:cxn ang="0">
                  <a:pos x="4" y="335"/>
                </a:cxn>
                <a:cxn ang="0">
                  <a:pos x="3" y="337"/>
                </a:cxn>
                <a:cxn ang="0">
                  <a:pos x="0" y="340"/>
                </a:cxn>
                <a:cxn ang="0">
                  <a:pos x="1" y="343"/>
                </a:cxn>
                <a:cxn ang="0">
                  <a:pos x="4" y="345"/>
                </a:cxn>
                <a:cxn ang="0">
                  <a:pos x="7" y="345"/>
                </a:cxn>
                <a:cxn ang="0">
                  <a:pos x="10" y="342"/>
                </a:cxn>
                <a:cxn ang="0">
                  <a:pos x="13" y="334"/>
                </a:cxn>
                <a:cxn ang="0">
                  <a:pos x="14" y="318"/>
                </a:cxn>
                <a:cxn ang="0">
                  <a:pos x="14" y="310"/>
                </a:cxn>
                <a:cxn ang="0">
                  <a:pos x="17" y="285"/>
                </a:cxn>
                <a:cxn ang="0">
                  <a:pos x="23" y="260"/>
                </a:cxn>
                <a:cxn ang="0">
                  <a:pos x="40" y="213"/>
                </a:cxn>
                <a:cxn ang="0">
                  <a:pos x="44" y="201"/>
                </a:cxn>
                <a:cxn ang="0">
                  <a:pos x="47" y="176"/>
                </a:cxn>
                <a:cxn ang="0">
                  <a:pos x="49" y="163"/>
                </a:cxn>
                <a:cxn ang="0">
                  <a:pos x="63" y="107"/>
                </a:cxn>
                <a:cxn ang="0">
                  <a:pos x="65" y="93"/>
                </a:cxn>
                <a:cxn ang="0">
                  <a:pos x="70" y="52"/>
                </a:cxn>
                <a:cxn ang="0">
                  <a:pos x="73" y="28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3" y="0"/>
                </a:cxn>
                <a:cxn ang="0">
                  <a:pos x="70" y="0"/>
                </a:cxn>
                <a:cxn ang="0">
                  <a:pos x="67" y="2"/>
                </a:cxn>
                <a:cxn ang="0">
                  <a:pos x="67" y="4"/>
                </a:cxn>
              </a:cxnLst>
              <a:rect l="0" t="0" r="r" b="b"/>
              <a:pathLst>
                <a:path w="76" h="346">
                  <a:moveTo>
                    <a:pt x="67" y="4"/>
                  </a:moveTo>
                  <a:lnTo>
                    <a:pt x="67" y="4"/>
                  </a:lnTo>
                  <a:lnTo>
                    <a:pt x="65" y="28"/>
                  </a:lnTo>
                  <a:lnTo>
                    <a:pt x="62" y="52"/>
                  </a:lnTo>
                  <a:lnTo>
                    <a:pt x="58" y="76"/>
                  </a:lnTo>
                  <a:lnTo>
                    <a:pt x="53" y="99"/>
                  </a:lnTo>
                  <a:lnTo>
                    <a:pt x="43" y="147"/>
                  </a:lnTo>
                  <a:lnTo>
                    <a:pt x="39" y="17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3" y="205"/>
                  </a:lnTo>
                  <a:lnTo>
                    <a:pt x="30" y="215"/>
                  </a:lnTo>
                  <a:lnTo>
                    <a:pt x="22" y="236"/>
                  </a:lnTo>
                  <a:lnTo>
                    <a:pt x="15" y="255"/>
                  </a:lnTo>
                  <a:lnTo>
                    <a:pt x="12" y="267"/>
                  </a:lnTo>
                  <a:lnTo>
                    <a:pt x="10" y="277"/>
                  </a:lnTo>
                  <a:lnTo>
                    <a:pt x="10" y="277"/>
                  </a:lnTo>
                  <a:lnTo>
                    <a:pt x="7" y="294"/>
                  </a:lnTo>
                  <a:lnTo>
                    <a:pt x="6" y="302"/>
                  </a:lnTo>
                  <a:lnTo>
                    <a:pt x="5" y="310"/>
                  </a:lnTo>
                  <a:lnTo>
                    <a:pt x="5" y="310"/>
                  </a:lnTo>
                  <a:lnTo>
                    <a:pt x="5" y="325"/>
                  </a:lnTo>
                  <a:lnTo>
                    <a:pt x="5" y="333"/>
                  </a:lnTo>
                  <a:lnTo>
                    <a:pt x="4" y="335"/>
                  </a:lnTo>
                  <a:lnTo>
                    <a:pt x="3" y="337"/>
                  </a:lnTo>
                  <a:lnTo>
                    <a:pt x="3" y="337"/>
                  </a:lnTo>
                  <a:lnTo>
                    <a:pt x="1" y="338"/>
                  </a:lnTo>
                  <a:lnTo>
                    <a:pt x="0" y="340"/>
                  </a:lnTo>
                  <a:lnTo>
                    <a:pt x="1" y="342"/>
                  </a:lnTo>
                  <a:lnTo>
                    <a:pt x="1" y="343"/>
                  </a:lnTo>
                  <a:lnTo>
                    <a:pt x="2" y="345"/>
                  </a:lnTo>
                  <a:lnTo>
                    <a:pt x="4" y="345"/>
                  </a:lnTo>
                  <a:lnTo>
                    <a:pt x="5" y="346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10" y="342"/>
                  </a:lnTo>
                  <a:lnTo>
                    <a:pt x="12" y="339"/>
                  </a:lnTo>
                  <a:lnTo>
                    <a:pt x="13" y="334"/>
                  </a:lnTo>
                  <a:lnTo>
                    <a:pt x="14" y="329"/>
                  </a:lnTo>
                  <a:lnTo>
                    <a:pt x="14" y="318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5" y="298"/>
                  </a:lnTo>
                  <a:lnTo>
                    <a:pt x="17" y="285"/>
                  </a:lnTo>
                  <a:lnTo>
                    <a:pt x="19" y="273"/>
                  </a:lnTo>
                  <a:lnTo>
                    <a:pt x="23" y="260"/>
                  </a:lnTo>
                  <a:lnTo>
                    <a:pt x="32" y="236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4" y="201"/>
                  </a:lnTo>
                  <a:lnTo>
                    <a:pt x="46" y="188"/>
                  </a:lnTo>
                  <a:lnTo>
                    <a:pt x="47" y="176"/>
                  </a:lnTo>
                  <a:lnTo>
                    <a:pt x="49" y="163"/>
                  </a:lnTo>
                  <a:lnTo>
                    <a:pt x="49" y="163"/>
                  </a:lnTo>
                  <a:lnTo>
                    <a:pt x="56" y="135"/>
                  </a:lnTo>
                  <a:lnTo>
                    <a:pt x="63" y="107"/>
                  </a:lnTo>
                  <a:lnTo>
                    <a:pt x="63" y="107"/>
                  </a:lnTo>
                  <a:lnTo>
                    <a:pt x="65" y="93"/>
                  </a:lnTo>
                  <a:lnTo>
                    <a:pt x="66" y="79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3" y="28"/>
                  </a:lnTo>
                  <a:lnTo>
                    <a:pt x="75" y="17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0" y="0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7" y="4"/>
                  </a:lnTo>
                  <a:lnTo>
                    <a:pt x="6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4" name="Freeform 910"/>
            <p:cNvSpPr/>
            <p:nvPr/>
          </p:nvSpPr>
          <p:spPr bwMode="auto">
            <a:xfrm>
              <a:off x="3436938" y="1397000"/>
              <a:ext cx="47625" cy="252413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8" y="20"/>
                </a:cxn>
                <a:cxn ang="0">
                  <a:pos x="76" y="34"/>
                </a:cxn>
                <a:cxn ang="0">
                  <a:pos x="69" y="63"/>
                </a:cxn>
                <a:cxn ang="0">
                  <a:pos x="54" y="121"/>
                </a:cxn>
                <a:cxn ang="0">
                  <a:pos x="54" y="121"/>
                </a:cxn>
                <a:cxn ang="0">
                  <a:pos x="40" y="180"/>
                </a:cxn>
                <a:cxn ang="0">
                  <a:pos x="26" y="238"/>
                </a:cxn>
                <a:cxn ang="0">
                  <a:pos x="26" y="238"/>
                </a:cxn>
                <a:cxn ang="0">
                  <a:pos x="23" y="253"/>
                </a:cxn>
                <a:cxn ang="0">
                  <a:pos x="21" y="269"/>
                </a:cxn>
                <a:cxn ang="0">
                  <a:pos x="19" y="301"/>
                </a:cxn>
                <a:cxn ang="0">
                  <a:pos x="16" y="332"/>
                </a:cxn>
                <a:cxn ang="0">
                  <a:pos x="15" y="347"/>
                </a:cxn>
                <a:cxn ang="0">
                  <a:pos x="12" y="363"/>
                </a:cxn>
                <a:cxn ang="0">
                  <a:pos x="12" y="363"/>
                </a:cxn>
                <a:cxn ang="0">
                  <a:pos x="8" y="391"/>
                </a:cxn>
                <a:cxn ang="0">
                  <a:pos x="4" y="419"/>
                </a:cxn>
                <a:cxn ang="0">
                  <a:pos x="2" y="446"/>
                </a:cxn>
                <a:cxn ang="0">
                  <a:pos x="0" y="474"/>
                </a:cxn>
                <a:cxn ang="0">
                  <a:pos x="0" y="474"/>
                </a:cxn>
                <a:cxn ang="0">
                  <a:pos x="0" y="476"/>
                </a:cxn>
                <a:cxn ang="0">
                  <a:pos x="1" y="477"/>
                </a:cxn>
                <a:cxn ang="0">
                  <a:pos x="3" y="478"/>
                </a:cxn>
                <a:cxn ang="0">
                  <a:pos x="4" y="478"/>
                </a:cxn>
                <a:cxn ang="0">
                  <a:pos x="6" y="478"/>
                </a:cxn>
                <a:cxn ang="0">
                  <a:pos x="8" y="477"/>
                </a:cxn>
                <a:cxn ang="0">
                  <a:pos x="9" y="476"/>
                </a:cxn>
                <a:cxn ang="0">
                  <a:pos x="9" y="474"/>
                </a:cxn>
                <a:cxn ang="0">
                  <a:pos x="9" y="474"/>
                </a:cxn>
                <a:cxn ang="0">
                  <a:pos x="11" y="444"/>
                </a:cxn>
                <a:cxn ang="0">
                  <a:pos x="14" y="415"/>
                </a:cxn>
                <a:cxn ang="0">
                  <a:pos x="18" y="385"/>
                </a:cxn>
                <a:cxn ang="0">
                  <a:pos x="23" y="357"/>
                </a:cxn>
                <a:cxn ang="0">
                  <a:pos x="23" y="357"/>
                </a:cxn>
                <a:cxn ang="0">
                  <a:pos x="25" y="341"/>
                </a:cxn>
                <a:cxn ang="0">
                  <a:pos x="28" y="326"/>
                </a:cxn>
                <a:cxn ang="0">
                  <a:pos x="30" y="295"/>
                </a:cxn>
                <a:cxn ang="0">
                  <a:pos x="33" y="263"/>
                </a:cxn>
                <a:cxn ang="0">
                  <a:pos x="35" y="247"/>
                </a:cxn>
                <a:cxn ang="0">
                  <a:pos x="38" y="232"/>
                </a:cxn>
                <a:cxn ang="0">
                  <a:pos x="38" y="232"/>
                </a:cxn>
                <a:cxn ang="0">
                  <a:pos x="51" y="174"/>
                </a:cxn>
                <a:cxn ang="0">
                  <a:pos x="66" y="116"/>
                </a:cxn>
                <a:cxn ang="0">
                  <a:pos x="66" y="116"/>
                </a:cxn>
                <a:cxn ang="0">
                  <a:pos x="79" y="61"/>
                </a:cxn>
                <a:cxn ang="0">
                  <a:pos x="85" y="32"/>
                </a:cxn>
                <a:cxn ang="0">
                  <a:pos x="90" y="4"/>
                </a:cxn>
                <a:cxn ang="0">
                  <a:pos x="90" y="4"/>
                </a:cxn>
                <a:cxn ang="0">
                  <a:pos x="90" y="3"/>
                </a:cxn>
                <a:cxn ang="0">
                  <a:pos x="88" y="1"/>
                </a:cxn>
                <a:cxn ang="0">
                  <a:pos x="87" y="0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r" b="b"/>
              <a:pathLst>
                <a:path w="90" h="478">
                  <a:moveTo>
                    <a:pt x="80" y="4"/>
                  </a:moveTo>
                  <a:lnTo>
                    <a:pt x="80" y="4"/>
                  </a:lnTo>
                  <a:lnTo>
                    <a:pt x="78" y="20"/>
                  </a:lnTo>
                  <a:lnTo>
                    <a:pt x="76" y="34"/>
                  </a:lnTo>
                  <a:lnTo>
                    <a:pt x="69" y="63"/>
                  </a:lnTo>
                  <a:lnTo>
                    <a:pt x="54" y="121"/>
                  </a:lnTo>
                  <a:lnTo>
                    <a:pt x="54" y="121"/>
                  </a:lnTo>
                  <a:lnTo>
                    <a:pt x="40" y="180"/>
                  </a:lnTo>
                  <a:lnTo>
                    <a:pt x="26" y="238"/>
                  </a:lnTo>
                  <a:lnTo>
                    <a:pt x="26" y="238"/>
                  </a:lnTo>
                  <a:lnTo>
                    <a:pt x="23" y="253"/>
                  </a:lnTo>
                  <a:lnTo>
                    <a:pt x="21" y="269"/>
                  </a:lnTo>
                  <a:lnTo>
                    <a:pt x="19" y="301"/>
                  </a:lnTo>
                  <a:lnTo>
                    <a:pt x="16" y="332"/>
                  </a:lnTo>
                  <a:lnTo>
                    <a:pt x="15" y="347"/>
                  </a:lnTo>
                  <a:lnTo>
                    <a:pt x="12" y="363"/>
                  </a:lnTo>
                  <a:lnTo>
                    <a:pt x="12" y="363"/>
                  </a:lnTo>
                  <a:lnTo>
                    <a:pt x="8" y="391"/>
                  </a:lnTo>
                  <a:lnTo>
                    <a:pt x="4" y="419"/>
                  </a:lnTo>
                  <a:lnTo>
                    <a:pt x="2" y="446"/>
                  </a:lnTo>
                  <a:lnTo>
                    <a:pt x="0" y="474"/>
                  </a:lnTo>
                  <a:lnTo>
                    <a:pt x="0" y="474"/>
                  </a:lnTo>
                  <a:lnTo>
                    <a:pt x="0" y="476"/>
                  </a:lnTo>
                  <a:lnTo>
                    <a:pt x="1" y="477"/>
                  </a:lnTo>
                  <a:lnTo>
                    <a:pt x="3" y="478"/>
                  </a:lnTo>
                  <a:lnTo>
                    <a:pt x="4" y="478"/>
                  </a:lnTo>
                  <a:lnTo>
                    <a:pt x="6" y="478"/>
                  </a:lnTo>
                  <a:lnTo>
                    <a:pt x="8" y="477"/>
                  </a:lnTo>
                  <a:lnTo>
                    <a:pt x="9" y="476"/>
                  </a:lnTo>
                  <a:lnTo>
                    <a:pt x="9" y="474"/>
                  </a:lnTo>
                  <a:lnTo>
                    <a:pt x="9" y="474"/>
                  </a:lnTo>
                  <a:lnTo>
                    <a:pt x="11" y="444"/>
                  </a:lnTo>
                  <a:lnTo>
                    <a:pt x="14" y="415"/>
                  </a:lnTo>
                  <a:lnTo>
                    <a:pt x="18" y="385"/>
                  </a:lnTo>
                  <a:lnTo>
                    <a:pt x="23" y="357"/>
                  </a:lnTo>
                  <a:lnTo>
                    <a:pt x="23" y="357"/>
                  </a:lnTo>
                  <a:lnTo>
                    <a:pt x="25" y="341"/>
                  </a:lnTo>
                  <a:lnTo>
                    <a:pt x="28" y="326"/>
                  </a:lnTo>
                  <a:lnTo>
                    <a:pt x="30" y="295"/>
                  </a:lnTo>
                  <a:lnTo>
                    <a:pt x="33" y="263"/>
                  </a:lnTo>
                  <a:lnTo>
                    <a:pt x="35" y="247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51" y="174"/>
                  </a:lnTo>
                  <a:lnTo>
                    <a:pt x="66" y="116"/>
                  </a:lnTo>
                  <a:lnTo>
                    <a:pt x="66" y="116"/>
                  </a:lnTo>
                  <a:lnTo>
                    <a:pt x="79" y="61"/>
                  </a:lnTo>
                  <a:lnTo>
                    <a:pt x="85" y="32"/>
                  </a:lnTo>
                  <a:lnTo>
                    <a:pt x="90" y="4"/>
                  </a:lnTo>
                  <a:lnTo>
                    <a:pt x="90" y="4"/>
                  </a:lnTo>
                  <a:lnTo>
                    <a:pt x="90" y="3"/>
                  </a:lnTo>
                  <a:lnTo>
                    <a:pt x="88" y="1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0" y="4"/>
                  </a:lnTo>
                  <a:lnTo>
                    <a:pt x="8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5" name="Freeform 911"/>
            <p:cNvSpPr/>
            <p:nvPr/>
          </p:nvSpPr>
          <p:spPr bwMode="auto">
            <a:xfrm>
              <a:off x="3457575" y="1241425"/>
              <a:ext cx="104775" cy="455613"/>
            </a:xfrm>
            <a:custGeom>
              <a:avLst/>
              <a:gdLst/>
              <a:ahLst/>
              <a:cxnLst>
                <a:cxn ang="0">
                  <a:pos x="189" y="5"/>
                </a:cxn>
                <a:cxn ang="0">
                  <a:pos x="187" y="12"/>
                </a:cxn>
                <a:cxn ang="0">
                  <a:pos x="185" y="19"/>
                </a:cxn>
                <a:cxn ang="0">
                  <a:pos x="183" y="34"/>
                </a:cxn>
                <a:cxn ang="0">
                  <a:pos x="181" y="47"/>
                </a:cxn>
                <a:cxn ang="0">
                  <a:pos x="173" y="98"/>
                </a:cxn>
                <a:cxn ang="0">
                  <a:pos x="167" y="127"/>
                </a:cxn>
                <a:cxn ang="0">
                  <a:pos x="152" y="182"/>
                </a:cxn>
                <a:cxn ang="0">
                  <a:pos x="142" y="208"/>
                </a:cxn>
                <a:cxn ang="0">
                  <a:pos x="108" y="307"/>
                </a:cxn>
                <a:cxn ang="0">
                  <a:pos x="101" y="334"/>
                </a:cxn>
                <a:cxn ang="0">
                  <a:pos x="88" y="420"/>
                </a:cxn>
                <a:cxn ang="0">
                  <a:pos x="82" y="448"/>
                </a:cxn>
                <a:cxn ang="0">
                  <a:pos x="66" y="533"/>
                </a:cxn>
                <a:cxn ang="0">
                  <a:pos x="41" y="644"/>
                </a:cxn>
                <a:cxn ang="0">
                  <a:pos x="30" y="698"/>
                </a:cxn>
                <a:cxn ang="0">
                  <a:pos x="7" y="804"/>
                </a:cxn>
                <a:cxn ang="0">
                  <a:pos x="0" y="858"/>
                </a:cxn>
                <a:cxn ang="0">
                  <a:pos x="0" y="860"/>
                </a:cxn>
                <a:cxn ang="0">
                  <a:pos x="2" y="862"/>
                </a:cxn>
                <a:cxn ang="0">
                  <a:pos x="7" y="861"/>
                </a:cxn>
                <a:cxn ang="0">
                  <a:pos x="9" y="858"/>
                </a:cxn>
                <a:cxn ang="0">
                  <a:pos x="12" y="830"/>
                </a:cxn>
                <a:cxn ang="0">
                  <a:pos x="29" y="748"/>
                </a:cxn>
                <a:cxn ang="0">
                  <a:pos x="53" y="638"/>
                </a:cxn>
                <a:cxn ang="0">
                  <a:pos x="64" y="580"/>
                </a:cxn>
                <a:cxn ang="0">
                  <a:pos x="89" y="464"/>
                </a:cxn>
                <a:cxn ang="0">
                  <a:pos x="99" y="405"/>
                </a:cxn>
                <a:cxn ang="0">
                  <a:pos x="103" y="379"/>
                </a:cxn>
                <a:cxn ang="0">
                  <a:pos x="113" y="326"/>
                </a:cxn>
                <a:cxn ang="0">
                  <a:pos x="121" y="301"/>
                </a:cxn>
                <a:cxn ang="0">
                  <a:pos x="158" y="195"/>
                </a:cxn>
                <a:cxn ang="0">
                  <a:pos x="174" y="140"/>
                </a:cxn>
                <a:cxn ang="0">
                  <a:pos x="186" y="83"/>
                </a:cxn>
                <a:cxn ang="0">
                  <a:pos x="189" y="60"/>
                </a:cxn>
                <a:cxn ang="0">
                  <a:pos x="192" y="36"/>
                </a:cxn>
                <a:cxn ang="0">
                  <a:pos x="196" y="20"/>
                </a:cxn>
                <a:cxn ang="0">
                  <a:pos x="198" y="5"/>
                </a:cxn>
                <a:cxn ang="0">
                  <a:pos x="198" y="3"/>
                </a:cxn>
                <a:cxn ang="0">
                  <a:pos x="196" y="1"/>
                </a:cxn>
                <a:cxn ang="0">
                  <a:pos x="192" y="1"/>
                </a:cxn>
                <a:cxn ang="0">
                  <a:pos x="190" y="3"/>
                </a:cxn>
                <a:cxn ang="0">
                  <a:pos x="189" y="5"/>
                </a:cxn>
              </a:cxnLst>
              <a:rect l="0" t="0" r="r" b="b"/>
              <a:pathLst>
                <a:path w="198" h="862">
                  <a:moveTo>
                    <a:pt x="189" y="5"/>
                  </a:moveTo>
                  <a:lnTo>
                    <a:pt x="189" y="5"/>
                  </a:lnTo>
                  <a:lnTo>
                    <a:pt x="189" y="9"/>
                  </a:lnTo>
                  <a:lnTo>
                    <a:pt x="187" y="12"/>
                  </a:lnTo>
                  <a:lnTo>
                    <a:pt x="186" y="15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3" y="34"/>
                  </a:lnTo>
                  <a:lnTo>
                    <a:pt x="181" y="47"/>
                  </a:lnTo>
                  <a:lnTo>
                    <a:pt x="181" y="47"/>
                  </a:lnTo>
                  <a:lnTo>
                    <a:pt x="178" y="73"/>
                  </a:lnTo>
                  <a:lnTo>
                    <a:pt x="173" y="98"/>
                  </a:lnTo>
                  <a:lnTo>
                    <a:pt x="173" y="98"/>
                  </a:lnTo>
                  <a:lnTo>
                    <a:pt x="167" y="127"/>
                  </a:lnTo>
                  <a:lnTo>
                    <a:pt x="160" y="154"/>
                  </a:lnTo>
                  <a:lnTo>
                    <a:pt x="152" y="182"/>
                  </a:lnTo>
                  <a:lnTo>
                    <a:pt x="142" y="208"/>
                  </a:lnTo>
                  <a:lnTo>
                    <a:pt x="142" y="208"/>
                  </a:lnTo>
                  <a:lnTo>
                    <a:pt x="108" y="307"/>
                  </a:lnTo>
                  <a:lnTo>
                    <a:pt x="108" y="307"/>
                  </a:lnTo>
                  <a:lnTo>
                    <a:pt x="104" y="321"/>
                  </a:lnTo>
                  <a:lnTo>
                    <a:pt x="101" y="334"/>
                  </a:lnTo>
                  <a:lnTo>
                    <a:pt x="96" y="363"/>
                  </a:lnTo>
                  <a:lnTo>
                    <a:pt x="88" y="420"/>
                  </a:lnTo>
                  <a:lnTo>
                    <a:pt x="88" y="420"/>
                  </a:lnTo>
                  <a:lnTo>
                    <a:pt x="82" y="448"/>
                  </a:lnTo>
                  <a:lnTo>
                    <a:pt x="77" y="476"/>
                  </a:lnTo>
                  <a:lnTo>
                    <a:pt x="66" y="533"/>
                  </a:lnTo>
                  <a:lnTo>
                    <a:pt x="54" y="589"/>
                  </a:lnTo>
                  <a:lnTo>
                    <a:pt x="41" y="644"/>
                  </a:lnTo>
                  <a:lnTo>
                    <a:pt x="41" y="644"/>
                  </a:lnTo>
                  <a:lnTo>
                    <a:pt x="30" y="698"/>
                  </a:lnTo>
                  <a:lnTo>
                    <a:pt x="18" y="751"/>
                  </a:lnTo>
                  <a:lnTo>
                    <a:pt x="7" y="804"/>
                  </a:lnTo>
                  <a:lnTo>
                    <a:pt x="3" y="831"/>
                  </a:lnTo>
                  <a:lnTo>
                    <a:pt x="0" y="858"/>
                  </a:lnTo>
                  <a:lnTo>
                    <a:pt x="0" y="858"/>
                  </a:lnTo>
                  <a:lnTo>
                    <a:pt x="0" y="860"/>
                  </a:lnTo>
                  <a:lnTo>
                    <a:pt x="1" y="861"/>
                  </a:lnTo>
                  <a:lnTo>
                    <a:pt x="2" y="862"/>
                  </a:lnTo>
                  <a:lnTo>
                    <a:pt x="4" y="862"/>
                  </a:lnTo>
                  <a:lnTo>
                    <a:pt x="7" y="861"/>
                  </a:lnTo>
                  <a:lnTo>
                    <a:pt x="8" y="860"/>
                  </a:lnTo>
                  <a:lnTo>
                    <a:pt x="9" y="858"/>
                  </a:lnTo>
                  <a:lnTo>
                    <a:pt x="9" y="858"/>
                  </a:lnTo>
                  <a:lnTo>
                    <a:pt x="12" y="830"/>
                  </a:lnTo>
                  <a:lnTo>
                    <a:pt x="17" y="803"/>
                  </a:lnTo>
                  <a:lnTo>
                    <a:pt x="29" y="748"/>
                  </a:lnTo>
                  <a:lnTo>
                    <a:pt x="40" y="693"/>
                  </a:lnTo>
                  <a:lnTo>
                    <a:pt x="53" y="638"/>
                  </a:lnTo>
                  <a:lnTo>
                    <a:pt x="53" y="638"/>
                  </a:lnTo>
                  <a:lnTo>
                    <a:pt x="64" y="580"/>
                  </a:lnTo>
                  <a:lnTo>
                    <a:pt x="77" y="522"/>
                  </a:lnTo>
                  <a:lnTo>
                    <a:pt x="89" y="464"/>
                  </a:lnTo>
                  <a:lnTo>
                    <a:pt x="95" y="435"/>
                  </a:lnTo>
                  <a:lnTo>
                    <a:pt x="99" y="405"/>
                  </a:lnTo>
                  <a:lnTo>
                    <a:pt x="99" y="405"/>
                  </a:lnTo>
                  <a:lnTo>
                    <a:pt x="103" y="379"/>
                  </a:lnTo>
                  <a:lnTo>
                    <a:pt x="107" y="353"/>
                  </a:lnTo>
                  <a:lnTo>
                    <a:pt x="113" y="326"/>
                  </a:lnTo>
                  <a:lnTo>
                    <a:pt x="121" y="301"/>
                  </a:lnTo>
                  <a:lnTo>
                    <a:pt x="121" y="301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66" y="167"/>
                  </a:lnTo>
                  <a:lnTo>
                    <a:pt x="174" y="140"/>
                  </a:lnTo>
                  <a:lnTo>
                    <a:pt x="181" y="112"/>
                  </a:lnTo>
                  <a:lnTo>
                    <a:pt x="186" y="83"/>
                  </a:lnTo>
                  <a:lnTo>
                    <a:pt x="186" y="83"/>
                  </a:lnTo>
                  <a:lnTo>
                    <a:pt x="189" y="60"/>
                  </a:lnTo>
                  <a:lnTo>
                    <a:pt x="190" y="47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6" y="20"/>
                  </a:lnTo>
                  <a:lnTo>
                    <a:pt x="198" y="12"/>
                  </a:lnTo>
                  <a:lnTo>
                    <a:pt x="198" y="5"/>
                  </a:lnTo>
                  <a:lnTo>
                    <a:pt x="198" y="5"/>
                  </a:lnTo>
                  <a:lnTo>
                    <a:pt x="198" y="3"/>
                  </a:lnTo>
                  <a:lnTo>
                    <a:pt x="197" y="2"/>
                  </a:lnTo>
                  <a:lnTo>
                    <a:pt x="196" y="1"/>
                  </a:lnTo>
                  <a:lnTo>
                    <a:pt x="194" y="0"/>
                  </a:lnTo>
                  <a:lnTo>
                    <a:pt x="192" y="1"/>
                  </a:lnTo>
                  <a:lnTo>
                    <a:pt x="191" y="2"/>
                  </a:lnTo>
                  <a:lnTo>
                    <a:pt x="190" y="3"/>
                  </a:lnTo>
                  <a:lnTo>
                    <a:pt x="189" y="5"/>
                  </a:lnTo>
                  <a:lnTo>
                    <a:pt x="18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6" name="Freeform 912"/>
            <p:cNvSpPr/>
            <p:nvPr/>
          </p:nvSpPr>
          <p:spPr bwMode="auto">
            <a:xfrm>
              <a:off x="3494088" y="1250950"/>
              <a:ext cx="98425" cy="452438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4" y="29"/>
                </a:cxn>
                <a:cxn ang="0">
                  <a:pos x="159" y="100"/>
                </a:cxn>
                <a:cxn ang="0">
                  <a:pos x="150" y="153"/>
                </a:cxn>
                <a:cxn ang="0">
                  <a:pos x="141" y="207"/>
                </a:cxn>
                <a:cxn ang="0">
                  <a:pos x="121" y="315"/>
                </a:cxn>
                <a:cxn ang="0">
                  <a:pos x="104" y="426"/>
                </a:cxn>
                <a:cxn ang="0">
                  <a:pos x="99" y="449"/>
                </a:cxn>
                <a:cxn ang="0">
                  <a:pos x="93" y="472"/>
                </a:cxn>
                <a:cxn ang="0">
                  <a:pos x="91" y="488"/>
                </a:cxn>
                <a:cxn ang="0">
                  <a:pos x="81" y="531"/>
                </a:cxn>
                <a:cxn ang="0">
                  <a:pos x="51" y="644"/>
                </a:cxn>
                <a:cxn ang="0">
                  <a:pos x="44" y="672"/>
                </a:cxn>
                <a:cxn ang="0">
                  <a:pos x="19" y="753"/>
                </a:cxn>
                <a:cxn ang="0">
                  <a:pos x="13" y="780"/>
                </a:cxn>
                <a:cxn ang="0">
                  <a:pos x="7" y="806"/>
                </a:cxn>
                <a:cxn ang="0">
                  <a:pos x="0" y="838"/>
                </a:cxn>
                <a:cxn ang="0">
                  <a:pos x="0" y="848"/>
                </a:cxn>
                <a:cxn ang="0">
                  <a:pos x="1" y="853"/>
                </a:cxn>
                <a:cxn ang="0">
                  <a:pos x="4" y="854"/>
                </a:cxn>
                <a:cxn ang="0">
                  <a:pos x="7" y="853"/>
                </a:cxn>
                <a:cxn ang="0">
                  <a:pos x="9" y="848"/>
                </a:cxn>
                <a:cxn ang="0">
                  <a:pos x="10" y="837"/>
                </a:cxn>
                <a:cxn ang="0">
                  <a:pos x="18" y="800"/>
                </a:cxn>
                <a:cxn ang="0">
                  <a:pos x="23" y="774"/>
                </a:cxn>
                <a:cxn ang="0">
                  <a:pos x="30" y="747"/>
                </a:cxn>
                <a:cxn ang="0">
                  <a:pos x="63" y="638"/>
                </a:cxn>
                <a:cxn ang="0">
                  <a:pos x="92" y="525"/>
                </a:cxn>
                <a:cxn ang="0">
                  <a:pos x="98" y="500"/>
                </a:cxn>
                <a:cxn ang="0">
                  <a:pos x="102" y="476"/>
                </a:cxn>
                <a:cxn ang="0">
                  <a:pos x="109" y="447"/>
                </a:cxn>
                <a:cxn ang="0">
                  <a:pos x="115" y="419"/>
                </a:cxn>
                <a:cxn ang="0">
                  <a:pos x="131" y="309"/>
                </a:cxn>
                <a:cxn ang="0">
                  <a:pos x="151" y="201"/>
                </a:cxn>
                <a:cxn ang="0">
                  <a:pos x="160" y="147"/>
                </a:cxn>
                <a:cxn ang="0">
                  <a:pos x="170" y="93"/>
                </a:cxn>
                <a:cxn ang="0">
                  <a:pos x="183" y="27"/>
                </a:cxn>
                <a:cxn ang="0">
                  <a:pos x="185" y="5"/>
                </a:cxn>
                <a:cxn ang="0">
                  <a:pos x="184" y="3"/>
                </a:cxn>
                <a:cxn ang="0">
                  <a:pos x="182" y="0"/>
                </a:cxn>
                <a:cxn ang="0">
                  <a:pos x="178" y="0"/>
                </a:cxn>
                <a:cxn ang="0">
                  <a:pos x="176" y="3"/>
                </a:cxn>
                <a:cxn ang="0">
                  <a:pos x="175" y="5"/>
                </a:cxn>
              </a:cxnLst>
              <a:rect l="0" t="0" r="r" b="b"/>
              <a:pathLst>
                <a:path w="185" h="854">
                  <a:moveTo>
                    <a:pt x="175" y="5"/>
                  </a:moveTo>
                  <a:lnTo>
                    <a:pt x="175" y="5"/>
                  </a:lnTo>
                  <a:lnTo>
                    <a:pt x="175" y="17"/>
                  </a:lnTo>
                  <a:lnTo>
                    <a:pt x="174" y="29"/>
                  </a:lnTo>
                  <a:lnTo>
                    <a:pt x="170" y="52"/>
                  </a:lnTo>
                  <a:lnTo>
                    <a:pt x="159" y="100"/>
                  </a:lnTo>
                  <a:lnTo>
                    <a:pt x="159" y="100"/>
                  </a:lnTo>
                  <a:lnTo>
                    <a:pt x="150" y="153"/>
                  </a:lnTo>
                  <a:lnTo>
                    <a:pt x="141" y="207"/>
                  </a:lnTo>
                  <a:lnTo>
                    <a:pt x="141" y="207"/>
                  </a:lnTo>
                  <a:lnTo>
                    <a:pt x="130" y="261"/>
                  </a:lnTo>
                  <a:lnTo>
                    <a:pt x="121" y="315"/>
                  </a:lnTo>
                  <a:lnTo>
                    <a:pt x="104" y="426"/>
                  </a:lnTo>
                  <a:lnTo>
                    <a:pt x="104" y="426"/>
                  </a:lnTo>
                  <a:lnTo>
                    <a:pt x="101" y="437"/>
                  </a:lnTo>
                  <a:lnTo>
                    <a:pt x="99" y="449"/>
                  </a:lnTo>
                  <a:lnTo>
                    <a:pt x="96" y="461"/>
                  </a:lnTo>
                  <a:lnTo>
                    <a:pt x="93" y="472"/>
                  </a:lnTo>
                  <a:lnTo>
                    <a:pt x="93" y="472"/>
                  </a:lnTo>
                  <a:lnTo>
                    <a:pt x="91" y="488"/>
                  </a:lnTo>
                  <a:lnTo>
                    <a:pt x="88" y="502"/>
                  </a:lnTo>
                  <a:lnTo>
                    <a:pt x="81" y="531"/>
                  </a:lnTo>
                  <a:lnTo>
                    <a:pt x="81" y="531"/>
                  </a:lnTo>
                  <a:lnTo>
                    <a:pt x="51" y="644"/>
                  </a:lnTo>
                  <a:lnTo>
                    <a:pt x="51" y="644"/>
                  </a:lnTo>
                  <a:lnTo>
                    <a:pt x="44" y="672"/>
                  </a:lnTo>
                  <a:lnTo>
                    <a:pt x="35" y="699"/>
                  </a:lnTo>
                  <a:lnTo>
                    <a:pt x="19" y="753"/>
                  </a:lnTo>
                  <a:lnTo>
                    <a:pt x="19" y="753"/>
                  </a:lnTo>
                  <a:lnTo>
                    <a:pt x="13" y="780"/>
                  </a:lnTo>
                  <a:lnTo>
                    <a:pt x="7" y="806"/>
                  </a:lnTo>
                  <a:lnTo>
                    <a:pt x="7" y="806"/>
                  </a:lnTo>
                  <a:lnTo>
                    <a:pt x="2" y="828"/>
                  </a:lnTo>
                  <a:lnTo>
                    <a:pt x="0" y="838"/>
                  </a:lnTo>
                  <a:lnTo>
                    <a:pt x="0" y="848"/>
                  </a:lnTo>
                  <a:lnTo>
                    <a:pt x="0" y="848"/>
                  </a:lnTo>
                  <a:lnTo>
                    <a:pt x="0" y="851"/>
                  </a:lnTo>
                  <a:lnTo>
                    <a:pt x="1" y="853"/>
                  </a:lnTo>
                  <a:lnTo>
                    <a:pt x="2" y="853"/>
                  </a:lnTo>
                  <a:lnTo>
                    <a:pt x="4" y="854"/>
                  </a:lnTo>
                  <a:lnTo>
                    <a:pt x="6" y="853"/>
                  </a:lnTo>
                  <a:lnTo>
                    <a:pt x="7" y="853"/>
                  </a:lnTo>
                  <a:lnTo>
                    <a:pt x="8" y="851"/>
                  </a:lnTo>
                  <a:lnTo>
                    <a:pt x="9" y="848"/>
                  </a:lnTo>
                  <a:lnTo>
                    <a:pt x="9" y="848"/>
                  </a:lnTo>
                  <a:lnTo>
                    <a:pt x="10" y="837"/>
                  </a:lnTo>
                  <a:lnTo>
                    <a:pt x="13" y="825"/>
                  </a:lnTo>
                  <a:lnTo>
                    <a:pt x="18" y="800"/>
                  </a:lnTo>
                  <a:lnTo>
                    <a:pt x="18" y="800"/>
                  </a:lnTo>
                  <a:lnTo>
                    <a:pt x="23" y="774"/>
                  </a:lnTo>
                  <a:lnTo>
                    <a:pt x="30" y="747"/>
                  </a:lnTo>
                  <a:lnTo>
                    <a:pt x="30" y="747"/>
                  </a:lnTo>
                  <a:lnTo>
                    <a:pt x="47" y="693"/>
                  </a:lnTo>
                  <a:lnTo>
                    <a:pt x="63" y="638"/>
                  </a:lnTo>
                  <a:lnTo>
                    <a:pt x="63" y="638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8" y="500"/>
                  </a:lnTo>
                  <a:lnTo>
                    <a:pt x="102" y="476"/>
                  </a:lnTo>
                  <a:lnTo>
                    <a:pt x="102" y="476"/>
                  </a:lnTo>
                  <a:lnTo>
                    <a:pt x="105" y="461"/>
                  </a:lnTo>
                  <a:lnTo>
                    <a:pt x="109" y="447"/>
                  </a:lnTo>
                  <a:lnTo>
                    <a:pt x="112" y="433"/>
                  </a:lnTo>
                  <a:lnTo>
                    <a:pt x="115" y="419"/>
                  </a:lnTo>
                  <a:lnTo>
                    <a:pt x="115" y="419"/>
                  </a:lnTo>
                  <a:lnTo>
                    <a:pt x="131" y="309"/>
                  </a:lnTo>
                  <a:lnTo>
                    <a:pt x="141" y="255"/>
                  </a:lnTo>
                  <a:lnTo>
                    <a:pt x="151" y="201"/>
                  </a:lnTo>
                  <a:lnTo>
                    <a:pt x="151" y="201"/>
                  </a:lnTo>
                  <a:lnTo>
                    <a:pt x="160" y="147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80" y="50"/>
                  </a:lnTo>
                  <a:lnTo>
                    <a:pt x="183" y="27"/>
                  </a:lnTo>
                  <a:lnTo>
                    <a:pt x="184" y="16"/>
                  </a:lnTo>
                  <a:lnTo>
                    <a:pt x="185" y="5"/>
                  </a:lnTo>
                  <a:lnTo>
                    <a:pt x="185" y="5"/>
                  </a:lnTo>
                  <a:lnTo>
                    <a:pt x="184" y="3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8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7" name="Freeform 913"/>
            <p:cNvSpPr/>
            <p:nvPr/>
          </p:nvSpPr>
          <p:spPr bwMode="auto">
            <a:xfrm>
              <a:off x="3532188" y="1266825"/>
              <a:ext cx="103188" cy="504825"/>
            </a:xfrm>
            <a:custGeom>
              <a:avLst/>
              <a:gdLst/>
              <a:ahLst/>
              <a:cxnLst>
                <a:cxn ang="0">
                  <a:pos x="185" y="5"/>
                </a:cxn>
                <a:cxn ang="0">
                  <a:pos x="181" y="67"/>
                </a:cxn>
                <a:cxn ang="0">
                  <a:pos x="169" y="127"/>
                </a:cxn>
                <a:cxn ang="0">
                  <a:pos x="153" y="187"/>
                </a:cxn>
                <a:cxn ang="0">
                  <a:pos x="136" y="246"/>
                </a:cxn>
                <a:cxn ang="0">
                  <a:pos x="129" y="273"/>
                </a:cxn>
                <a:cxn ang="0">
                  <a:pos x="124" y="327"/>
                </a:cxn>
                <a:cxn ang="0">
                  <a:pos x="123" y="355"/>
                </a:cxn>
                <a:cxn ang="0">
                  <a:pos x="118" y="418"/>
                </a:cxn>
                <a:cxn ang="0">
                  <a:pos x="108" y="481"/>
                </a:cxn>
                <a:cxn ang="0">
                  <a:pos x="101" y="511"/>
                </a:cxn>
                <a:cxn ang="0">
                  <a:pos x="74" y="596"/>
                </a:cxn>
                <a:cxn ang="0">
                  <a:pos x="65" y="627"/>
                </a:cxn>
                <a:cxn ang="0">
                  <a:pos x="53" y="691"/>
                </a:cxn>
                <a:cxn ang="0">
                  <a:pos x="47" y="723"/>
                </a:cxn>
                <a:cxn ang="0">
                  <a:pos x="23" y="846"/>
                </a:cxn>
                <a:cxn ang="0">
                  <a:pos x="20" y="863"/>
                </a:cxn>
                <a:cxn ang="0">
                  <a:pos x="14" y="897"/>
                </a:cxn>
                <a:cxn ang="0">
                  <a:pos x="9" y="913"/>
                </a:cxn>
                <a:cxn ang="0">
                  <a:pos x="6" y="922"/>
                </a:cxn>
                <a:cxn ang="0">
                  <a:pos x="1" y="939"/>
                </a:cxn>
                <a:cxn ang="0">
                  <a:pos x="0" y="949"/>
                </a:cxn>
                <a:cxn ang="0">
                  <a:pos x="2" y="952"/>
                </a:cxn>
                <a:cxn ang="0">
                  <a:pos x="6" y="954"/>
                </a:cxn>
                <a:cxn ang="0">
                  <a:pos x="9" y="952"/>
                </a:cxn>
                <a:cxn ang="0">
                  <a:pos x="11" y="949"/>
                </a:cxn>
                <a:cxn ang="0">
                  <a:pos x="12" y="937"/>
                </a:cxn>
                <a:cxn ang="0">
                  <a:pos x="18" y="914"/>
                </a:cxn>
                <a:cxn ang="0">
                  <a:pos x="21" y="903"/>
                </a:cxn>
                <a:cxn ang="0">
                  <a:pos x="33" y="840"/>
                </a:cxn>
                <a:cxn ang="0">
                  <a:pos x="47" y="774"/>
                </a:cxn>
                <a:cxn ang="0">
                  <a:pos x="59" y="709"/>
                </a:cxn>
                <a:cxn ang="0">
                  <a:pos x="71" y="650"/>
                </a:cxn>
                <a:cxn ang="0">
                  <a:pos x="85" y="591"/>
                </a:cxn>
                <a:cxn ang="0">
                  <a:pos x="94" y="563"/>
                </a:cxn>
                <a:cxn ang="0">
                  <a:pos x="105" y="534"/>
                </a:cxn>
                <a:cxn ang="0">
                  <a:pos x="114" y="500"/>
                </a:cxn>
                <a:cxn ang="0">
                  <a:pos x="120" y="465"/>
                </a:cxn>
                <a:cxn ang="0">
                  <a:pos x="128" y="407"/>
                </a:cxn>
                <a:cxn ang="0">
                  <a:pos x="135" y="320"/>
                </a:cxn>
                <a:cxn ang="0">
                  <a:pos x="143" y="262"/>
                </a:cxn>
                <a:cxn ang="0">
                  <a:pos x="150" y="233"/>
                </a:cxn>
                <a:cxn ang="0">
                  <a:pos x="167" y="177"/>
                </a:cxn>
                <a:cxn ang="0">
                  <a:pos x="181" y="120"/>
                </a:cxn>
                <a:cxn ang="0">
                  <a:pos x="191" y="63"/>
                </a:cxn>
                <a:cxn ang="0">
                  <a:pos x="196" y="5"/>
                </a:cxn>
                <a:cxn ang="0">
                  <a:pos x="195" y="3"/>
                </a:cxn>
                <a:cxn ang="0">
                  <a:pos x="192" y="1"/>
                </a:cxn>
                <a:cxn ang="0">
                  <a:pos x="188" y="1"/>
                </a:cxn>
                <a:cxn ang="0">
                  <a:pos x="186" y="3"/>
                </a:cxn>
                <a:cxn ang="0">
                  <a:pos x="185" y="5"/>
                </a:cxn>
              </a:cxnLst>
              <a:rect l="0" t="0" r="r" b="b"/>
              <a:pathLst>
                <a:path w="196" h="954">
                  <a:moveTo>
                    <a:pt x="185" y="5"/>
                  </a:moveTo>
                  <a:lnTo>
                    <a:pt x="185" y="5"/>
                  </a:lnTo>
                  <a:lnTo>
                    <a:pt x="184" y="36"/>
                  </a:lnTo>
                  <a:lnTo>
                    <a:pt x="181" y="67"/>
                  </a:lnTo>
                  <a:lnTo>
                    <a:pt x="176" y="97"/>
                  </a:lnTo>
                  <a:lnTo>
                    <a:pt x="169" y="127"/>
                  </a:lnTo>
                  <a:lnTo>
                    <a:pt x="162" y="157"/>
                  </a:lnTo>
                  <a:lnTo>
                    <a:pt x="153" y="187"/>
                  </a:lnTo>
                  <a:lnTo>
                    <a:pt x="136" y="246"/>
                  </a:lnTo>
                  <a:lnTo>
                    <a:pt x="136" y="246"/>
                  </a:lnTo>
                  <a:lnTo>
                    <a:pt x="133" y="261"/>
                  </a:lnTo>
                  <a:lnTo>
                    <a:pt x="129" y="273"/>
                  </a:lnTo>
                  <a:lnTo>
                    <a:pt x="126" y="300"/>
                  </a:lnTo>
                  <a:lnTo>
                    <a:pt x="124" y="327"/>
                  </a:lnTo>
                  <a:lnTo>
                    <a:pt x="123" y="355"/>
                  </a:lnTo>
                  <a:lnTo>
                    <a:pt x="123" y="355"/>
                  </a:lnTo>
                  <a:lnTo>
                    <a:pt x="121" y="386"/>
                  </a:lnTo>
                  <a:lnTo>
                    <a:pt x="118" y="418"/>
                  </a:lnTo>
                  <a:lnTo>
                    <a:pt x="113" y="449"/>
                  </a:lnTo>
                  <a:lnTo>
                    <a:pt x="108" y="481"/>
                  </a:lnTo>
                  <a:lnTo>
                    <a:pt x="108" y="481"/>
                  </a:lnTo>
                  <a:lnTo>
                    <a:pt x="101" y="511"/>
                  </a:lnTo>
                  <a:lnTo>
                    <a:pt x="92" y="538"/>
                  </a:lnTo>
                  <a:lnTo>
                    <a:pt x="74" y="596"/>
                  </a:lnTo>
                  <a:lnTo>
                    <a:pt x="74" y="596"/>
                  </a:lnTo>
                  <a:lnTo>
                    <a:pt x="65" y="627"/>
                  </a:lnTo>
                  <a:lnTo>
                    <a:pt x="58" y="659"/>
                  </a:lnTo>
                  <a:lnTo>
                    <a:pt x="53" y="691"/>
                  </a:lnTo>
                  <a:lnTo>
                    <a:pt x="47" y="723"/>
                  </a:lnTo>
                  <a:lnTo>
                    <a:pt x="47" y="723"/>
                  </a:lnTo>
                  <a:lnTo>
                    <a:pt x="34" y="784"/>
                  </a:lnTo>
                  <a:lnTo>
                    <a:pt x="23" y="846"/>
                  </a:lnTo>
                  <a:lnTo>
                    <a:pt x="23" y="846"/>
                  </a:lnTo>
                  <a:lnTo>
                    <a:pt x="20" y="863"/>
                  </a:lnTo>
                  <a:lnTo>
                    <a:pt x="18" y="880"/>
                  </a:lnTo>
                  <a:lnTo>
                    <a:pt x="14" y="897"/>
                  </a:lnTo>
                  <a:lnTo>
                    <a:pt x="12" y="905"/>
                  </a:lnTo>
                  <a:lnTo>
                    <a:pt x="9" y="913"/>
                  </a:lnTo>
                  <a:lnTo>
                    <a:pt x="9" y="913"/>
                  </a:lnTo>
                  <a:lnTo>
                    <a:pt x="6" y="922"/>
                  </a:lnTo>
                  <a:lnTo>
                    <a:pt x="3" y="931"/>
                  </a:lnTo>
                  <a:lnTo>
                    <a:pt x="1" y="939"/>
                  </a:lnTo>
                  <a:lnTo>
                    <a:pt x="0" y="949"/>
                  </a:lnTo>
                  <a:lnTo>
                    <a:pt x="0" y="949"/>
                  </a:lnTo>
                  <a:lnTo>
                    <a:pt x="1" y="951"/>
                  </a:lnTo>
                  <a:lnTo>
                    <a:pt x="2" y="952"/>
                  </a:lnTo>
                  <a:lnTo>
                    <a:pt x="3" y="953"/>
                  </a:lnTo>
                  <a:lnTo>
                    <a:pt x="6" y="954"/>
                  </a:lnTo>
                  <a:lnTo>
                    <a:pt x="7" y="953"/>
                  </a:lnTo>
                  <a:lnTo>
                    <a:pt x="9" y="952"/>
                  </a:lnTo>
                  <a:lnTo>
                    <a:pt x="10" y="951"/>
                  </a:lnTo>
                  <a:lnTo>
                    <a:pt x="11" y="949"/>
                  </a:lnTo>
                  <a:lnTo>
                    <a:pt x="11" y="949"/>
                  </a:lnTo>
                  <a:lnTo>
                    <a:pt x="12" y="937"/>
                  </a:lnTo>
                  <a:lnTo>
                    <a:pt x="15" y="926"/>
                  </a:lnTo>
                  <a:lnTo>
                    <a:pt x="18" y="914"/>
                  </a:lnTo>
                  <a:lnTo>
                    <a:pt x="21" y="903"/>
                  </a:lnTo>
                  <a:lnTo>
                    <a:pt x="21" y="903"/>
                  </a:lnTo>
                  <a:lnTo>
                    <a:pt x="27" y="871"/>
                  </a:lnTo>
                  <a:lnTo>
                    <a:pt x="33" y="840"/>
                  </a:lnTo>
                  <a:lnTo>
                    <a:pt x="33" y="840"/>
                  </a:lnTo>
                  <a:lnTo>
                    <a:pt x="47" y="774"/>
                  </a:lnTo>
                  <a:lnTo>
                    <a:pt x="53" y="741"/>
                  </a:lnTo>
                  <a:lnTo>
                    <a:pt x="59" y="709"/>
                  </a:lnTo>
                  <a:lnTo>
                    <a:pt x="59" y="709"/>
                  </a:lnTo>
                  <a:lnTo>
                    <a:pt x="71" y="650"/>
                  </a:lnTo>
                  <a:lnTo>
                    <a:pt x="77" y="620"/>
                  </a:lnTo>
                  <a:lnTo>
                    <a:pt x="85" y="591"/>
                  </a:lnTo>
                  <a:lnTo>
                    <a:pt x="85" y="591"/>
                  </a:lnTo>
                  <a:lnTo>
                    <a:pt x="94" y="563"/>
                  </a:lnTo>
                  <a:lnTo>
                    <a:pt x="105" y="534"/>
                  </a:lnTo>
                  <a:lnTo>
                    <a:pt x="105" y="534"/>
                  </a:lnTo>
                  <a:lnTo>
                    <a:pt x="110" y="518"/>
                  </a:lnTo>
                  <a:lnTo>
                    <a:pt x="114" y="500"/>
                  </a:lnTo>
                  <a:lnTo>
                    <a:pt x="120" y="465"/>
                  </a:lnTo>
                  <a:lnTo>
                    <a:pt x="120" y="465"/>
                  </a:lnTo>
                  <a:lnTo>
                    <a:pt x="125" y="436"/>
                  </a:lnTo>
                  <a:lnTo>
                    <a:pt x="128" y="407"/>
                  </a:lnTo>
                  <a:lnTo>
                    <a:pt x="133" y="348"/>
                  </a:lnTo>
                  <a:lnTo>
                    <a:pt x="135" y="320"/>
                  </a:lnTo>
                  <a:lnTo>
                    <a:pt x="138" y="291"/>
                  </a:lnTo>
                  <a:lnTo>
                    <a:pt x="143" y="262"/>
                  </a:lnTo>
                  <a:lnTo>
                    <a:pt x="146" y="247"/>
                  </a:lnTo>
                  <a:lnTo>
                    <a:pt x="150" y="233"/>
                  </a:lnTo>
                  <a:lnTo>
                    <a:pt x="150" y="233"/>
                  </a:lnTo>
                  <a:lnTo>
                    <a:pt x="167" y="177"/>
                  </a:lnTo>
                  <a:lnTo>
                    <a:pt x="174" y="149"/>
                  </a:lnTo>
                  <a:lnTo>
                    <a:pt x="181" y="120"/>
                  </a:lnTo>
                  <a:lnTo>
                    <a:pt x="186" y="92"/>
                  </a:lnTo>
                  <a:lnTo>
                    <a:pt x="191" y="63"/>
                  </a:lnTo>
                  <a:lnTo>
                    <a:pt x="195" y="34"/>
                  </a:lnTo>
                  <a:lnTo>
                    <a:pt x="196" y="5"/>
                  </a:lnTo>
                  <a:lnTo>
                    <a:pt x="196" y="5"/>
                  </a:lnTo>
                  <a:lnTo>
                    <a:pt x="195" y="3"/>
                  </a:lnTo>
                  <a:lnTo>
                    <a:pt x="194" y="1"/>
                  </a:lnTo>
                  <a:lnTo>
                    <a:pt x="192" y="1"/>
                  </a:lnTo>
                  <a:lnTo>
                    <a:pt x="190" y="0"/>
                  </a:lnTo>
                  <a:lnTo>
                    <a:pt x="188" y="1"/>
                  </a:lnTo>
                  <a:lnTo>
                    <a:pt x="187" y="1"/>
                  </a:lnTo>
                  <a:lnTo>
                    <a:pt x="186" y="3"/>
                  </a:lnTo>
                  <a:lnTo>
                    <a:pt x="185" y="5"/>
                  </a:lnTo>
                  <a:lnTo>
                    <a:pt x="18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8" name="Freeform 914"/>
            <p:cNvSpPr/>
            <p:nvPr/>
          </p:nvSpPr>
          <p:spPr bwMode="auto">
            <a:xfrm>
              <a:off x="3570288" y="1301750"/>
              <a:ext cx="96838" cy="488950"/>
            </a:xfrm>
            <a:custGeom>
              <a:avLst/>
              <a:gdLst/>
              <a:ahLst/>
              <a:cxnLst>
                <a:cxn ang="0">
                  <a:pos x="175" y="5"/>
                </a:cxn>
                <a:cxn ang="0">
                  <a:pos x="172" y="13"/>
                </a:cxn>
                <a:cxn ang="0">
                  <a:pos x="163" y="30"/>
                </a:cxn>
                <a:cxn ang="0">
                  <a:pos x="161" y="39"/>
                </a:cxn>
                <a:cxn ang="0">
                  <a:pos x="161" y="62"/>
                </a:cxn>
                <a:cxn ang="0">
                  <a:pos x="159" y="87"/>
                </a:cxn>
                <a:cxn ang="0">
                  <a:pos x="149" y="148"/>
                </a:cxn>
                <a:cxn ang="0">
                  <a:pos x="146" y="164"/>
                </a:cxn>
                <a:cxn ang="0">
                  <a:pos x="138" y="193"/>
                </a:cxn>
                <a:cxn ang="0">
                  <a:pos x="135" y="207"/>
                </a:cxn>
                <a:cxn ang="0">
                  <a:pos x="128" y="268"/>
                </a:cxn>
                <a:cxn ang="0">
                  <a:pos x="117" y="361"/>
                </a:cxn>
                <a:cxn ang="0">
                  <a:pos x="106" y="422"/>
                </a:cxn>
                <a:cxn ang="0">
                  <a:pos x="99" y="452"/>
                </a:cxn>
                <a:cxn ang="0">
                  <a:pos x="72" y="538"/>
                </a:cxn>
                <a:cxn ang="0">
                  <a:pos x="64" y="568"/>
                </a:cxn>
                <a:cxn ang="0">
                  <a:pos x="50" y="630"/>
                </a:cxn>
                <a:cxn ang="0">
                  <a:pos x="38" y="691"/>
                </a:cxn>
                <a:cxn ang="0">
                  <a:pos x="15" y="809"/>
                </a:cxn>
                <a:cxn ang="0">
                  <a:pos x="6" y="865"/>
                </a:cxn>
                <a:cxn ang="0">
                  <a:pos x="1" y="906"/>
                </a:cxn>
                <a:cxn ang="0">
                  <a:pos x="0" y="921"/>
                </a:cxn>
                <a:cxn ang="0">
                  <a:pos x="2" y="924"/>
                </a:cxn>
                <a:cxn ang="0">
                  <a:pos x="5" y="925"/>
                </a:cxn>
                <a:cxn ang="0">
                  <a:pos x="8" y="924"/>
                </a:cxn>
                <a:cxn ang="0">
                  <a:pos x="9" y="921"/>
                </a:cxn>
                <a:cxn ang="0">
                  <a:pos x="10" y="906"/>
                </a:cxn>
                <a:cxn ang="0">
                  <a:pos x="13" y="875"/>
                </a:cxn>
                <a:cxn ang="0">
                  <a:pos x="16" y="862"/>
                </a:cxn>
                <a:cxn ang="0">
                  <a:pos x="25" y="803"/>
                </a:cxn>
                <a:cxn ang="0">
                  <a:pos x="31" y="774"/>
                </a:cxn>
                <a:cxn ang="0">
                  <a:pos x="48" y="685"/>
                </a:cxn>
                <a:cxn ang="0">
                  <a:pos x="62" y="623"/>
                </a:cxn>
                <a:cxn ang="0">
                  <a:pos x="75" y="560"/>
                </a:cxn>
                <a:cxn ang="0">
                  <a:pos x="83" y="531"/>
                </a:cxn>
                <a:cxn ang="0">
                  <a:pos x="110" y="446"/>
                </a:cxn>
                <a:cxn ang="0">
                  <a:pos x="117" y="417"/>
                </a:cxn>
                <a:cxn ang="0">
                  <a:pos x="129" y="355"/>
                </a:cxn>
                <a:cxn ang="0">
                  <a:pos x="138" y="262"/>
                </a:cxn>
                <a:cxn ang="0">
                  <a:pos x="145" y="201"/>
                </a:cxn>
                <a:cxn ang="0">
                  <a:pos x="148" y="186"/>
                </a:cxn>
                <a:cxn ang="0">
                  <a:pos x="157" y="157"/>
                </a:cxn>
                <a:cxn ang="0">
                  <a:pos x="161" y="143"/>
                </a:cxn>
                <a:cxn ang="0">
                  <a:pos x="167" y="94"/>
                </a:cxn>
                <a:cxn ang="0">
                  <a:pos x="169" y="70"/>
                </a:cxn>
                <a:cxn ang="0">
                  <a:pos x="171" y="45"/>
                </a:cxn>
                <a:cxn ang="0">
                  <a:pos x="172" y="36"/>
                </a:cxn>
                <a:cxn ang="0">
                  <a:pos x="181" y="17"/>
                </a:cxn>
                <a:cxn ang="0">
                  <a:pos x="185" y="7"/>
                </a:cxn>
                <a:cxn ang="0">
                  <a:pos x="185" y="5"/>
                </a:cxn>
                <a:cxn ang="0">
                  <a:pos x="180" y="1"/>
                </a:cxn>
                <a:cxn ang="0">
                  <a:pos x="177" y="1"/>
                </a:cxn>
                <a:cxn ang="0">
                  <a:pos x="175" y="5"/>
                </a:cxn>
              </a:cxnLst>
              <a:rect l="0" t="0" r="r" b="b"/>
              <a:pathLst>
                <a:path w="185" h="925">
                  <a:moveTo>
                    <a:pt x="175" y="5"/>
                  </a:moveTo>
                  <a:lnTo>
                    <a:pt x="175" y="5"/>
                  </a:lnTo>
                  <a:lnTo>
                    <a:pt x="174" y="9"/>
                  </a:lnTo>
                  <a:lnTo>
                    <a:pt x="172" y="13"/>
                  </a:lnTo>
                  <a:lnTo>
                    <a:pt x="168" y="22"/>
                  </a:lnTo>
                  <a:lnTo>
                    <a:pt x="163" y="30"/>
                  </a:lnTo>
                  <a:lnTo>
                    <a:pt x="162" y="35"/>
                  </a:lnTo>
                  <a:lnTo>
                    <a:pt x="161" y="39"/>
                  </a:lnTo>
                  <a:lnTo>
                    <a:pt x="161" y="39"/>
                  </a:lnTo>
                  <a:lnTo>
                    <a:pt x="161" y="62"/>
                  </a:lnTo>
                  <a:lnTo>
                    <a:pt x="159" y="87"/>
                  </a:lnTo>
                  <a:lnTo>
                    <a:pt x="159" y="87"/>
                  </a:lnTo>
                  <a:lnTo>
                    <a:pt x="155" y="118"/>
                  </a:lnTo>
                  <a:lnTo>
                    <a:pt x="149" y="148"/>
                  </a:lnTo>
                  <a:lnTo>
                    <a:pt x="149" y="148"/>
                  </a:lnTo>
                  <a:lnTo>
                    <a:pt x="146" y="164"/>
                  </a:lnTo>
                  <a:lnTo>
                    <a:pt x="142" y="178"/>
                  </a:lnTo>
                  <a:lnTo>
                    <a:pt x="138" y="193"/>
                  </a:lnTo>
                  <a:lnTo>
                    <a:pt x="135" y="207"/>
                  </a:lnTo>
                  <a:lnTo>
                    <a:pt x="135" y="207"/>
                  </a:lnTo>
                  <a:lnTo>
                    <a:pt x="131" y="238"/>
                  </a:lnTo>
                  <a:lnTo>
                    <a:pt x="128" y="268"/>
                  </a:lnTo>
                  <a:lnTo>
                    <a:pt x="122" y="330"/>
                  </a:lnTo>
                  <a:lnTo>
                    <a:pt x="117" y="361"/>
                  </a:lnTo>
                  <a:lnTo>
                    <a:pt x="112" y="392"/>
                  </a:lnTo>
                  <a:lnTo>
                    <a:pt x="106" y="422"/>
                  </a:lnTo>
                  <a:lnTo>
                    <a:pt x="99" y="452"/>
                  </a:lnTo>
                  <a:lnTo>
                    <a:pt x="99" y="452"/>
                  </a:lnTo>
                  <a:lnTo>
                    <a:pt x="80" y="510"/>
                  </a:lnTo>
                  <a:lnTo>
                    <a:pt x="72" y="538"/>
                  </a:lnTo>
                  <a:lnTo>
                    <a:pt x="64" y="568"/>
                  </a:lnTo>
                  <a:lnTo>
                    <a:pt x="64" y="568"/>
                  </a:lnTo>
                  <a:lnTo>
                    <a:pt x="56" y="599"/>
                  </a:lnTo>
                  <a:lnTo>
                    <a:pt x="50" y="630"/>
                  </a:lnTo>
                  <a:lnTo>
                    <a:pt x="38" y="691"/>
                  </a:lnTo>
                  <a:lnTo>
                    <a:pt x="38" y="691"/>
                  </a:lnTo>
                  <a:lnTo>
                    <a:pt x="25" y="750"/>
                  </a:lnTo>
                  <a:lnTo>
                    <a:pt x="15" y="809"/>
                  </a:lnTo>
                  <a:lnTo>
                    <a:pt x="15" y="809"/>
                  </a:lnTo>
                  <a:lnTo>
                    <a:pt x="6" y="865"/>
                  </a:lnTo>
                  <a:lnTo>
                    <a:pt x="2" y="893"/>
                  </a:lnTo>
                  <a:lnTo>
                    <a:pt x="1" y="906"/>
                  </a:lnTo>
                  <a:lnTo>
                    <a:pt x="0" y="921"/>
                  </a:lnTo>
                  <a:lnTo>
                    <a:pt x="0" y="921"/>
                  </a:lnTo>
                  <a:lnTo>
                    <a:pt x="1" y="923"/>
                  </a:lnTo>
                  <a:lnTo>
                    <a:pt x="2" y="924"/>
                  </a:lnTo>
                  <a:lnTo>
                    <a:pt x="3" y="925"/>
                  </a:lnTo>
                  <a:lnTo>
                    <a:pt x="5" y="925"/>
                  </a:lnTo>
                  <a:lnTo>
                    <a:pt x="7" y="925"/>
                  </a:lnTo>
                  <a:lnTo>
                    <a:pt x="8" y="924"/>
                  </a:lnTo>
                  <a:lnTo>
                    <a:pt x="9" y="923"/>
                  </a:lnTo>
                  <a:lnTo>
                    <a:pt x="9" y="921"/>
                  </a:lnTo>
                  <a:lnTo>
                    <a:pt x="9" y="921"/>
                  </a:lnTo>
                  <a:lnTo>
                    <a:pt x="10" y="906"/>
                  </a:lnTo>
                  <a:lnTo>
                    <a:pt x="11" y="891"/>
                  </a:lnTo>
                  <a:lnTo>
                    <a:pt x="13" y="875"/>
                  </a:lnTo>
                  <a:lnTo>
                    <a:pt x="16" y="862"/>
                  </a:lnTo>
                  <a:lnTo>
                    <a:pt x="16" y="862"/>
                  </a:lnTo>
                  <a:lnTo>
                    <a:pt x="21" y="833"/>
                  </a:lnTo>
                  <a:lnTo>
                    <a:pt x="25" y="803"/>
                  </a:lnTo>
                  <a:lnTo>
                    <a:pt x="25" y="803"/>
                  </a:lnTo>
                  <a:lnTo>
                    <a:pt x="31" y="774"/>
                  </a:lnTo>
                  <a:lnTo>
                    <a:pt x="37" y="744"/>
                  </a:lnTo>
                  <a:lnTo>
                    <a:pt x="48" y="685"/>
                  </a:lnTo>
                  <a:lnTo>
                    <a:pt x="48" y="685"/>
                  </a:lnTo>
                  <a:lnTo>
                    <a:pt x="62" y="623"/>
                  </a:lnTo>
                  <a:lnTo>
                    <a:pt x="68" y="592"/>
                  </a:lnTo>
                  <a:lnTo>
                    <a:pt x="75" y="560"/>
                  </a:lnTo>
                  <a:lnTo>
                    <a:pt x="75" y="560"/>
                  </a:lnTo>
                  <a:lnTo>
                    <a:pt x="83" y="531"/>
                  </a:lnTo>
                  <a:lnTo>
                    <a:pt x="93" y="503"/>
                  </a:lnTo>
                  <a:lnTo>
                    <a:pt x="110" y="446"/>
                  </a:lnTo>
                  <a:lnTo>
                    <a:pt x="110" y="446"/>
                  </a:lnTo>
                  <a:lnTo>
                    <a:pt x="117" y="417"/>
                  </a:lnTo>
                  <a:lnTo>
                    <a:pt x="124" y="386"/>
                  </a:lnTo>
                  <a:lnTo>
                    <a:pt x="129" y="355"/>
                  </a:lnTo>
                  <a:lnTo>
                    <a:pt x="132" y="324"/>
                  </a:lnTo>
                  <a:lnTo>
                    <a:pt x="138" y="262"/>
                  </a:lnTo>
                  <a:lnTo>
                    <a:pt x="141" y="231"/>
                  </a:lnTo>
                  <a:lnTo>
                    <a:pt x="145" y="201"/>
                  </a:lnTo>
                  <a:lnTo>
                    <a:pt x="145" y="201"/>
                  </a:lnTo>
                  <a:lnTo>
                    <a:pt x="148" y="186"/>
                  </a:lnTo>
                  <a:lnTo>
                    <a:pt x="153" y="172"/>
                  </a:lnTo>
                  <a:lnTo>
                    <a:pt x="157" y="157"/>
                  </a:lnTo>
                  <a:lnTo>
                    <a:pt x="161" y="143"/>
                  </a:lnTo>
                  <a:lnTo>
                    <a:pt x="161" y="143"/>
                  </a:lnTo>
                  <a:lnTo>
                    <a:pt x="164" y="119"/>
                  </a:lnTo>
                  <a:lnTo>
                    <a:pt x="167" y="94"/>
                  </a:lnTo>
                  <a:lnTo>
                    <a:pt x="167" y="94"/>
                  </a:lnTo>
                  <a:lnTo>
                    <a:pt x="169" y="70"/>
                  </a:lnTo>
                  <a:lnTo>
                    <a:pt x="171" y="45"/>
                  </a:lnTo>
                  <a:lnTo>
                    <a:pt x="171" y="45"/>
                  </a:lnTo>
                  <a:lnTo>
                    <a:pt x="171" y="40"/>
                  </a:lnTo>
                  <a:lnTo>
                    <a:pt x="172" y="36"/>
                  </a:lnTo>
                  <a:lnTo>
                    <a:pt x="177" y="26"/>
                  </a:lnTo>
                  <a:lnTo>
                    <a:pt x="181" y="17"/>
                  </a:lnTo>
                  <a:lnTo>
                    <a:pt x="183" y="12"/>
                  </a:lnTo>
                  <a:lnTo>
                    <a:pt x="185" y="7"/>
                  </a:lnTo>
                  <a:lnTo>
                    <a:pt x="185" y="7"/>
                  </a:lnTo>
                  <a:lnTo>
                    <a:pt x="185" y="5"/>
                  </a:lnTo>
                  <a:lnTo>
                    <a:pt x="183" y="4"/>
                  </a:lnTo>
                  <a:lnTo>
                    <a:pt x="180" y="1"/>
                  </a:lnTo>
                  <a:lnTo>
                    <a:pt x="179" y="0"/>
                  </a:lnTo>
                  <a:lnTo>
                    <a:pt x="177" y="1"/>
                  </a:lnTo>
                  <a:lnTo>
                    <a:pt x="176" y="3"/>
                  </a:lnTo>
                  <a:lnTo>
                    <a:pt x="175" y="5"/>
                  </a:lnTo>
                  <a:lnTo>
                    <a:pt x="17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199" name="Freeform 915"/>
            <p:cNvSpPr/>
            <p:nvPr/>
          </p:nvSpPr>
          <p:spPr bwMode="auto">
            <a:xfrm>
              <a:off x="3605213" y="1336675"/>
              <a:ext cx="98425" cy="500063"/>
            </a:xfrm>
            <a:custGeom>
              <a:avLst/>
              <a:gdLst/>
              <a:ahLst/>
              <a:cxnLst>
                <a:cxn ang="0">
                  <a:pos x="174" y="4"/>
                </a:cxn>
                <a:cxn ang="0">
                  <a:pos x="173" y="62"/>
                </a:cxn>
                <a:cxn ang="0">
                  <a:pos x="167" y="119"/>
                </a:cxn>
                <a:cxn ang="0">
                  <a:pos x="157" y="179"/>
                </a:cxn>
                <a:cxn ang="0">
                  <a:pos x="147" y="239"/>
                </a:cxn>
                <a:cxn ang="0">
                  <a:pos x="136" y="302"/>
                </a:cxn>
                <a:cxn ang="0">
                  <a:pos x="126" y="365"/>
                </a:cxn>
                <a:cxn ang="0">
                  <a:pos x="118" y="428"/>
                </a:cxn>
                <a:cxn ang="0">
                  <a:pos x="107" y="490"/>
                </a:cxn>
                <a:cxn ang="0">
                  <a:pos x="101" y="519"/>
                </a:cxn>
                <a:cxn ang="0">
                  <a:pos x="78" y="605"/>
                </a:cxn>
                <a:cxn ang="0">
                  <a:pos x="47" y="719"/>
                </a:cxn>
                <a:cxn ang="0">
                  <a:pos x="41" y="747"/>
                </a:cxn>
                <a:cxn ang="0">
                  <a:pos x="32" y="806"/>
                </a:cxn>
                <a:cxn ang="0">
                  <a:pos x="27" y="835"/>
                </a:cxn>
                <a:cxn ang="0">
                  <a:pos x="20" y="859"/>
                </a:cxn>
                <a:cxn ang="0">
                  <a:pos x="5" y="907"/>
                </a:cxn>
                <a:cxn ang="0">
                  <a:pos x="0" y="931"/>
                </a:cxn>
                <a:cxn ang="0">
                  <a:pos x="0" y="933"/>
                </a:cxn>
                <a:cxn ang="0">
                  <a:pos x="0" y="939"/>
                </a:cxn>
                <a:cxn ang="0">
                  <a:pos x="1" y="942"/>
                </a:cxn>
                <a:cxn ang="0">
                  <a:pos x="4" y="943"/>
                </a:cxn>
                <a:cxn ang="0">
                  <a:pos x="7" y="942"/>
                </a:cxn>
                <a:cxn ang="0">
                  <a:pos x="9" y="939"/>
                </a:cxn>
                <a:cxn ang="0">
                  <a:pos x="10" y="924"/>
                </a:cxn>
                <a:cxn ang="0">
                  <a:pos x="16" y="897"/>
                </a:cxn>
                <a:cxn ang="0">
                  <a:pos x="30" y="857"/>
                </a:cxn>
                <a:cxn ang="0">
                  <a:pos x="37" y="829"/>
                </a:cxn>
                <a:cxn ang="0">
                  <a:pos x="42" y="800"/>
                </a:cxn>
                <a:cxn ang="0">
                  <a:pos x="52" y="741"/>
                </a:cxn>
                <a:cxn ang="0">
                  <a:pos x="58" y="712"/>
                </a:cxn>
                <a:cxn ang="0">
                  <a:pos x="90" y="595"/>
                </a:cxn>
                <a:cxn ang="0">
                  <a:pos x="113" y="506"/>
                </a:cxn>
                <a:cxn ang="0">
                  <a:pos x="120" y="476"/>
                </a:cxn>
                <a:cxn ang="0">
                  <a:pos x="129" y="417"/>
                </a:cxn>
                <a:cxn ang="0">
                  <a:pos x="136" y="359"/>
                </a:cxn>
                <a:cxn ang="0">
                  <a:pos x="146" y="296"/>
                </a:cxn>
                <a:cxn ang="0">
                  <a:pos x="158" y="233"/>
                </a:cxn>
                <a:cxn ang="0">
                  <a:pos x="168" y="173"/>
                </a:cxn>
                <a:cxn ang="0">
                  <a:pos x="178" y="113"/>
                </a:cxn>
                <a:cxn ang="0">
                  <a:pos x="184" y="58"/>
                </a:cxn>
                <a:cxn ang="0">
                  <a:pos x="185" y="4"/>
                </a:cxn>
                <a:cxn ang="0">
                  <a:pos x="184" y="2"/>
                </a:cxn>
                <a:cxn ang="0">
                  <a:pos x="182" y="0"/>
                </a:cxn>
                <a:cxn ang="0">
                  <a:pos x="177" y="0"/>
                </a:cxn>
                <a:cxn ang="0">
                  <a:pos x="175" y="2"/>
                </a:cxn>
                <a:cxn ang="0">
                  <a:pos x="174" y="4"/>
                </a:cxn>
              </a:cxnLst>
              <a:rect l="0" t="0" r="r" b="b"/>
              <a:pathLst>
                <a:path w="185" h="943">
                  <a:moveTo>
                    <a:pt x="174" y="4"/>
                  </a:moveTo>
                  <a:lnTo>
                    <a:pt x="174" y="4"/>
                  </a:lnTo>
                  <a:lnTo>
                    <a:pt x="174" y="33"/>
                  </a:lnTo>
                  <a:lnTo>
                    <a:pt x="173" y="62"/>
                  </a:lnTo>
                  <a:lnTo>
                    <a:pt x="171" y="90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57" y="179"/>
                  </a:lnTo>
                  <a:lnTo>
                    <a:pt x="147" y="239"/>
                  </a:lnTo>
                  <a:lnTo>
                    <a:pt x="147" y="239"/>
                  </a:lnTo>
                  <a:lnTo>
                    <a:pt x="142" y="271"/>
                  </a:lnTo>
                  <a:lnTo>
                    <a:pt x="136" y="302"/>
                  </a:lnTo>
                  <a:lnTo>
                    <a:pt x="131" y="334"/>
                  </a:lnTo>
                  <a:lnTo>
                    <a:pt x="126" y="365"/>
                  </a:lnTo>
                  <a:lnTo>
                    <a:pt x="126" y="365"/>
                  </a:lnTo>
                  <a:lnTo>
                    <a:pt x="118" y="428"/>
                  </a:lnTo>
                  <a:lnTo>
                    <a:pt x="112" y="459"/>
                  </a:lnTo>
                  <a:lnTo>
                    <a:pt x="107" y="490"/>
                  </a:lnTo>
                  <a:lnTo>
                    <a:pt x="107" y="490"/>
                  </a:lnTo>
                  <a:lnTo>
                    <a:pt x="101" y="519"/>
                  </a:lnTo>
                  <a:lnTo>
                    <a:pt x="94" y="547"/>
                  </a:lnTo>
                  <a:lnTo>
                    <a:pt x="78" y="605"/>
                  </a:lnTo>
                  <a:lnTo>
                    <a:pt x="62" y="662"/>
                  </a:lnTo>
                  <a:lnTo>
                    <a:pt x="47" y="719"/>
                  </a:lnTo>
                  <a:lnTo>
                    <a:pt x="47" y="719"/>
                  </a:lnTo>
                  <a:lnTo>
                    <a:pt x="41" y="747"/>
                  </a:lnTo>
                  <a:lnTo>
                    <a:pt x="36" y="776"/>
                  </a:lnTo>
                  <a:lnTo>
                    <a:pt x="32" y="806"/>
                  </a:lnTo>
                  <a:lnTo>
                    <a:pt x="27" y="835"/>
                  </a:lnTo>
                  <a:lnTo>
                    <a:pt x="27" y="835"/>
                  </a:lnTo>
                  <a:lnTo>
                    <a:pt x="24" y="848"/>
                  </a:lnTo>
                  <a:lnTo>
                    <a:pt x="20" y="859"/>
                  </a:lnTo>
                  <a:lnTo>
                    <a:pt x="12" y="883"/>
                  </a:lnTo>
                  <a:lnTo>
                    <a:pt x="5" y="907"/>
                  </a:lnTo>
                  <a:lnTo>
                    <a:pt x="2" y="919"/>
                  </a:lnTo>
                  <a:lnTo>
                    <a:pt x="0" y="931"/>
                  </a:lnTo>
                  <a:lnTo>
                    <a:pt x="0" y="931"/>
                  </a:lnTo>
                  <a:lnTo>
                    <a:pt x="0" y="933"/>
                  </a:lnTo>
                  <a:lnTo>
                    <a:pt x="0" y="939"/>
                  </a:lnTo>
                  <a:lnTo>
                    <a:pt x="0" y="939"/>
                  </a:lnTo>
                  <a:lnTo>
                    <a:pt x="0" y="940"/>
                  </a:lnTo>
                  <a:lnTo>
                    <a:pt x="1" y="942"/>
                  </a:lnTo>
                  <a:lnTo>
                    <a:pt x="2" y="943"/>
                  </a:lnTo>
                  <a:lnTo>
                    <a:pt x="4" y="943"/>
                  </a:lnTo>
                  <a:lnTo>
                    <a:pt x="6" y="943"/>
                  </a:lnTo>
                  <a:lnTo>
                    <a:pt x="7" y="942"/>
                  </a:lnTo>
                  <a:lnTo>
                    <a:pt x="8" y="940"/>
                  </a:lnTo>
                  <a:lnTo>
                    <a:pt x="9" y="939"/>
                  </a:lnTo>
                  <a:lnTo>
                    <a:pt x="9" y="939"/>
                  </a:lnTo>
                  <a:lnTo>
                    <a:pt x="10" y="924"/>
                  </a:lnTo>
                  <a:lnTo>
                    <a:pt x="13" y="911"/>
                  </a:lnTo>
                  <a:lnTo>
                    <a:pt x="16" y="897"/>
                  </a:lnTo>
                  <a:lnTo>
                    <a:pt x="21" y="884"/>
                  </a:lnTo>
                  <a:lnTo>
                    <a:pt x="30" y="857"/>
                  </a:lnTo>
                  <a:lnTo>
                    <a:pt x="34" y="843"/>
                  </a:lnTo>
                  <a:lnTo>
                    <a:pt x="37" y="829"/>
                  </a:lnTo>
                  <a:lnTo>
                    <a:pt x="37" y="829"/>
                  </a:lnTo>
                  <a:lnTo>
                    <a:pt x="42" y="800"/>
                  </a:lnTo>
                  <a:lnTo>
                    <a:pt x="47" y="771"/>
                  </a:lnTo>
                  <a:lnTo>
                    <a:pt x="52" y="741"/>
                  </a:lnTo>
                  <a:lnTo>
                    <a:pt x="58" y="712"/>
                  </a:lnTo>
                  <a:lnTo>
                    <a:pt x="58" y="712"/>
                  </a:lnTo>
                  <a:lnTo>
                    <a:pt x="73" y="653"/>
                  </a:lnTo>
                  <a:lnTo>
                    <a:pt x="90" y="595"/>
                  </a:lnTo>
                  <a:lnTo>
                    <a:pt x="106" y="535"/>
                  </a:lnTo>
                  <a:lnTo>
                    <a:pt x="113" y="506"/>
                  </a:lnTo>
                  <a:lnTo>
                    <a:pt x="120" y="476"/>
                  </a:lnTo>
                  <a:lnTo>
                    <a:pt x="120" y="476"/>
                  </a:lnTo>
                  <a:lnTo>
                    <a:pt x="125" y="447"/>
                  </a:lnTo>
                  <a:lnTo>
                    <a:pt x="129" y="417"/>
                  </a:lnTo>
                  <a:lnTo>
                    <a:pt x="136" y="359"/>
                  </a:lnTo>
                  <a:lnTo>
                    <a:pt x="136" y="359"/>
                  </a:lnTo>
                  <a:lnTo>
                    <a:pt x="141" y="327"/>
                  </a:lnTo>
                  <a:lnTo>
                    <a:pt x="146" y="296"/>
                  </a:lnTo>
                  <a:lnTo>
                    <a:pt x="153" y="264"/>
                  </a:lnTo>
                  <a:lnTo>
                    <a:pt x="158" y="233"/>
                  </a:lnTo>
                  <a:lnTo>
                    <a:pt x="158" y="233"/>
                  </a:lnTo>
                  <a:lnTo>
                    <a:pt x="168" y="173"/>
                  </a:lnTo>
                  <a:lnTo>
                    <a:pt x="178" y="113"/>
                  </a:lnTo>
                  <a:lnTo>
                    <a:pt x="178" y="113"/>
                  </a:lnTo>
                  <a:lnTo>
                    <a:pt x="182" y="86"/>
                  </a:lnTo>
                  <a:lnTo>
                    <a:pt x="184" y="58"/>
                  </a:lnTo>
                  <a:lnTo>
                    <a:pt x="184" y="32"/>
                  </a:lnTo>
                  <a:lnTo>
                    <a:pt x="185" y="4"/>
                  </a:lnTo>
                  <a:lnTo>
                    <a:pt x="185" y="4"/>
                  </a:lnTo>
                  <a:lnTo>
                    <a:pt x="184" y="2"/>
                  </a:lnTo>
                  <a:lnTo>
                    <a:pt x="183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177" y="0"/>
                  </a:lnTo>
                  <a:lnTo>
                    <a:pt x="176" y="1"/>
                  </a:lnTo>
                  <a:lnTo>
                    <a:pt x="175" y="2"/>
                  </a:lnTo>
                  <a:lnTo>
                    <a:pt x="174" y="4"/>
                  </a:lnTo>
                  <a:lnTo>
                    <a:pt x="17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0" name="Freeform 916"/>
            <p:cNvSpPr/>
            <p:nvPr/>
          </p:nvSpPr>
          <p:spPr bwMode="auto">
            <a:xfrm>
              <a:off x="3649663" y="1366838"/>
              <a:ext cx="90488" cy="492125"/>
            </a:xfrm>
            <a:custGeom>
              <a:avLst/>
              <a:gdLst/>
              <a:ahLst/>
              <a:cxnLst>
                <a:cxn ang="0">
                  <a:pos x="162" y="5"/>
                </a:cxn>
                <a:cxn ang="0">
                  <a:pos x="161" y="67"/>
                </a:cxn>
                <a:cxn ang="0">
                  <a:pos x="155" y="128"/>
                </a:cxn>
                <a:cxn ang="0">
                  <a:pos x="151" y="156"/>
                </a:cxn>
                <a:cxn ang="0">
                  <a:pos x="141" y="214"/>
                </a:cxn>
                <a:cxn ang="0">
                  <a:pos x="137" y="243"/>
                </a:cxn>
                <a:cxn ang="0">
                  <a:pos x="123" y="335"/>
                </a:cxn>
                <a:cxn ang="0">
                  <a:pos x="111" y="397"/>
                </a:cxn>
                <a:cxn ang="0">
                  <a:pos x="97" y="457"/>
                </a:cxn>
                <a:cxn ang="0">
                  <a:pos x="87" y="487"/>
                </a:cxn>
                <a:cxn ang="0">
                  <a:pos x="69" y="543"/>
                </a:cxn>
                <a:cxn ang="0">
                  <a:pos x="51" y="599"/>
                </a:cxn>
                <a:cxn ang="0">
                  <a:pos x="48" y="614"/>
                </a:cxn>
                <a:cxn ang="0">
                  <a:pos x="44" y="658"/>
                </a:cxn>
                <a:cxn ang="0">
                  <a:pos x="40" y="702"/>
                </a:cxn>
                <a:cxn ang="0">
                  <a:pos x="38" y="717"/>
                </a:cxn>
                <a:cxn ang="0">
                  <a:pos x="23" y="796"/>
                </a:cxn>
                <a:cxn ang="0">
                  <a:pos x="17" y="822"/>
                </a:cxn>
                <a:cxn ang="0">
                  <a:pos x="12" y="846"/>
                </a:cxn>
                <a:cxn ang="0">
                  <a:pos x="6" y="898"/>
                </a:cxn>
                <a:cxn ang="0">
                  <a:pos x="0" y="924"/>
                </a:cxn>
                <a:cxn ang="0">
                  <a:pos x="0" y="926"/>
                </a:cxn>
                <a:cxn ang="0">
                  <a:pos x="3" y="928"/>
                </a:cxn>
                <a:cxn ang="0">
                  <a:pos x="6" y="929"/>
                </a:cxn>
                <a:cxn ang="0">
                  <a:pos x="9" y="928"/>
                </a:cxn>
                <a:cxn ang="0">
                  <a:pos x="10" y="926"/>
                </a:cxn>
                <a:cxn ang="0">
                  <a:pos x="14" y="902"/>
                </a:cxn>
                <a:cxn ang="0">
                  <a:pos x="20" y="855"/>
                </a:cxn>
                <a:cxn ang="0">
                  <a:pos x="25" y="831"/>
                </a:cxn>
                <a:cxn ang="0">
                  <a:pos x="30" y="805"/>
                </a:cxn>
                <a:cxn ang="0">
                  <a:pos x="45" y="727"/>
                </a:cxn>
                <a:cxn ang="0">
                  <a:pos x="49" y="698"/>
                </a:cxn>
                <a:cxn ang="0">
                  <a:pos x="54" y="640"/>
                </a:cxn>
                <a:cxn ang="0">
                  <a:pos x="58" y="610"/>
                </a:cxn>
                <a:cxn ang="0">
                  <a:pos x="66" y="580"/>
                </a:cxn>
                <a:cxn ang="0">
                  <a:pos x="86" y="519"/>
                </a:cxn>
                <a:cxn ang="0">
                  <a:pos x="97" y="490"/>
                </a:cxn>
                <a:cxn ang="0">
                  <a:pos x="113" y="431"/>
                </a:cxn>
                <a:cxn ang="0">
                  <a:pos x="126" y="372"/>
                </a:cxn>
                <a:cxn ang="0">
                  <a:pos x="137" y="312"/>
                </a:cxn>
                <a:cxn ang="0">
                  <a:pos x="145" y="252"/>
                </a:cxn>
                <a:cxn ang="0">
                  <a:pos x="155" y="186"/>
                </a:cxn>
                <a:cxn ang="0">
                  <a:pos x="166" y="121"/>
                </a:cxn>
                <a:cxn ang="0">
                  <a:pos x="169" y="92"/>
                </a:cxn>
                <a:cxn ang="0">
                  <a:pos x="171" y="34"/>
                </a:cxn>
                <a:cxn ang="0">
                  <a:pos x="171" y="5"/>
                </a:cxn>
                <a:cxn ang="0">
                  <a:pos x="170" y="1"/>
                </a:cxn>
                <a:cxn ang="0">
                  <a:pos x="167" y="0"/>
                </a:cxn>
                <a:cxn ang="0">
                  <a:pos x="164" y="1"/>
                </a:cxn>
                <a:cxn ang="0">
                  <a:pos x="162" y="5"/>
                </a:cxn>
              </a:cxnLst>
              <a:rect l="0" t="0" r="r" b="b"/>
              <a:pathLst>
                <a:path w="171" h="929">
                  <a:moveTo>
                    <a:pt x="162" y="5"/>
                  </a:moveTo>
                  <a:lnTo>
                    <a:pt x="162" y="5"/>
                  </a:lnTo>
                  <a:lnTo>
                    <a:pt x="162" y="36"/>
                  </a:lnTo>
                  <a:lnTo>
                    <a:pt x="161" y="67"/>
                  </a:lnTo>
                  <a:lnTo>
                    <a:pt x="160" y="97"/>
                  </a:lnTo>
                  <a:lnTo>
                    <a:pt x="155" y="128"/>
                  </a:lnTo>
                  <a:lnTo>
                    <a:pt x="155" y="128"/>
                  </a:lnTo>
                  <a:lnTo>
                    <a:pt x="151" y="156"/>
                  </a:lnTo>
                  <a:lnTo>
                    <a:pt x="146" y="185"/>
                  </a:lnTo>
                  <a:lnTo>
                    <a:pt x="141" y="214"/>
                  </a:lnTo>
                  <a:lnTo>
                    <a:pt x="137" y="243"/>
                  </a:lnTo>
                  <a:lnTo>
                    <a:pt x="137" y="243"/>
                  </a:lnTo>
                  <a:lnTo>
                    <a:pt x="129" y="305"/>
                  </a:lnTo>
                  <a:lnTo>
                    <a:pt x="123" y="335"/>
                  </a:lnTo>
                  <a:lnTo>
                    <a:pt x="117" y="366"/>
                  </a:lnTo>
                  <a:lnTo>
                    <a:pt x="111" y="397"/>
                  </a:lnTo>
                  <a:lnTo>
                    <a:pt x="104" y="427"/>
                  </a:lnTo>
                  <a:lnTo>
                    <a:pt x="97" y="457"/>
                  </a:lnTo>
                  <a:lnTo>
                    <a:pt x="87" y="487"/>
                  </a:lnTo>
                  <a:lnTo>
                    <a:pt x="87" y="487"/>
                  </a:lnTo>
                  <a:lnTo>
                    <a:pt x="78" y="515"/>
                  </a:lnTo>
                  <a:lnTo>
                    <a:pt x="69" y="543"/>
                  </a:lnTo>
                  <a:lnTo>
                    <a:pt x="59" y="572"/>
                  </a:lnTo>
                  <a:lnTo>
                    <a:pt x="51" y="599"/>
                  </a:lnTo>
                  <a:lnTo>
                    <a:pt x="51" y="599"/>
                  </a:lnTo>
                  <a:lnTo>
                    <a:pt x="48" y="614"/>
                  </a:lnTo>
                  <a:lnTo>
                    <a:pt x="46" y="628"/>
                  </a:lnTo>
                  <a:lnTo>
                    <a:pt x="44" y="658"/>
                  </a:lnTo>
                  <a:lnTo>
                    <a:pt x="42" y="687"/>
                  </a:lnTo>
                  <a:lnTo>
                    <a:pt x="40" y="702"/>
                  </a:lnTo>
                  <a:lnTo>
                    <a:pt x="38" y="717"/>
                  </a:lnTo>
                  <a:lnTo>
                    <a:pt x="38" y="717"/>
                  </a:lnTo>
                  <a:lnTo>
                    <a:pt x="28" y="769"/>
                  </a:lnTo>
                  <a:lnTo>
                    <a:pt x="23" y="796"/>
                  </a:lnTo>
                  <a:lnTo>
                    <a:pt x="17" y="822"/>
                  </a:lnTo>
                  <a:lnTo>
                    <a:pt x="17" y="822"/>
                  </a:lnTo>
                  <a:lnTo>
                    <a:pt x="15" y="834"/>
                  </a:lnTo>
                  <a:lnTo>
                    <a:pt x="12" y="846"/>
                  </a:lnTo>
                  <a:lnTo>
                    <a:pt x="9" y="872"/>
                  </a:lnTo>
                  <a:lnTo>
                    <a:pt x="6" y="898"/>
                  </a:lnTo>
                  <a:lnTo>
                    <a:pt x="4" y="910"/>
                  </a:lnTo>
                  <a:lnTo>
                    <a:pt x="0" y="924"/>
                  </a:lnTo>
                  <a:lnTo>
                    <a:pt x="0" y="924"/>
                  </a:lnTo>
                  <a:lnTo>
                    <a:pt x="0" y="926"/>
                  </a:lnTo>
                  <a:lnTo>
                    <a:pt x="2" y="927"/>
                  </a:lnTo>
                  <a:lnTo>
                    <a:pt x="3" y="928"/>
                  </a:lnTo>
                  <a:lnTo>
                    <a:pt x="5" y="929"/>
                  </a:lnTo>
                  <a:lnTo>
                    <a:pt x="6" y="929"/>
                  </a:lnTo>
                  <a:lnTo>
                    <a:pt x="8" y="929"/>
                  </a:lnTo>
                  <a:lnTo>
                    <a:pt x="9" y="928"/>
                  </a:lnTo>
                  <a:lnTo>
                    <a:pt x="10" y="926"/>
                  </a:lnTo>
                  <a:lnTo>
                    <a:pt x="10" y="926"/>
                  </a:lnTo>
                  <a:lnTo>
                    <a:pt x="13" y="915"/>
                  </a:lnTo>
                  <a:lnTo>
                    <a:pt x="14" y="902"/>
                  </a:lnTo>
                  <a:lnTo>
                    <a:pt x="17" y="878"/>
                  </a:lnTo>
                  <a:lnTo>
                    <a:pt x="20" y="855"/>
                  </a:lnTo>
                  <a:lnTo>
                    <a:pt x="22" y="842"/>
                  </a:lnTo>
                  <a:lnTo>
                    <a:pt x="25" y="831"/>
                  </a:lnTo>
                  <a:lnTo>
                    <a:pt x="25" y="831"/>
                  </a:lnTo>
                  <a:lnTo>
                    <a:pt x="30" y="805"/>
                  </a:lnTo>
                  <a:lnTo>
                    <a:pt x="36" y="778"/>
                  </a:lnTo>
                  <a:lnTo>
                    <a:pt x="45" y="727"/>
                  </a:lnTo>
                  <a:lnTo>
                    <a:pt x="45" y="727"/>
                  </a:lnTo>
                  <a:lnTo>
                    <a:pt x="49" y="698"/>
                  </a:lnTo>
                  <a:lnTo>
                    <a:pt x="52" y="669"/>
                  </a:lnTo>
                  <a:lnTo>
                    <a:pt x="54" y="640"/>
                  </a:lnTo>
                  <a:lnTo>
                    <a:pt x="58" y="610"/>
                  </a:lnTo>
                  <a:lnTo>
                    <a:pt x="58" y="610"/>
                  </a:lnTo>
                  <a:lnTo>
                    <a:pt x="61" y="595"/>
                  </a:lnTo>
                  <a:lnTo>
                    <a:pt x="66" y="580"/>
                  </a:lnTo>
                  <a:lnTo>
                    <a:pt x="76" y="550"/>
                  </a:lnTo>
                  <a:lnTo>
                    <a:pt x="86" y="519"/>
                  </a:lnTo>
                  <a:lnTo>
                    <a:pt x="97" y="490"/>
                  </a:lnTo>
                  <a:lnTo>
                    <a:pt x="97" y="490"/>
                  </a:lnTo>
                  <a:lnTo>
                    <a:pt x="106" y="461"/>
                  </a:lnTo>
                  <a:lnTo>
                    <a:pt x="113" y="431"/>
                  </a:lnTo>
                  <a:lnTo>
                    <a:pt x="120" y="402"/>
                  </a:lnTo>
                  <a:lnTo>
                    <a:pt x="126" y="372"/>
                  </a:lnTo>
                  <a:lnTo>
                    <a:pt x="132" y="342"/>
                  </a:lnTo>
                  <a:lnTo>
                    <a:pt x="137" y="312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9" y="219"/>
                  </a:lnTo>
                  <a:lnTo>
                    <a:pt x="155" y="186"/>
                  </a:lnTo>
                  <a:lnTo>
                    <a:pt x="161" y="154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9" y="92"/>
                  </a:lnTo>
                  <a:lnTo>
                    <a:pt x="171" y="63"/>
                  </a:lnTo>
                  <a:lnTo>
                    <a:pt x="171" y="34"/>
                  </a:lnTo>
                  <a:lnTo>
                    <a:pt x="171" y="5"/>
                  </a:lnTo>
                  <a:lnTo>
                    <a:pt x="171" y="5"/>
                  </a:lnTo>
                  <a:lnTo>
                    <a:pt x="171" y="2"/>
                  </a:lnTo>
                  <a:lnTo>
                    <a:pt x="170" y="1"/>
                  </a:lnTo>
                  <a:lnTo>
                    <a:pt x="168" y="0"/>
                  </a:lnTo>
                  <a:lnTo>
                    <a:pt x="167" y="0"/>
                  </a:lnTo>
                  <a:lnTo>
                    <a:pt x="165" y="0"/>
                  </a:lnTo>
                  <a:lnTo>
                    <a:pt x="164" y="1"/>
                  </a:lnTo>
                  <a:lnTo>
                    <a:pt x="163" y="2"/>
                  </a:lnTo>
                  <a:lnTo>
                    <a:pt x="162" y="5"/>
                  </a:lnTo>
                  <a:lnTo>
                    <a:pt x="16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1" name="Freeform 917"/>
            <p:cNvSpPr/>
            <p:nvPr/>
          </p:nvSpPr>
          <p:spPr bwMode="auto">
            <a:xfrm>
              <a:off x="3692525" y="1401763"/>
              <a:ext cx="90488" cy="436563"/>
            </a:xfrm>
            <a:custGeom>
              <a:avLst/>
              <a:gdLst/>
              <a:ahLst/>
              <a:cxnLst>
                <a:cxn ang="0">
                  <a:pos x="161" y="5"/>
                </a:cxn>
                <a:cxn ang="0">
                  <a:pos x="157" y="61"/>
                </a:cxn>
                <a:cxn ang="0">
                  <a:pos x="148" y="118"/>
                </a:cxn>
                <a:cxn ang="0">
                  <a:pos x="143" y="143"/>
                </a:cxn>
                <a:cxn ang="0">
                  <a:pos x="130" y="192"/>
                </a:cxn>
                <a:cxn ang="0">
                  <a:pos x="126" y="216"/>
                </a:cxn>
                <a:cxn ang="0">
                  <a:pos x="124" y="236"/>
                </a:cxn>
                <a:cxn ang="0">
                  <a:pos x="124" y="257"/>
                </a:cxn>
                <a:cxn ang="0">
                  <a:pos x="120" y="285"/>
                </a:cxn>
                <a:cxn ang="0">
                  <a:pos x="115" y="314"/>
                </a:cxn>
                <a:cxn ang="0">
                  <a:pos x="97" y="395"/>
                </a:cxn>
                <a:cxn ang="0">
                  <a:pos x="93" y="422"/>
                </a:cxn>
                <a:cxn ang="0">
                  <a:pos x="88" y="472"/>
                </a:cxn>
                <a:cxn ang="0">
                  <a:pos x="82" y="520"/>
                </a:cxn>
                <a:cxn ang="0">
                  <a:pos x="74" y="547"/>
                </a:cxn>
                <a:cxn ang="0">
                  <a:pos x="56" y="599"/>
                </a:cxn>
                <a:cxn ang="0">
                  <a:pos x="47" y="624"/>
                </a:cxn>
                <a:cxn ang="0">
                  <a:pos x="24" y="696"/>
                </a:cxn>
                <a:cxn ang="0">
                  <a:pos x="10" y="745"/>
                </a:cxn>
                <a:cxn ang="0">
                  <a:pos x="2" y="795"/>
                </a:cxn>
                <a:cxn ang="0">
                  <a:pos x="0" y="820"/>
                </a:cxn>
                <a:cxn ang="0">
                  <a:pos x="2" y="823"/>
                </a:cxn>
                <a:cxn ang="0">
                  <a:pos x="5" y="825"/>
                </a:cxn>
                <a:cxn ang="0">
                  <a:pos x="8" y="823"/>
                </a:cxn>
                <a:cxn ang="0">
                  <a:pos x="9" y="820"/>
                </a:cxn>
                <a:cxn ang="0">
                  <a:pos x="11" y="794"/>
                </a:cxn>
                <a:cxn ang="0">
                  <a:pos x="21" y="743"/>
                </a:cxn>
                <a:cxn ang="0">
                  <a:pos x="34" y="693"/>
                </a:cxn>
                <a:cxn ang="0">
                  <a:pos x="58" y="618"/>
                </a:cxn>
                <a:cxn ang="0">
                  <a:pos x="66" y="594"/>
                </a:cxn>
                <a:cxn ang="0">
                  <a:pos x="84" y="547"/>
                </a:cxn>
                <a:cxn ang="0">
                  <a:pos x="90" y="522"/>
                </a:cxn>
                <a:cxn ang="0">
                  <a:pos x="95" y="496"/>
                </a:cxn>
                <a:cxn ang="0">
                  <a:pos x="100" y="443"/>
                </a:cxn>
                <a:cxn ang="0">
                  <a:pos x="103" y="416"/>
                </a:cxn>
                <a:cxn ang="0">
                  <a:pos x="113" y="366"/>
                </a:cxn>
                <a:cxn ang="0">
                  <a:pos x="123" y="316"/>
                </a:cxn>
                <a:cxn ang="0">
                  <a:pos x="133" y="266"/>
                </a:cxn>
                <a:cxn ang="0">
                  <a:pos x="134" y="253"/>
                </a:cxn>
                <a:cxn ang="0">
                  <a:pos x="134" y="226"/>
                </a:cxn>
                <a:cxn ang="0">
                  <a:pos x="136" y="212"/>
                </a:cxn>
                <a:cxn ang="0">
                  <a:pos x="147" y="162"/>
                </a:cxn>
                <a:cxn ang="0">
                  <a:pos x="159" y="112"/>
                </a:cxn>
                <a:cxn ang="0">
                  <a:pos x="163" y="85"/>
                </a:cxn>
                <a:cxn ang="0">
                  <a:pos x="169" y="32"/>
                </a:cxn>
                <a:cxn ang="0">
                  <a:pos x="170" y="5"/>
                </a:cxn>
                <a:cxn ang="0">
                  <a:pos x="169" y="1"/>
                </a:cxn>
                <a:cxn ang="0">
                  <a:pos x="166" y="0"/>
                </a:cxn>
                <a:cxn ang="0">
                  <a:pos x="163" y="1"/>
                </a:cxn>
                <a:cxn ang="0">
                  <a:pos x="161" y="5"/>
                </a:cxn>
              </a:cxnLst>
              <a:rect l="0" t="0" r="r" b="b"/>
              <a:pathLst>
                <a:path w="170" h="825">
                  <a:moveTo>
                    <a:pt x="161" y="5"/>
                  </a:moveTo>
                  <a:lnTo>
                    <a:pt x="161" y="5"/>
                  </a:lnTo>
                  <a:lnTo>
                    <a:pt x="160" y="34"/>
                  </a:lnTo>
                  <a:lnTo>
                    <a:pt x="157" y="61"/>
                  </a:lnTo>
                  <a:lnTo>
                    <a:pt x="153" y="90"/>
                  </a:lnTo>
                  <a:lnTo>
                    <a:pt x="148" y="118"/>
                  </a:lnTo>
                  <a:lnTo>
                    <a:pt x="148" y="118"/>
                  </a:lnTo>
                  <a:lnTo>
                    <a:pt x="143" y="143"/>
                  </a:lnTo>
                  <a:lnTo>
                    <a:pt x="136" y="168"/>
                  </a:lnTo>
                  <a:lnTo>
                    <a:pt x="130" y="192"/>
                  </a:lnTo>
                  <a:lnTo>
                    <a:pt x="126" y="216"/>
                  </a:lnTo>
                  <a:lnTo>
                    <a:pt x="126" y="216"/>
                  </a:lnTo>
                  <a:lnTo>
                    <a:pt x="124" y="227"/>
                  </a:lnTo>
                  <a:lnTo>
                    <a:pt x="124" y="236"/>
                  </a:lnTo>
                  <a:lnTo>
                    <a:pt x="124" y="257"/>
                  </a:lnTo>
                  <a:lnTo>
                    <a:pt x="124" y="257"/>
                  </a:lnTo>
                  <a:lnTo>
                    <a:pt x="123" y="271"/>
                  </a:lnTo>
                  <a:lnTo>
                    <a:pt x="120" y="285"/>
                  </a:lnTo>
                  <a:lnTo>
                    <a:pt x="115" y="314"/>
                  </a:lnTo>
                  <a:lnTo>
                    <a:pt x="115" y="314"/>
                  </a:lnTo>
                  <a:lnTo>
                    <a:pt x="102" y="367"/>
                  </a:lnTo>
                  <a:lnTo>
                    <a:pt x="97" y="395"/>
                  </a:lnTo>
                  <a:lnTo>
                    <a:pt x="93" y="422"/>
                  </a:lnTo>
                  <a:lnTo>
                    <a:pt x="93" y="422"/>
                  </a:lnTo>
                  <a:lnTo>
                    <a:pt x="91" y="447"/>
                  </a:lnTo>
                  <a:lnTo>
                    <a:pt x="88" y="472"/>
                  </a:lnTo>
                  <a:lnTo>
                    <a:pt x="86" y="495"/>
                  </a:lnTo>
                  <a:lnTo>
                    <a:pt x="82" y="520"/>
                  </a:lnTo>
                  <a:lnTo>
                    <a:pt x="82" y="520"/>
                  </a:lnTo>
                  <a:lnTo>
                    <a:pt x="74" y="547"/>
                  </a:lnTo>
                  <a:lnTo>
                    <a:pt x="65" y="573"/>
                  </a:lnTo>
                  <a:lnTo>
                    <a:pt x="56" y="599"/>
                  </a:lnTo>
                  <a:lnTo>
                    <a:pt x="47" y="624"/>
                  </a:lnTo>
                  <a:lnTo>
                    <a:pt x="47" y="624"/>
                  </a:lnTo>
                  <a:lnTo>
                    <a:pt x="31" y="672"/>
                  </a:lnTo>
                  <a:lnTo>
                    <a:pt x="24" y="696"/>
                  </a:lnTo>
                  <a:lnTo>
                    <a:pt x="17" y="720"/>
                  </a:lnTo>
                  <a:lnTo>
                    <a:pt x="10" y="745"/>
                  </a:lnTo>
                  <a:lnTo>
                    <a:pt x="5" y="770"/>
                  </a:lnTo>
                  <a:lnTo>
                    <a:pt x="2" y="795"/>
                  </a:lnTo>
                  <a:lnTo>
                    <a:pt x="0" y="820"/>
                  </a:lnTo>
                  <a:lnTo>
                    <a:pt x="0" y="820"/>
                  </a:lnTo>
                  <a:lnTo>
                    <a:pt x="1" y="822"/>
                  </a:lnTo>
                  <a:lnTo>
                    <a:pt x="2" y="823"/>
                  </a:lnTo>
                  <a:lnTo>
                    <a:pt x="3" y="824"/>
                  </a:lnTo>
                  <a:lnTo>
                    <a:pt x="5" y="825"/>
                  </a:lnTo>
                  <a:lnTo>
                    <a:pt x="6" y="824"/>
                  </a:lnTo>
                  <a:lnTo>
                    <a:pt x="8" y="823"/>
                  </a:lnTo>
                  <a:lnTo>
                    <a:pt x="9" y="822"/>
                  </a:lnTo>
                  <a:lnTo>
                    <a:pt x="9" y="820"/>
                  </a:lnTo>
                  <a:lnTo>
                    <a:pt x="9" y="820"/>
                  </a:lnTo>
                  <a:lnTo>
                    <a:pt x="11" y="794"/>
                  </a:lnTo>
                  <a:lnTo>
                    <a:pt x="15" y="769"/>
                  </a:lnTo>
                  <a:lnTo>
                    <a:pt x="21" y="743"/>
                  </a:lnTo>
                  <a:lnTo>
                    <a:pt x="27" y="717"/>
                  </a:lnTo>
                  <a:lnTo>
                    <a:pt x="34" y="693"/>
                  </a:lnTo>
                  <a:lnTo>
                    <a:pt x="42" y="668"/>
                  </a:lnTo>
                  <a:lnTo>
                    <a:pt x="58" y="618"/>
                  </a:lnTo>
                  <a:lnTo>
                    <a:pt x="58" y="618"/>
                  </a:lnTo>
                  <a:lnTo>
                    <a:pt x="66" y="594"/>
                  </a:lnTo>
                  <a:lnTo>
                    <a:pt x="75" y="571"/>
                  </a:lnTo>
                  <a:lnTo>
                    <a:pt x="84" y="547"/>
                  </a:lnTo>
                  <a:lnTo>
                    <a:pt x="90" y="522"/>
                  </a:lnTo>
                  <a:lnTo>
                    <a:pt x="90" y="522"/>
                  </a:lnTo>
                  <a:lnTo>
                    <a:pt x="93" y="510"/>
                  </a:lnTo>
                  <a:lnTo>
                    <a:pt x="95" y="496"/>
                  </a:lnTo>
                  <a:lnTo>
                    <a:pt x="98" y="469"/>
                  </a:lnTo>
                  <a:lnTo>
                    <a:pt x="100" y="443"/>
                  </a:lnTo>
                  <a:lnTo>
                    <a:pt x="103" y="416"/>
                  </a:lnTo>
                  <a:lnTo>
                    <a:pt x="103" y="416"/>
                  </a:lnTo>
                  <a:lnTo>
                    <a:pt x="107" y="391"/>
                  </a:lnTo>
                  <a:lnTo>
                    <a:pt x="113" y="366"/>
                  </a:lnTo>
                  <a:lnTo>
                    <a:pt x="123" y="316"/>
                  </a:lnTo>
                  <a:lnTo>
                    <a:pt x="123" y="316"/>
                  </a:lnTo>
                  <a:lnTo>
                    <a:pt x="128" y="291"/>
                  </a:lnTo>
                  <a:lnTo>
                    <a:pt x="133" y="266"/>
                  </a:lnTo>
                  <a:lnTo>
                    <a:pt x="133" y="266"/>
                  </a:lnTo>
                  <a:lnTo>
                    <a:pt x="134" y="253"/>
                  </a:lnTo>
                  <a:lnTo>
                    <a:pt x="134" y="239"/>
                  </a:lnTo>
                  <a:lnTo>
                    <a:pt x="134" y="226"/>
                  </a:lnTo>
                  <a:lnTo>
                    <a:pt x="136" y="212"/>
                  </a:lnTo>
                  <a:lnTo>
                    <a:pt x="136" y="212"/>
                  </a:lnTo>
                  <a:lnTo>
                    <a:pt x="141" y="186"/>
                  </a:lnTo>
                  <a:lnTo>
                    <a:pt x="147" y="162"/>
                  </a:lnTo>
                  <a:lnTo>
                    <a:pt x="153" y="137"/>
                  </a:lnTo>
                  <a:lnTo>
                    <a:pt x="159" y="112"/>
                  </a:lnTo>
                  <a:lnTo>
                    <a:pt x="159" y="112"/>
                  </a:lnTo>
                  <a:lnTo>
                    <a:pt x="163" y="85"/>
                  </a:lnTo>
                  <a:lnTo>
                    <a:pt x="167" y="58"/>
                  </a:lnTo>
                  <a:lnTo>
                    <a:pt x="169" y="32"/>
                  </a:lnTo>
                  <a:lnTo>
                    <a:pt x="170" y="5"/>
                  </a:lnTo>
                  <a:lnTo>
                    <a:pt x="170" y="5"/>
                  </a:lnTo>
                  <a:lnTo>
                    <a:pt x="170" y="3"/>
                  </a:lnTo>
                  <a:lnTo>
                    <a:pt x="169" y="1"/>
                  </a:lnTo>
                  <a:lnTo>
                    <a:pt x="168" y="0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3" y="1"/>
                  </a:lnTo>
                  <a:lnTo>
                    <a:pt x="162" y="3"/>
                  </a:lnTo>
                  <a:lnTo>
                    <a:pt x="161" y="5"/>
                  </a:lnTo>
                  <a:lnTo>
                    <a:pt x="16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2" name="Freeform 918"/>
            <p:cNvSpPr/>
            <p:nvPr/>
          </p:nvSpPr>
          <p:spPr bwMode="auto">
            <a:xfrm>
              <a:off x="3751263" y="1443038"/>
              <a:ext cx="66675" cy="360363"/>
            </a:xfrm>
            <a:custGeom>
              <a:avLst/>
              <a:gdLst/>
              <a:ahLst/>
              <a:cxnLst>
                <a:cxn ang="0">
                  <a:pos x="117" y="4"/>
                </a:cxn>
                <a:cxn ang="0">
                  <a:pos x="116" y="50"/>
                </a:cxn>
                <a:cxn ang="0">
                  <a:pos x="108" y="139"/>
                </a:cxn>
                <a:cxn ang="0">
                  <a:pos x="94" y="228"/>
                </a:cxn>
                <a:cxn ang="0">
                  <a:pos x="68" y="361"/>
                </a:cxn>
                <a:cxn ang="0">
                  <a:pos x="63" y="383"/>
                </a:cxn>
                <a:cxn ang="0">
                  <a:pos x="57" y="404"/>
                </a:cxn>
                <a:cxn ang="0">
                  <a:pos x="48" y="432"/>
                </a:cxn>
                <a:cxn ang="0">
                  <a:pos x="47" y="440"/>
                </a:cxn>
                <a:cxn ang="0">
                  <a:pos x="44" y="482"/>
                </a:cxn>
                <a:cxn ang="0">
                  <a:pos x="38" y="523"/>
                </a:cxn>
                <a:cxn ang="0">
                  <a:pos x="32" y="542"/>
                </a:cxn>
                <a:cxn ang="0">
                  <a:pos x="10" y="598"/>
                </a:cxn>
                <a:cxn ang="0">
                  <a:pos x="7" y="608"/>
                </a:cxn>
                <a:cxn ang="0">
                  <a:pos x="2" y="637"/>
                </a:cxn>
                <a:cxn ang="0">
                  <a:pos x="0" y="678"/>
                </a:cxn>
                <a:cxn ang="0">
                  <a:pos x="0" y="680"/>
                </a:cxn>
                <a:cxn ang="0">
                  <a:pos x="3" y="682"/>
                </a:cxn>
                <a:cxn ang="0">
                  <a:pos x="6" y="682"/>
                </a:cxn>
                <a:cxn ang="0">
                  <a:pos x="9" y="680"/>
                </a:cxn>
                <a:cxn ang="0">
                  <a:pos x="9" y="678"/>
                </a:cxn>
                <a:cxn ang="0">
                  <a:pos x="12" y="635"/>
                </a:cxn>
                <a:cxn ang="0">
                  <a:pos x="22" y="594"/>
                </a:cxn>
                <a:cxn ang="0">
                  <a:pos x="36" y="556"/>
                </a:cxn>
                <a:cxn ang="0">
                  <a:pos x="48" y="517"/>
                </a:cxn>
                <a:cxn ang="0">
                  <a:pos x="51" y="501"/>
                </a:cxn>
                <a:cxn ang="0">
                  <a:pos x="56" y="448"/>
                </a:cxn>
                <a:cxn ang="0">
                  <a:pos x="57" y="436"/>
                </a:cxn>
                <a:cxn ang="0">
                  <a:pos x="67" y="398"/>
                </a:cxn>
                <a:cxn ang="0">
                  <a:pos x="77" y="359"/>
                </a:cxn>
                <a:cxn ang="0">
                  <a:pos x="80" y="347"/>
                </a:cxn>
                <a:cxn ang="0">
                  <a:pos x="96" y="262"/>
                </a:cxn>
                <a:cxn ang="0">
                  <a:pos x="112" y="178"/>
                </a:cxn>
                <a:cxn ang="0">
                  <a:pos x="119" y="134"/>
                </a:cxn>
                <a:cxn ang="0">
                  <a:pos x="127" y="48"/>
                </a:cxn>
                <a:cxn ang="0">
                  <a:pos x="128" y="4"/>
                </a:cxn>
                <a:cxn ang="0">
                  <a:pos x="126" y="1"/>
                </a:cxn>
                <a:cxn ang="0">
                  <a:pos x="122" y="0"/>
                </a:cxn>
                <a:cxn ang="0">
                  <a:pos x="119" y="1"/>
                </a:cxn>
                <a:cxn ang="0">
                  <a:pos x="117" y="4"/>
                </a:cxn>
              </a:cxnLst>
              <a:rect l="0" t="0" r="r" b="b"/>
              <a:pathLst>
                <a:path w="128" h="682">
                  <a:moveTo>
                    <a:pt x="117" y="4"/>
                  </a:moveTo>
                  <a:lnTo>
                    <a:pt x="117" y="4"/>
                  </a:lnTo>
                  <a:lnTo>
                    <a:pt x="117" y="27"/>
                  </a:lnTo>
                  <a:lnTo>
                    <a:pt x="116" y="50"/>
                  </a:lnTo>
                  <a:lnTo>
                    <a:pt x="113" y="95"/>
                  </a:lnTo>
                  <a:lnTo>
                    <a:pt x="108" y="139"/>
                  </a:lnTo>
                  <a:lnTo>
                    <a:pt x="101" y="184"/>
                  </a:lnTo>
                  <a:lnTo>
                    <a:pt x="94" y="228"/>
                  </a:lnTo>
                  <a:lnTo>
                    <a:pt x="84" y="273"/>
                  </a:lnTo>
                  <a:lnTo>
                    <a:pt x="68" y="361"/>
                  </a:lnTo>
                  <a:lnTo>
                    <a:pt x="68" y="361"/>
                  </a:lnTo>
                  <a:lnTo>
                    <a:pt x="63" y="383"/>
                  </a:lnTo>
                  <a:lnTo>
                    <a:pt x="57" y="404"/>
                  </a:lnTo>
                  <a:lnTo>
                    <a:pt x="57" y="404"/>
                  </a:lnTo>
                  <a:lnTo>
                    <a:pt x="51" y="422"/>
                  </a:lnTo>
                  <a:lnTo>
                    <a:pt x="48" y="432"/>
                  </a:lnTo>
                  <a:lnTo>
                    <a:pt x="47" y="440"/>
                  </a:lnTo>
                  <a:lnTo>
                    <a:pt x="47" y="440"/>
                  </a:lnTo>
                  <a:lnTo>
                    <a:pt x="46" y="461"/>
                  </a:lnTo>
                  <a:lnTo>
                    <a:pt x="44" y="482"/>
                  </a:lnTo>
                  <a:lnTo>
                    <a:pt x="41" y="503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2" y="542"/>
                  </a:lnTo>
                  <a:lnTo>
                    <a:pt x="24" y="561"/>
                  </a:lnTo>
                  <a:lnTo>
                    <a:pt x="10" y="598"/>
                  </a:lnTo>
                  <a:lnTo>
                    <a:pt x="10" y="598"/>
                  </a:lnTo>
                  <a:lnTo>
                    <a:pt x="7" y="608"/>
                  </a:lnTo>
                  <a:lnTo>
                    <a:pt x="5" y="618"/>
                  </a:lnTo>
                  <a:lnTo>
                    <a:pt x="2" y="637"/>
                  </a:lnTo>
                  <a:lnTo>
                    <a:pt x="0" y="657"/>
                  </a:lnTo>
                  <a:lnTo>
                    <a:pt x="0" y="678"/>
                  </a:lnTo>
                  <a:lnTo>
                    <a:pt x="0" y="678"/>
                  </a:lnTo>
                  <a:lnTo>
                    <a:pt x="0" y="680"/>
                  </a:lnTo>
                  <a:lnTo>
                    <a:pt x="1" y="681"/>
                  </a:lnTo>
                  <a:lnTo>
                    <a:pt x="3" y="682"/>
                  </a:lnTo>
                  <a:lnTo>
                    <a:pt x="4" y="682"/>
                  </a:lnTo>
                  <a:lnTo>
                    <a:pt x="6" y="682"/>
                  </a:lnTo>
                  <a:lnTo>
                    <a:pt x="7" y="681"/>
                  </a:lnTo>
                  <a:lnTo>
                    <a:pt x="9" y="680"/>
                  </a:lnTo>
                  <a:lnTo>
                    <a:pt x="9" y="678"/>
                  </a:lnTo>
                  <a:lnTo>
                    <a:pt x="9" y="678"/>
                  </a:lnTo>
                  <a:lnTo>
                    <a:pt x="10" y="656"/>
                  </a:lnTo>
                  <a:lnTo>
                    <a:pt x="12" y="635"/>
                  </a:lnTo>
                  <a:lnTo>
                    <a:pt x="16" y="615"/>
                  </a:lnTo>
                  <a:lnTo>
                    <a:pt x="22" y="594"/>
                  </a:lnTo>
                  <a:lnTo>
                    <a:pt x="22" y="594"/>
                  </a:lnTo>
                  <a:lnTo>
                    <a:pt x="36" y="556"/>
                  </a:lnTo>
                  <a:lnTo>
                    <a:pt x="43" y="537"/>
                  </a:lnTo>
                  <a:lnTo>
                    <a:pt x="48" y="517"/>
                  </a:lnTo>
                  <a:lnTo>
                    <a:pt x="48" y="517"/>
                  </a:lnTo>
                  <a:lnTo>
                    <a:pt x="51" y="501"/>
                  </a:lnTo>
                  <a:lnTo>
                    <a:pt x="53" y="483"/>
                  </a:lnTo>
                  <a:lnTo>
                    <a:pt x="56" y="448"/>
                  </a:lnTo>
                  <a:lnTo>
                    <a:pt x="56" y="448"/>
                  </a:lnTo>
                  <a:lnTo>
                    <a:pt x="57" y="436"/>
                  </a:lnTo>
                  <a:lnTo>
                    <a:pt x="60" y="422"/>
                  </a:lnTo>
                  <a:lnTo>
                    <a:pt x="67" y="398"/>
                  </a:lnTo>
                  <a:lnTo>
                    <a:pt x="74" y="372"/>
                  </a:lnTo>
                  <a:lnTo>
                    <a:pt x="77" y="359"/>
                  </a:lnTo>
                  <a:lnTo>
                    <a:pt x="80" y="347"/>
                  </a:lnTo>
                  <a:lnTo>
                    <a:pt x="80" y="347"/>
                  </a:lnTo>
                  <a:lnTo>
                    <a:pt x="87" y="305"/>
                  </a:lnTo>
                  <a:lnTo>
                    <a:pt x="96" y="262"/>
                  </a:lnTo>
                  <a:lnTo>
                    <a:pt x="104" y="220"/>
                  </a:lnTo>
                  <a:lnTo>
                    <a:pt x="112" y="178"/>
                  </a:lnTo>
                  <a:lnTo>
                    <a:pt x="112" y="178"/>
                  </a:lnTo>
                  <a:lnTo>
                    <a:pt x="119" y="134"/>
                  </a:lnTo>
                  <a:lnTo>
                    <a:pt x="123" y="92"/>
                  </a:lnTo>
                  <a:lnTo>
                    <a:pt x="127" y="48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7" y="2"/>
                  </a:lnTo>
                  <a:lnTo>
                    <a:pt x="126" y="1"/>
                  </a:lnTo>
                  <a:lnTo>
                    <a:pt x="125" y="0"/>
                  </a:lnTo>
                  <a:lnTo>
                    <a:pt x="122" y="0"/>
                  </a:lnTo>
                  <a:lnTo>
                    <a:pt x="120" y="0"/>
                  </a:lnTo>
                  <a:lnTo>
                    <a:pt x="119" y="1"/>
                  </a:lnTo>
                  <a:lnTo>
                    <a:pt x="118" y="2"/>
                  </a:lnTo>
                  <a:lnTo>
                    <a:pt x="117" y="4"/>
                  </a:lnTo>
                  <a:lnTo>
                    <a:pt x="11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3" name="Freeform 919"/>
            <p:cNvSpPr/>
            <p:nvPr/>
          </p:nvSpPr>
          <p:spPr bwMode="auto">
            <a:xfrm>
              <a:off x="3797300" y="1477963"/>
              <a:ext cx="60325" cy="268288"/>
            </a:xfrm>
            <a:custGeom>
              <a:avLst/>
              <a:gdLst/>
              <a:ahLst/>
              <a:cxnLst>
                <a:cxn ang="0">
                  <a:pos x="114" y="4"/>
                </a:cxn>
                <a:cxn ang="0">
                  <a:pos x="113" y="1"/>
                </a:cxn>
                <a:cxn ang="0">
                  <a:pos x="110" y="0"/>
                </a:cxn>
                <a:cxn ang="0">
                  <a:pos x="106" y="1"/>
                </a:cxn>
                <a:cxn ang="0">
                  <a:pos x="105" y="4"/>
                </a:cxn>
                <a:cxn ang="0">
                  <a:pos x="104" y="38"/>
                </a:cxn>
                <a:cxn ang="0">
                  <a:pos x="94" y="104"/>
                </a:cxn>
                <a:cxn ang="0">
                  <a:pos x="81" y="170"/>
                </a:cxn>
                <a:cxn ang="0">
                  <a:pos x="58" y="268"/>
                </a:cxn>
                <a:cxn ang="0">
                  <a:pos x="47" y="324"/>
                </a:cxn>
                <a:cxn ang="0">
                  <a:pos x="37" y="366"/>
                </a:cxn>
                <a:cxn ang="0">
                  <a:pos x="31" y="379"/>
                </a:cxn>
                <a:cxn ang="0">
                  <a:pos x="28" y="393"/>
                </a:cxn>
                <a:cxn ang="0">
                  <a:pos x="25" y="419"/>
                </a:cxn>
                <a:cxn ang="0">
                  <a:pos x="22" y="433"/>
                </a:cxn>
                <a:cxn ang="0">
                  <a:pos x="8" y="483"/>
                </a:cxn>
                <a:cxn ang="0">
                  <a:pos x="1" y="500"/>
                </a:cxn>
                <a:cxn ang="0">
                  <a:pos x="0" y="504"/>
                </a:cxn>
                <a:cxn ang="0">
                  <a:pos x="5" y="507"/>
                </a:cxn>
                <a:cxn ang="0">
                  <a:pos x="8" y="506"/>
                </a:cxn>
                <a:cxn ang="0">
                  <a:pos x="10" y="505"/>
                </a:cxn>
                <a:cxn ang="0">
                  <a:pos x="25" y="465"/>
                </a:cxn>
                <a:cxn ang="0">
                  <a:pos x="32" y="437"/>
                </a:cxn>
                <a:cxn ang="0">
                  <a:pos x="38" y="409"/>
                </a:cxn>
                <a:cxn ang="0">
                  <a:pos x="39" y="396"/>
                </a:cxn>
                <a:cxn ang="0">
                  <a:pos x="41" y="380"/>
                </a:cxn>
                <a:cxn ang="0">
                  <a:pos x="55" y="335"/>
                </a:cxn>
                <a:cxn ang="0">
                  <a:pos x="59" y="319"/>
                </a:cxn>
                <a:cxn ang="0">
                  <a:pos x="64" y="286"/>
                </a:cxn>
                <a:cxn ang="0">
                  <a:pos x="68" y="271"/>
                </a:cxn>
                <a:cxn ang="0">
                  <a:pos x="96" y="142"/>
                </a:cxn>
                <a:cxn ang="0">
                  <a:pos x="109" y="76"/>
                </a:cxn>
                <a:cxn ang="0">
                  <a:pos x="114" y="10"/>
                </a:cxn>
                <a:cxn ang="0">
                  <a:pos x="114" y="9"/>
                </a:cxn>
              </a:cxnLst>
              <a:rect l="0" t="0" r="r" b="b"/>
              <a:pathLst>
                <a:path w="114" h="507">
                  <a:moveTo>
                    <a:pt x="114" y="4"/>
                  </a:moveTo>
                  <a:lnTo>
                    <a:pt x="114" y="4"/>
                  </a:lnTo>
                  <a:lnTo>
                    <a:pt x="114" y="2"/>
                  </a:lnTo>
                  <a:lnTo>
                    <a:pt x="113" y="1"/>
                  </a:lnTo>
                  <a:lnTo>
                    <a:pt x="111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6" y="1"/>
                  </a:lnTo>
                  <a:lnTo>
                    <a:pt x="105" y="2"/>
                  </a:lnTo>
                  <a:lnTo>
                    <a:pt x="105" y="4"/>
                  </a:lnTo>
                  <a:lnTo>
                    <a:pt x="105" y="4"/>
                  </a:lnTo>
                  <a:lnTo>
                    <a:pt x="104" y="38"/>
                  </a:lnTo>
                  <a:lnTo>
                    <a:pt x="100" y="71"/>
                  </a:lnTo>
                  <a:lnTo>
                    <a:pt x="94" y="104"/>
                  </a:lnTo>
                  <a:lnTo>
                    <a:pt x="88" y="137"/>
                  </a:lnTo>
                  <a:lnTo>
                    <a:pt x="81" y="170"/>
                  </a:lnTo>
                  <a:lnTo>
                    <a:pt x="74" y="203"/>
                  </a:lnTo>
                  <a:lnTo>
                    <a:pt x="58" y="268"/>
                  </a:lnTo>
                  <a:lnTo>
                    <a:pt x="58" y="268"/>
                  </a:lnTo>
                  <a:lnTo>
                    <a:pt x="47" y="324"/>
                  </a:lnTo>
                  <a:lnTo>
                    <a:pt x="40" y="352"/>
                  </a:lnTo>
                  <a:lnTo>
                    <a:pt x="37" y="366"/>
                  </a:lnTo>
                  <a:lnTo>
                    <a:pt x="31" y="379"/>
                  </a:lnTo>
                  <a:lnTo>
                    <a:pt x="31" y="379"/>
                  </a:lnTo>
                  <a:lnTo>
                    <a:pt x="29" y="385"/>
                  </a:lnTo>
                  <a:lnTo>
                    <a:pt x="28" y="393"/>
                  </a:lnTo>
                  <a:lnTo>
                    <a:pt x="26" y="406"/>
                  </a:lnTo>
                  <a:lnTo>
                    <a:pt x="25" y="419"/>
                  </a:lnTo>
                  <a:lnTo>
                    <a:pt x="22" y="433"/>
                  </a:lnTo>
                  <a:lnTo>
                    <a:pt x="22" y="433"/>
                  </a:lnTo>
                  <a:lnTo>
                    <a:pt x="13" y="467"/>
                  </a:lnTo>
                  <a:lnTo>
                    <a:pt x="8" y="483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0" y="502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5" y="507"/>
                  </a:lnTo>
                  <a:lnTo>
                    <a:pt x="7" y="507"/>
                  </a:lnTo>
                  <a:lnTo>
                    <a:pt x="8" y="506"/>
                  </a:lnTo>
                  <a:lnTo>
                    <a:pt x="10" y="505"/>
                  </a:lnTo>
                  <a:lnTo>
                    <a:pt x="10" y="505"/>
                  </a:lnTo>
                  <a:lnTo>
                    <a:pt x="20" y="479"/>
                  </a:lnTo>
                  <a:lnTo>
                    <a:pt x="25" y="465"/>
                  </a:lnTo>
                  <a:lnTo>
                    <a:pt x="29" y="451"/>
                  </a:lnTo>
                  <a:lnTo>
                    <a:pt x="32" y="437"/>
                  </a:lnTo>
                  <a:lnTo>
                    <a:pt x="36" y="424"/>
                  </a:lnTo>
                  <a:lnTo>
                    <a:pt x="38" y="409"/>
                  </a:lnTo>
                  <a:lnTo>
                    <a:pt x="39" y="396"/>
                  </a:lnTo>
                  <a:lnTo>
                    <a:pt x="39" y="396"/>
                  </a:lnTo>
                  <a:lnTo>
                    <a:pt x="40" y="387"/>
                  </a:lnTo>
                  <a:lnTo>
                    <a:pt x="41" y="380"/>
                  </a:lnTo>
                  <a:lnTo>
                    <a:pt x="45" y="365"/>
                  </a:lnTo>
                  <a:lnTo>
                    <a:pt x="55" y="335"/>
                  </a:lnTo>
                  <a:lnTo>
                    <a:pt x="55" y="335"/>
                  </a:lnTo>
                  <a:lnTo>
                    <a:pt x="59" y="319"/>
                  </a:lnTo>
                  <a:lnTo>
                    <a:pt x="62" y="303"/>
                  </a:lnTo>
                  <a:lnTo>
                    <a:pt x="64" y="286"/>
                  </a:lnTo>
                  <a:lnTo>
                    <a:pt x="68" y="271"/>
                  </a:lnTo>
                  <a:lnTo>
                    <a:pt x="68" y="271"/>
                  </a:lnTo>
                  <a:lnTo>
                    <a:pt x="82" y="206"/>
                  </a:lnTo>
                  <a:lnTo>
                    <a:pt x="96" y="142"/>
                  </a:lnTo>
                  <a:lnTo>
                    <a:pt x="103" y="109"/>
                  </a:lnTo>
                  <a:lnTo>
                    <a:pt x="109" y="76"/>
                  </a:lnTo>
                  <a:lnTo>
                    <a:pt x="112" y="43"/>
                  </a:lnTo>
                  <a:lnTo>
                    <a:pt x="114" y="10"/>
                  </a:lnTo>
                  <a:lnTo>
                    <a:pt x="114" y="10"/>
                  </a:lnTo>
                  <a:lnTo>
                    <a:pt x="114" y="9"/>
                  </a:lnTo>
                  <a:lnTo>
                    <a:pt x="11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4" name="Freeform 920"/>
            <p:cNvSpPr/>
            <p:nvPr/>
          </p:nvSpPr>
          <p:spPr bwMode="auto">
            <a:xfrm>
              <a:off x="3857625" y="1504950"/>
              <a:ext cx="33338" cy="190500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48" y="11"/>
                </a:cxn>
                <a:cxn ang="0">
                  <a:pos x="45" y="24"/>
                </a:cxn>
                <a:cxn ang="0">
                  <a:pos x="46" y="44"/>
                </a:cxn>
                <a:cxn ang="0">
                  <a:pos x="46" y="50"/>
                </a:cxn>
                <a:cxn ang="0">
                  <a:pos x="42" y="74"/>
                </a:cxn>
                <a:cxn ang="0">
                  <a:pos x="31" y="123"/>
                </a:cxn>
                <a:cxn ang="0">
                  <a:pos x="29" y="147"/>
                </a:cxn>
                <a:cxn ang="0">
                  <a:pos x="28" y="162"/>
                </a:cxn>
                <a:cxn ang="0">
                  <a:pos x="24" y="206"/>
                </a:cxn>
                <a:cxn ang="0">
                  <a:pos x="13" y="265"/>
                </a:cxn>
                <a:cxn ang="0">
                  <a:pos x="11" y="275"/>
                </a:cxn>
                <a:cxn ang="0">
                  <a:pos x="9" y="306"/>
                </a:cxn>
                <a:cxn ang="0">
                  <a:pos x="8" y="319"/>
                </a:cxn>
                <a:cxn ang="0">
                  <a:pos x="0" y="354"/>
                </a:cxn>
                <a:cxn ang="0">
                  <a:pos x="0" y="356"/>
                </a:cxn>
                <a:cxn ang="0">
                  <a:pos x="4" y="360"/>
                </a:cxn>
                <a:cxn ang="0">
                  <a:pos x="7" y="360"/>
                </a:cxn>
                <a:cxn ang="0">
                  <a:pos x="9" y="357"/>
                </a:cxn>
                <a:cxn ang="0">
                  <a:pos x="16" y="325"/>
                </a:cxn>
                <a:cxn ang="0">
                  <a:pos x="19" y="292"/>
                </a:cxn>
                <a:cxn ang="0">
                  <a:pos x="20" y="280"/>
                </a:cxn>
                <a:cxn ang="0">
                  <a:pos x="27" y="240"/>
                </a:cxn>
                <a:cxn ang="0">
                  <a:pos x="35" y="201"/>
                </a:cxn>
                <a:cxn ang="0">
                  <a:pos x="37" y="188"/>
                </a:cxn>
                <a:cxn ang="0">
                  <a:pos x="38" y="161"/>
                </a:cxn>
                <a:cxn ang="0">
                  <a:pos x="40" y="133"/>
                </a:cxn>
                <a:cxn ang="0">
                  <a:pos x="44" y="109"/>
                </a:cxn>
                <a:cxn ang="0">
                  <a:pos x="50" y="85"/>
                </a:cxn>
                <a:cxn ang="0">
                  <a:pos x="57" y="53"/>
                </a:cxn>
                <a:cxn ang="0">
                  <a:pos x="57" y="43"/>
                </a:cxn>
                <a:cxn ang="0">
                  <a:pos x="56" y="24"/>
                </a:cxn>
                <a:cxn ang="0">
                  <a:pos x="56" y="15"/>
                </a:cxn>
                <a:cxn ang="0">
                  <a:pos x="60" y="8"/>
                </a:cxn>
                <a:cxn ang="0">
                  <a:pos x="62" y="7"/>
                </a:cxn>
                <a:cxn ang="0">
                  <a:pos x="62" y="3"/>
                </a:cxn>
                <a:cxn ang="0">
                  <a:pos x="58" y="0"/>
                </a:cxn>
                <a:cxn ang="0">
                  <a:pos x="54" y="2"/>
                </a:cxn>
              </a:cxnLst>
              <a:rect l="0" t="0" r="r" b="b"/>
              <a:pathLst>
                <a:path w="62" h="360">
                  <a:moveTo>
                    <a:pt x="54" y="2"/>
                  </a:moveTo>
                  <a:lnTo>
                    <a:pt x="54" y="2"/>
                  </a:lnTo>
                  <a:lnTo>
                    <a:pt x="50" y="6"/>
                  </a:lnTo>
                  <a:lnTo>
                    <a:pt x="48" y="11"/>
                  </a:lnTo>
                  <a:lnTo>
                    <a:pt x="46" y="17"/>
                  </a:lnTo>
                  <a:lnTo>
                    <a:pt x="45" y="24"/>
                  </a:lnTo>
                  <a:lnTo>
                    <a:pt x="46" y="38"/>
                  </a:lnTo>
                  <a:lnTo>
                    <a:pt x="46" y="44"/>
                  </a:lnTo>
                  <a:lnTo>
                    <a:pt x="46" y="50"/>
                  </a:lnTo>
                  <a:lnTo>
                    <a:pt x="46" y="50"/>
                  </a:lnTo>
                  <a:lnTo>
                    <a:pt x="44" y="62"/>
                  </a:lnTo>
                  <a:lnTo>
                    <a:pt x="42" y="74"/>
                  </a:lnTo>
                  <a:lnTo>
                    <a:pt x="36" y="99"/>
                  </a:lnTo>
                  <a:lnTo>
                    <a:pt x="31" y="123"/>
                  </a:lnTo>
                  <a:lnTo>
                    <a:pt x="29" y="135"/>
                  </a:lnTo>
                  <a:lnTo>
                    <a:pt x="29" y="147"/>
                  </a:lnTo>
                  <a:lnTo>
                    <a:pt x="29" y="147"/>
                  </a:lnTo>
                  <a:lnTo>
                    <a:pt x="28" y="162"/>
                  </a:lnTo>
                  <a:lnTo>
                    <a:pt x="27" y="177"/>
                  </a:lnTo>
                  <a:lnTo>
                    <a:pt x="24" y="206"/>
                  </a:lnTo>
                  <a:lnTo>
                    <a:pt x="19" y="236"/>
                  </a:lnTo>
                  <a:lnTo>
                    <a:pt x="13" y="265"/>
                  </a:lnTo>
                  <a:lnTo>
                    <a:pt x="13" y="265"/>
                  </a:lnTo>
                  <a:lnTo>
                    <a:pt x="11" y="275"/>
                  </a:lnTo>
                  <a:lnTo>
                    <a:pt x="10" y="286"/>
                  </a:lnTo>
                  <a:lnTo>
                    <a:pt x="9" y="306"/>
                  </a:lnTo>
                  <a:lnTo>
                    <a:pt x="9" y="306"/>
                  </a:lnTo>
                  <a:lnTo>
                    <a:pt x="8" y="319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6"/>
                  </a:lnTo>
                  <a:lnTo>
                    <a:pt x="1" y="358"/>
                  </a:lnTo>
                  <a:lnTo>
                    <a:pt x="4" y="360"/>
                  </a:lnTo>
                  <a:lnTo>
                    <a:pt x="6" y="360"/>
                  </a:lnTo>
                  <a:lnTo>
                    <a:pt x="7" y="360"/>
                  </a:lnTo>
                  <a:lnTo>
                    <a:pt x="8" y="359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16" y="325"/>
                  </a:lnTo>
                  <a:lnTo>
                    <a:pt x="18" y="309"/>
                  </a:lnTo>
                  <a:lnTo>
                    <a:pt x="19" y="292"/>
                  </a:lnTo>
                  <a:lnTo>
                    <a:pt x="19" y="292"/>
                  </a:lnTo>
                  <a:lnTo>
                    <a:pt x="20" y="280"/>
                  </a:lnTo>
                  <a:lnTo>
                    <a:pt x="22" y="266"/>
                  </a:lnTo>
                  <a:lnTo>
                    <a:pt x="27" y="240"/>
                  </a:lnTo>
                  <a:lnTo>
                    <a:pt x="33" y="215"/>
                  </a:lnTo>
                  <a:lnTo>
                    <a:pt x="35" y="201"/>
                  </a:lnTo>
                  <a:lnTo>
                    <a:pt x="37" y="188"/>
                  </a:lnTo>
                  <a:lnTo>
                    <a:pt x="37" y="188"/>
                  </a:lnTo>
                  <a:lnTo>
                    <a:pt x="38" y="174"/>
                  </a:lnTo>
                  <a:lnTo>
                    <a:pt x="38" y="161"/>
                  </a:lnTo>
                  <a:lnTo>
                    <a:pt x="39" y="146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4" y="10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5" y="65"/>
                  </a:lnTo>
                  <a:lnTo>
                    <a:pt x="57" y="5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6" y="34"/>
                  </a:lnTo>
                  <a:lnTo>
                    <a:pt x="56" y="24"/>
                  </a:lnTo>
                  <a:lnTo>
                    <a:pt x="56" y="19"/>
                  </a:lnTo>
                  <a:lnTo>
                    <a:pt x="56" y="15"/>
                  </a:lnTo>
                  <a:lnTo>
                    <a:pt x="58" y="11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7"/>
                  </a:lnTo>
                  <a:lnTo>
                    <a:pt x="62" y="5"/>
                  </a:lnTo>
                  <a:lnTo>
                    <a:pt x="62" y="3"/>
                  </a:lnTo>
                  <a:lnTo>
                    <a:pt x="61" y="2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5" name="Freeform 921"/>
            <p:cNvSpPr/>
            <p:nvPr/>
          </p:nvSpPr>
          <p:spPr bwMode="auto">
            <a:xfrm>
              <a:off x="3883025" y="1544638"/>
              <a:ext cx="22225" cy="130175"/>
            </a:xfrm>
            <a:custGeom>
              <a:avLst/>
              <a:gdLst/>
              <a:ahLst/>
              <a:cxnLst>
                <a:cxn ang="0">
                  <a:pos x="33" y="4"/>
                </a:cxn>
                <a:cxn ang="0">
                  <a:pos x="33" y="4"/>
                </a:cxn>
                <a:cxn ang="0">
                  <a:pos x="33" y="37"/>
                </a:cxn>
                <a:cxn ang="0">
                  <a:pos x="29" y="69"/>
                </a:cxn>
                <a:cxn ang="0">
                  <a:pos x="25" y="101"/>
                </a:cxn>
                <a:cxn ang="0">
                  <a:pos x="23" y="117"/>
                </a:cxn>
                <a:cxn ang="0">
                  <a:pos x="19" y="133"/>
                </a:cxn>
                <a:cxn ang="0">
                  <a:pos x="19" y="133"/>
                </a:cxn>
                <a:cxn ang="0">
                  <a:pos x="13" y="156"/>
                </a:cxn>
                <a:cxn ang="0">
                  <a:pos x="11" y="167"/>
                </a:cxn>
                <a:cxn ang="0">
                  <a:pos x="10" y="179"/>
                </a:cxn>
                <a:cxn ang="0">
                  <a:pos x="10" y="179"/>
                </a:cxn>
                <a:cxn ang="0">
                  <a:pos x="8" y="194"/>
                </a:cxn>
                <a:cxn ang="0">
                  <a:pos x="5" y="210"/>
                </a:cxn>
                <a:cxn ang="0">
                  <a:pos x="2" y="225"/>
                </a:cxn>
                <a:cxn ang="0">
                  <a:pos x="0" y="242"/>
                </a:cxn>
                <a:cxn ang="0">
                  <a:pos x="0" y="242"/>
                </a:cxn>
                <a:cxn ang="0">
                  <a:pos x="0" y="244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4" y="246"/>
                </a:cxn>
                <a:cxn ang="0">
                  <a:pos x="6" y="246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11" y="227"/>
                </a:cxn>
                <a:cxn ang="0">
                  <a:pos x="14" y="214"/>
                </a:cxn>
                <a:cxn ang="0">
                  <a:pos x="17" y="199"/>
                </a:cxn>
                <a:cxn ang="0">
                  <a:pos x="18" y="193"/>
                </a:cxn>
                <a:cxn ang="0">
                  <a:pos x="18" y="186"/>
                </a:cxn>
                <a:cxn ang="0">
                  <a:pos x="18" y="186"/>
                </a:cxn>
                <a:cxn ang="0">
                  <a:pos x="19" y="177"/>
                </a:cxn>
                <a:cxn ang="0">
                  <a:pos x="20" y="169"/>
                </a:cxn>
                <a:cxn ang="0">
                  <a:pos x="24" y="152"/>
                </a:cxn>
                <a:cxn ang="0">
                  <a:pos x="28" y="135"/>
                </a:cxn>
                <a:cxn ang="0">
                  <a:pos x="32" y="119"/>
                </a:cxn>
                <a:cxn ang="0">
                  <a:pos x="32" y="119"/>
                </a:cxn>
                <a:cxn ang="0">
                  <a:pos x="37" y="90"/>
                </a:cxn>
                <a:cxn ang="0">
                  <a:pos x="40" y="62"/>
                </a:cxn>
                <a:cxn ang="0">
                  <a:pos x="42" y="33"/>
                </a:cxn>
                <a:cxn ang="0">
                  <a:pos x="42" y="4"/>
                </a:cxn>
                <a:cxn ang="0">
                  <a:pos x="42" y="4"/>
                </a:cxn>
                <a:cxn ang="0">
                  <a:pos x="42" y="2"/>
                </a:cxn>
                <a:cxn ang="0">
                  <a:pos x="41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5" y="1"/>
                </a:cxn>
                <a:cxn ang="0">
                  <a:pos x="34" y="2"/>
                </a:cxn>
                <a:cxn ang="0">
                  <a:pos x="33" y="4"/>
                </a:cxn>
                <a:cxn ang="0">
                  <a:pos x="33" y="4"/>
                </a:cxn>
              </a:cxnLst>
              <a:rect l="0" t="0" r="r" b="b"/>
              <a:pathLst>
                <a:path w="42" h="246">
                  <a:moveTo>
                    <a:pt x="33" y="4"/>
                  </a:moveTo>
                  <a:lnTo>
                    <a:pt x="33" y="4"/>
                  </a:lnTo>
                  <a:lnTo>
                    <a:pt x="33" y="37"/>
                  </a:lnTo>
                  <a:lnTo>
                    <a:pt x="29" y="69"/>
                  </a:lnTo>
                  <a:lnTo>
                    <a:pt x="25" y="101"/>
                  </a:lnTo>
                  <a:lnTo>
                    <a:pt x="23" y="117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3" y="156"/>
                  </a:lnTo>
                  <a:lnTo>
                    <a:pt x="11" y="167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8" y="194"/>
                  </a:lnTo>
                  <a:lnTo>
                    <a:pt x="5" y="210"/>
                  </a:lnTo>
                  <a:lnTo>
                    <a:pt x="2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44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4" y="246"/>
                  </a:lnTo>
                  <a:lnTo>
                    <a:pt x="6" y="246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11" y="227"/>
                  </a:lnTo>
                  <a:lnTo>
                    <a:pt x="14" y="214"/>
                  </a:lnTo>
                  <a:lnTo>
                    <a:pt x="17" y="199"/>
                  </a:lnTo>
                  <a:lnTo>
                    <a:pt x="18" y="193"/>
                  </a:lnTo>
                  <a:lnTo>
                    <a:pt x="18" y="186"/>
                  </a:lnTo>
                  <a:lnTo>
                    <a:pt x="18" y="186"/>
                  </a:lnTo>
                  <a:lnTo>
                    <a:pt x="19" y="177"/>
                  </a:lnTo>
                  <a:lnTo>
                    <a:pt x="20" y="169"/>
                  </a:lnTo>
                  <a:lnTo>
                    <a:pt x="24" y="152"/>
                  </a:lnTo>
                  <a:lnTo>
                    <a:pt x="28" y="135"/>
                  </a:lnTo>
                  <a:lnTo>
                    <a:pt x="32" y="119"/>
                  </a:lnTo>
                  <a:lnTo>
                    <a:pt x="32" y="119"/>
                  </a:lnTo>
                  <a:lnTo>
                    <a:pt x="37" y="90"/>
                  </a:lnTo>
                  <a:lnTo>
                    <a:pt x="40" y="62"/>
                  </a:lnTo>
                  <a:lnTo>
                    <a:pt x="42" y="33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2" y="2"/>
                  </a:lnTo>
                  <a:lnTo>
                    <a:pt x="41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5" y="1"/>
                  </a:lnTo>
                  <a:lnTo>
                    <a:pt x="34" y="2"/>
                  </a:lnTo>
                  <a:lnTo>
                    <a:pt x="33" y="4"/>
                  </a:lnTo>
                  <a:lnTo>
                    <a:pt x="3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6" name="Freeform 922"/>
            <p:cNvSpPr/>
            <p:nvPr/>
          </p:nvSpPr>
          <p:spPr bwMode="auto">
            <a:xfrm>
              <a:off x="3454400" y="1239838"/>
              <a:ext cx="25400" cy="65088"/>
            </a:xfrm>
            <a:custGeom>
              <a:avLst/>
              <a:gdLst/>
              <a:ahLst/>
              <a:cxnLst>
                <a:cxn ang="0">
                  <a:pos x="38" y="4"/>
                </a:cxn>
                <a:cxn ang="0">
                  <a:pos x="38" y="4"/>
                </a:cxn>
                <a:cxn ang="0">
                  <a:pos x="37" y="12"/>
                </a:cxn>
                <a:cxn ang="0">
                  <a:pos x="36" y="19"/>
                </a:cxn>
                <a:cxn ang="0">
                  <a:pos x="31" y="34"/>
                </a:cxn>
                <a:cxn ang="0">
                  <a:pos x="26" y="47"/>
                </a:cxn>
                <a:cxn ang="0">
                  <a:pos x="18" y="62"/>
                </a:cxn>
                <a:cxn ang="0">
                  <a:pos x="12" y="75"/>
                </a:cxn>
                <a:cxn ang="0">
                  <a:pos x="6" y="89"/>
                </a:cxn>
                <a:cxn ang="0">
                  <a:pos x="2" y="103"/>
                </a:cxn>
                <a:cxn ang="0">
                  <a:pos x="1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0" y="120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0"/>
                </a:cxn>
                <a:cxn ang="0">
                  <a:pos x="9" y="117"/>
                </a:cxn>
                <a:cxn ang="0">
                  <a:pos x="9" y="117"/>
                </a:cxn>
                <a:cxn ang="0">
                  <a:pos x="10" y="109"/>
                </a:cxn>
                <a:cxn ang="0">
                  <a:pos x="12" y="101"/>
                </a:cxn>
                <a:cxn ang="0">
                  <a:pos x="15" y="94"/>
                </a:cxn>
                <a:cxn ang="0">
                  <a:pos x="19" y="86"/>
                </a:cxn>
                <a:cxn ang="0">
                  <a:pos x="27" y="73"/>
                </a:cxn>
                <a:cxn ang="0">
                  <a:pos x="30" y="65"/>
                </a:cxn>
                <a:cxn ang="0">
                  <a:pos x="33" y="58"/>
                </a:cxn>
                <a:cxn ang="0">
                  <a:pos x="33" y="58"/>
                </a:cxn>
                <a:cxn ang="0">
                  <a:pos x="42" y="32"/>
                </a:cxn>
                <a:cxn ang="0">
                  <a:pos x="45" y="18"/>
                </a:cxn>
                <a:cxn ang="0">
                  <a:pos x="47" y="4"/>
                </a:cxn>
                <a:cxn ang="0">
                  <a:pos x="47" y="4"/>
                </a:cxn>
                <a:cxn ang="0">
                  <a:pos x="47" y="2"/>
                </a:cxn>
                <a:cxn ang="0">
                  <a:pos x="46" y="1"/>
                </a:cxn>
                <a:cxn ang="0">
                  <a:pos x="44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4"/>
                </a:cxn>
                <a:cxn ang="0">
                  <a:pos x="38" y="4"/>
                </a:cxn>
              </a:cxnLst>
              <a:rect l="0" t="0" r="r" b="b"/>
              <a:pathLst>
                <a:path w="47" h="123">
                  <a:moveTo>
                    <a:pt x="38" y="4"/>
                  </a:moveTo>
                  <a:lnTo>
                    <a:pt x="38" y="4"/>
                  </a:lnTo>
                  <a:lnTo>
                    <a:pt x="37" y="12"/>
                  </a:lnTo>
                  <a:lnTo>
                    <a:pt x="36" y="19"/>
                  </a:lnTo>
                  <a:lnTo>
                    <a:pt x="31" y="34"/>
                  </a:lnTo>
                  <a:lnTo>
                    <a:pt x="26" y="47"/>
                  </a:lnTo>
                  <a:lnTo>
                    <a:pt x="18" y="62"/>
                  </a:lnTo>
                  <a:lnTo>
                    <a:pt x="12" y="75"/>
                  </a:lnTo>
                  <a:lnTo>
                    <a:pt x="6" y="89"/>
                  </a:lnTo>
                  <a:lnTo>
                    <a:pt x="2" y="103"/>
                  </a:lnTo>
                  <a:lnTo>
                    <a:pt x="1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0" y="120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0"/>
                  </a:lnTo>
                  <a:lnTo>
                    <a:pt x="9" y="117"/>
                  </a:lnTo>
                  <a:lnTo>
                    <a:pt x="9" y="117"/>
                  </a:lnTo>
                  <a:lnTo>
                    <a:pt x="10" y="109"/>
                  </a:lnTo>
                  <a:lnTo>
                    <a:pt x="12" y="101"/>
                  </a:lnTo>
                  <a:lnTo>
                    <a:pt x="15" y="94"/>
                  </a:lnTo>
                  <a:lnTo>
                    <a:pt x="19" y="86"/>
                  </a:lnTo>
                  <a:lnTo>
                    <a:pt x="27" y="73"/>
                  </a:lnTo>
                  <a:lnTo>
                    <a:pt x="30" y="65"/>
                  </a:lnTo>
                  <a:lnTo>
                    <a:pt x="33" y="58"/>
                  </a:lnTo>
                  <a:lnTo>
                    <a:pt x="33" y="58"/>
                  </a:lnTo>
                  <a:lnTo>
                    <a:pt x="42" y="32"/>
                  </a:lnTo>
                  <a:lnTo>
                    <a:pt x="45" y="18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6" y="1"/>
                  </a:lnTo>
                  <a:lnTo>
                    <a:pt x="44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4"/>
                  </a:lnTo>
                  <a:lnTo>
                    <a:pt x="3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7" name="Freeform 923"/>
            <p:cNvSpPr/>
            <p:nvPr/>
          </p:nvSpPr>
          <p:spPr bwMode="auto">
            <a:xfrm>
              <a:off x="3471863" y="1241425"/>
              <a:ext cx="26988" cy="77788"/>
            </a:xfrm>
            <a:custGeom>
              <a:avLst/>
              <a:gdLst/>
              <a:ahLst/>
              <a:cxnLst>
                <a:cxn ang="0">
                  <a:pos x="43" y="5"/>
                </a:cxn>
                <a:cxn ang="0">
                  <a:pos x="43" y="5"/>
                </a:cxn>
                <a:cxn ang="0">
                  <a:pos x="42" y="13"/>
                </a:cxn>
                <a:cxn ang="0">
                  <a:pos x="40" y="23"/>
                </a:cxn>
                <a:cxn ang="0">
                  <a:pos x="35" y="40"/>
                </a:cxn>
                <a:cxn ang="0">
                  <a:pos x="29" y="57"/>
                </a:cxn>
                <a:cxn ang="0">
                  <a:pos x="21" y="73"/>
                </a:cxn>
                <a:cxn ang="0">
                  <a:pos x="14" y="91"/>
                </a:cxn>
                <a:cxn ang="0">
                  <a:pos x="7" y="107"/>
                </a:cxn>
                <a:cxn ang="0">
                  <a:pos x="3" y="125"/>
                </a:cxn>
                <a:cxn ang="0">
                  <a:pos x="1" y="133"/>
                </a:cxn>
                <a:cxn ang="0">
                  <a:pos x="0" y="142"/>
                </a:cxn>
                <a:cxn ang="0">
                  <a:pos x="0" y="142"/>
                </a:cxn>
                <a:cxn ang="0">
                  <a:pos x="1" y="144"/>
                </a:cxn>
                <a:cxn ang="0">
                  <a:pos x="1" y="145"/>
                </a:cxn>
                <a:cxn ang="0">
                  <a:pos x="3" y="146"/>
                </a:cxn>
                <a:cxn ang="0">
                  <a:pos x="5" y="146"/>
                </a:cxn>
                <a:cxn ang="0">
                  <a:pos x="6" y="146"/>
                </a:cxn>
                <a:cxn ang="0">
                  <a:pos x="8" y="145"/>
                </a:cxn>
                <a:cxn ang="0">
                  <a:pos x="9" y="144"/>
                </a:cxn>
                <a:cxn ang="0">
                  <a:pos x="9" y="142"/>
                </a:cxn>
                <a:cxn ang="0">
                  <a:pos x="9" y="142"/>
                </a:cxn>
                <a:cxn ang="0">
                  <a:pos x="10" y="133"/>
                </a:cxn>
                <a:cxn ang="0">
                  <a:pos x="12" y="125"/>
                </a:cxn>
                <a:cxn ang="0">
                  <a:pos x="17" y="107"/>
                </a:cxn>
                <a:cxn ang="0">
                  <a:pos x="24" y="91"/>
                </a:cxn>
                <a:cxn ang="0">
                  <a:pos x="31" y="73"/>
                </a:cxn>
                <a:cxn ang="0">
                  <a:pos x="38" y="57"/>
                </a:cxn>
                <a:cxn ang="0">
                  <a:pos x="44" y="40"/>
                </a:cxn>
                <a:cxn ang="0">
                  <a:pos x="49" y="23"/>
                </a:cxn>
                <a:cxn ang="0">
                  <a:pos x="51" y="13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1" y="3"/>
                </a:cxn>
                <a:cxn ang="0">
                  <a:pos x="51" y="2"/>
                </a:cxn>
                <a:cxn ang="0">
                  <a:pos x="49" y="1"/>
                </a:cxn>
                <a:cxn ang="0">
                  <a:pos x="47" y="0"/>
                </a:cxn>
                <a:cxn ang="0">
                  <a:pos x="44" y="2"/>
                </a:cxn>
                <a:cxn ang="0">
                  <a:pos x="43" y="3"/>
                </a:cxn>
                <a:cxn ang="0">
                  <a:pos x="43" y="5"/>
                </a:cxn>
                <a:cxn ang="0">
                  <a:pos x="43" y="5"/>
                </a:cxn>
              </a:cxnLst>
              <a:rect l="0" t="0" r="r" b="b"/>
              <a:pathLst>
                <a:path w="52" h="146">
                  <a:moveTo>
                    <a:pt x="43" y="5"/>
                  </a:moveTo>
                  <a:lnTo>
                    <a:pt x="43" y="5"/>
                  </a:lnTo>
                  <a:lnTo>
                    <a:pt x="42" y="13"/>
                  </a:lnTo>
                  <a:lnTo>
                    <a:pt x="40" y="23"/>
                  </a:lnTo>
                  <a:lnTo>
                    <a:pt x="35" y="40"/>
                  </a:lnTo>
                  <a:lnTo>
                    <a:pt x="29" y="57"/>
                  </a:lnTo>
                  <a:lnTo>
                    <a:pt x="21" y="73"/>
                  </a:lnTo>
                  <a:lnTo>
                    <a:pt x="14" y="91"/>
                  </a:lnTo>
                  <a:lnTo>
                    <a:pt x="7" y="107"/>
                  </a:lnTo>
                  <a:lnTo>
                    <a:pt x="3" y="125"/>
                  </a:lnTo>
                  <a:lnTo>
                    <a:pt x="1" y="13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4"/>
                  </a:lnTo>
                  <a:lnTo>
                    <a:pt x="1" y="145"/>
                  </a:lnTo>
                  <a:lnTo>
                    <a:pt x="3" y="146"/>
                  </a:lnTo>
                  <a:lnTo>
                    <a:pt x="5" y="146"/>
                  </a:lnTo>
                  <a:lnTo>
                    <a:pt x="6" y="146"/>
                  </a:lnTo>
                  <a:lnTo>
                    <a:pt x="8" y="145"/>
                  </a:lnTo>
                  <a:lnTo>
                    <a:pt x="9" y="144"/>
                  </a:lnTo>
                  <a:lnTo>
                    <a:pt x="9" y="142"/>
                  </a:lnTo>
                  <a:lnTo>
                    <a:pt x="9" y="142"/>
                  </a:lnTo>
                  <a:lnTo>
                    <a:pt x="10" y="133"/>
                  </a:lnTo>
                  <a:lnTo>
                    <a:pt x="12" y="125"/>
                  </a:lnTo>
                  <a:lnTo>
                    <a:pt x="17" y="107"/>
                  </a:lnTo>
                  <a:lnTo>
                    <a:pt x="24" y="91"/>
                  </a:lnTo>
                  <a:lnTo>
                    <a:pt x="31" y="73"/>
                  </a:lnTo>
                  <a:lnTo>
                    <a:pt x="38" y="57"/>
                  </a:lnTo>
                  <a:lnTo>
                    <a:pt x="44" y="40"/>
                  </a:lnTo>
                  <a:lnTo>
                    <a:pt x="49" y="23"/>
                  </a:lnTo>
                  <a:lnTo>
                    <a:pt x="51" y="13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1" y="3"/>
                  </a:lnTo>
                  <a:lnTo>
                    <a:pt x="51" y="2"/>
                  </a:lnTo>
                  <a:lnTo>
                    <a:pt x="49" y="1"/>
                  </a:lnTo>
                  <a:lnTo>
                    <a:pt x="47" y="0"/>
                  </a:lnTo>
                  <a:lnTo>
                    <a:pt x="44" y="2"/>
                  </a:lnTo>
                  <a:lnTo>
                    <a:pt x="43" y="3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8" name="Freeform 924"/>
            <p:cNvSpPr/>
            <p:nvPr/>
          </p:nvSpPr>
          <p:spPr bwMode="auto">
            <a:xfrm>
              <a:off x="3497263" y="1241425"/>
              <a:ext cx="34925" cy="100013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54" y="12"/>
                </a:cxn>
                <a:cxn ang="0">
                  <a:pos x="50" y="20"/>
                </a:cxn>
                <a:cxn ang="0">
                  <a:pos x="47" y="31"/>
                </a:cxn>
                <a:cxn ang="0">
                  <a:pos x="45" y="42"/>
                </a:cxn>
                <a:cxn ang="0">
                  <a:pos x="30" y="86"/>
                </a:cxn>
                <a:cxn ang="0">
                  <a:pos x="24" y="99"/>
                </a:cxn>
                <a:cxn ang="0">
                  <a:pos x="12" y="128"/>
                </a:cxn>
                <a:cxn ang="0">
                  <a:pos x="9" y="138"/>
                </a:cxn>
                <a:cxn ang="0">
                  <a:pos x="7" y="149"/>
                </a:cxn>
                <a:cxn ang="0">
                  <a:pos x="6" y="167"/>
                </a:cxn>
                <a:cxn ang="0">
                  <a:pos x="4" y="179"/>
                </a:cxn>
                <a:cxn ang="0">
                  <a:pos x="1" y="182"/>
                </a:cxn>
                <a:cxn ang="0">
                  <a:pos x="0" y="185"/>
                </a:cxn>
                <a:cxn ang="0">
                  <a:pos x="1" y="188"/>
                </a:cxn>
                <a:cxn ang="0">
                  <a:pos x="6" y="189"/>
                </a:cxn>
                <a:cxn ang="0">
                  <a:pos x="9" y="189"/>
                </a:cxn>
                <a:cxn ang="0">
                  <a:pos x="15" y="179"/>
                </a:cxn>
                <a:cxn ang="0">
                  <a:pos x="16" y="167"/>
                </a:cxn>
                <a:cxn ang="0">
                  <a:pos x="15" y="159"/>
                </a:cxn>
                <a:cxn ang="0">
                  <a:pos x="17" y="142"/>
                </a:cxn>
                <a:cxn ang="0">
                  <a:pos x="25" y="119"/>
                </a:cxn>
                <a:cxn ang="0">
                  <a:pos x="32" y="103"/>
                </a:cxn>
                <a:cxn ang="0">
                  <a:pos x="42" y="80"/>
                </a:cxn>
                <a:cxn ang="0">
                  <a:pos x="49" y="58"/>
                </a:cxn>
                <a:cxn ang="0">
                  <a:pos x="57" y="30"/>
                </a:cxn>
                <a:cxn ang="0">
                  <a:pos x="59" y="24"/>
                </a:cxn>
                <a:cxn ang="0">
                  <a:pos x="64" y="12"/>
                </a:cxn>
                <a:cxn ang="0">
                  <a:pos x="66" y="6"/>
                </a:cxn>
                <a:cxn ang="0">
                  <a:pos x="65" y="2"/>
                </a:cxn>
                <a:cxn ang="0">
                  <a:pos x="61" y="0"/>
                </a:cxn>
                <a:cxn ang="0">
                  <a:pos x="58" y="2"/>
                </a:cxn>
                <a:cxn ang="0">
                  <a:pos x="57" y="4"/>
                </a:cxn>
              </a:cxnLst>
              <a:rect l="0" t="0" r="r" b="b"/>
              <a:pathLst>
                <a:path w="66" h="190">
                  <a:moveTo>
                    <a:pt x="57" y="4"/>
                  </a:moveTo>
                  <a:lnTo>
                    <a:pt x="57" y="4"/>
                  </a:lnTo>
                  <a:lnTo>
                    <a:pt x="56" y="8"/>
                  </a:lnTo>
                  <a:lnTo>
                    <a:pt x="54" y="12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48" y="26"/>
                  </a:lnTo>
                  <a:lnTo>
                    <a:pt x="47" y="31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5" y="71"/>
                  </a:lnTo>
                  <a:lnTo>
                    <a:pt x="30" y="86"/>
                  </a:lnTo>
                  <a:lnTo>
                    <a:pt x="24" y="99"/>
                  </a:lnTo>
                  <a:lnTo>
                    <a:pt x="24" y="99"/>
                  </a:lnTo>
                  <a:lnTo>
                    <a:pt x="15" y="118"/>
                  </a:lnTo>
                  <a:lnTo>
                    <a:pt x="12" y="128"/>
                  </a:lnTo>
                  <a:lnTo>
                    <a:pt x="9" y="138"/>
                  </a:lnTo>
                  <a:lnTo>
                    <a:pt x="9" y="138"/>
                  </a:lnTo>
                  <a:lnTo>
                    <a:pt x="7" y="142"/>
                  </a:lnTo>
                  <a:lnTo>
                    <a:pt x="7" y="149"/>
                  </a:lnTo>
                  <a:lnTo>
                    <a:pt x="6" y="161"/>
                  </a:lnTo>
                  <a:lnTo>
                    <a:pt x="6" y="167"/>
                  </a:lnTo>
                  <a:lnTo>
                    <a:pt x="5" y="173"/>
                  </a:lnTo>
                  <a:lnTo>
                    <a:pt x="4" y="179"/>
                  </a:lnTo>
                  <a:lnTo>
                    <a:pt x="1" y="182"/>
                  </a:lnTo>
                  <a:lnTo>
                    <a:pt x="1" y="182"/>
                  </a:lnTo>
                  <a:lnTo>
                    <a:pt x="0" y="184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1" y="188"/>
                  </a:lnTo>
                  <a:lnTo>
                    <a:pt x="4" y="190"/>
                  </a:lnTo>
                  <a:lnTo>
                    <a:pt x="6" y="189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13" y="184"/>
                  </a:lnTo>
                  <a:lnTo>
                    <a:pt x="15" y="179"/>
                  </a:lnTo>
                  <a:lnTo>
                    <a:pt x="16" y="173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5" y="159"/>
                  </a:lnTo>
                  <a:lnTo>
                    <a:pt x="16" y="151"/>
                  </a:lnTo>
                  <a:lnTo>
                    <a:pt x="17" y="142"/>
                  </a:lnTo>
                  <a:lnTo>
                    <a:pt x="19" y="134"/>
                  </a:lnTo>
                  <a:lnTo>
                    <a:pt x="25" y="119"/>
                  </a:lnTo>
                  <a:lnTo>
                    <a:pt x="32" y="103"/>
                  </a:lnTo>
                  <a:lnTo>
                    <a:pt x="32" y="103"/>
                  </a:lnTo>
                  <a:lnTo>
                    <a:pt x="37" y="92"/>
                  </a:lnTo>
                  <a:lnTo>
                    <a:pt x="42" y="80"/>
                  </a:lnTo>
                  <a:lnTo>
                    <a:pt x="49" y="58"/>
                  </a:lnTo>
                  <a:lnTo>
                    <a:pt x="49" y="58"/>
                  </a:lnTo>
                  <a:lnTo>
                    <a:pt x="53" y="44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9" y="24"/>
                  </a:lnTo>
                  <a:lnTo>
                    <a:pt x="62" y="18"/>
                  </a:lnTo>
                  <a:lnTo>
                    <a:pt x="64" y="12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4"/>
                  </a:lnTo>
                  <a:lnTo>
                    <a:pt x="65" y="2"/>
                  </a:lnTo>
                  <a:lnTo>
                    <a:pt x="63" y="1"/>
                  </a:lnTo>
                  <a:lnTo>
                    <a:pt x="61" y="0"/>
                  </a:lnTo>
                  <a:lnTo>
                    <a:pt x="59" y="1"/>
                  </a:lnTo>
                  <a:lnTo>
                    <a:pt x="58" y="2"/>
                  </a:lnTo>
                  <a:lnTo>
                    <a:pt x="57" y="4"/>
                  </a:lnTo>
                  <a:lnTo>
                    <a:pt x="5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09" name="Freeform 925"/>
            <p:cNvSpPr>
              <a:spLocks noEditPoints="1"/>
            </p:cNvSpPr>
            <p:nvPr/>
          </p:nvSpPr>
          <p:spPr bwMode="auto">
            <a:xfrm>
              <a:off x="3362325" y="1298575"/>
              <a:ext cx="142875" cy="146050"/>
            </a:xfrm>
            <a:custGeom>
              <a:avLst/>
              <a:gdLst/>
              <a:ahLst/>
              <a:cxnLst>
                <a:cxn ang="0">
                  <a:pos x="131" y="277"/>
                </a:cxn>
                <a:cxn ang="0">
                  <a:pos x="96" y="271"/>
                </a:cxn>
                <a:cxn ang="0">
                  <a:pos x="62" y="257"/>
                </a:cxn>
                <a:cxn ang="0">
                  <a:pos x="34" y="236"/>
                </a:cxn>
                <a:cxn ang="0">
                  <a:pos x="13" y="206"/>
                </a:cxn>
                <a:cxn ang="0">
                  <a:pos x="1" y="168"/>
                </a:cxn>
                <a:cxn ang="0">
                  <a:pos x="0" y="139"/>
                </a:cxn>
                <a:cxn ang="0">
                  <a:pos x="8" y="98"/>
                </a:cxn>
                <a:cxn ang="0">
                  <a:pos x="27" y="61"/>
                </a:cxn>
                <a:cxn ang="0">
                  <a:pos x="55" y="31"/>
                </a:cxn>
                <a:cxn ang="0">
                  <a:pos x="91" y="10"/>
                </a:cxn>
                <a:cxn ang="0">
                  <a:pos x="118" y="0"/>
                </a:cxn>
                <a:cxn ang="0">
                  <a:pos x="128" y="1"/>
                </a:cxn>
                <a:cxn ang="0">
                  <a:pos x="138" y="9"/>
                </a:cxn>
                <a:cxn ang="0">
                  <a:pos x="146" y="14"/>
                </a:cxn>
                <a:cxn ang="0">
                  <a:pos x="183" y="24"/>
                </a:cxn>
                <a:cxn ang="0">
                  <a:pos x="214" y="41"/>
                </a:cxn>
                <a:cxn ang="0">
                  <a:pos x="239" y="63"/>
                </a:cxn>
                <a:cxn ang="0">
                  <a:pos x="257" y="90"/>
                </a:cxn>
                <a:cxn ang="0">
                  <a:pos x="268" y="122"/>
                </a:cxn>
                <a:cxn ang="0">
                  <a:pos x="271" y="145"/>
                </a:cxn>
                <a:cxn ang="0">
                  <a:pos x="268" y="179"/>
                </a:cxn>
                <a:cxn ang="0">
                  <a:pos x="255" y="212"/>
                </a:cxn>
                <a:cxn ang="0">
                  <a:pos x="236" y="241"/>
                </a:cxn>
                <a:cxn ang="0">
                  <a:pos x="209" y="263"/>
                </a:cxn>
                <a:cxn ang="0">
                  <a:pos x="174" y="275"/>
                </a:cxn>
                <a:cxn ang="0">
                  <a:pos x="144" y="277"/>
                </a:cxn>
                <a:cxn ang="0">
                  <a:pos x="101" y="48"/>
                </a:cxn>
                <a:cxn ang="0">
                  <a:pos x="62" y="79"/>
                </a:cxn>
                <a:cxn ang="0">
                  <a:pos x="48" y="100"/>
                </a:cxn>
                <a:cxn ang="0">
                  <a:pos x="38" y="126"/>
                </a:cxn>
                <a:cxn ang="0">
                  <a:pos x="37" y="153"/>
                </a:cxn>
                <a:cxn ang="0">
                  <a:pos x="41" y="172"/>
                </a:cxn>
                <a:cxn ang="0">
                  <a:pos x="52" y="194"/>
                </a:cxn>
                <a:cxn ang="0">
                  <a:pos x="67" y="214"/>
                </a:cxn>
                <a:cxn ang="0">
                  <a:pos x="88" y="229"/>
                </a:cxn>
                <a:cxn ang="0">
                  <a:pos x="112" y="238"/>
                </a:cxn>
                <a:cxn ang="0">
                  <a:pos x="139" y="241"/>
                </a:cxn>
                <a:cxn ang="0">
                  <a:pos x="155" y="240"/>
                </a:cxn>
                <a:cxn ang="0">
                  <a:pos x="171" y="236"/>
                </a:cxn>
                <a:cxn ang="0">
                  <a:pos x="194" y="224"/>
                </a:cxn>
                <a:cxn ang="0">
                  <a:pos x="213" y="208"/>
                </a:cxn>
                <a:cxn ang="0">
                  <a:pos x="225" y="187"/>
                </a:cxn>
                <a:cxn ang="0">
                  <a:pos x="233" y="163"/>
                </a:cxn>
                <a:cxn ang="0">
                  <a:pos x="233" y="139"/>
                </a:cxn>
                <a:cxn ang="0">
                  <a:pos x="228" y="121"/>
                </a:cxn>
                <a:cxn ang="0">
                  <a:pos x="216" y="97"/>
                </a:cxn>
                <a:cxn ang="0">
                  <a:pos x="199" y="78"/>
                </a:cxn>
                <a:cxn ang="0">
                  <a:pos x="177" y="63"/>
                </a:cxn>
                <a:cxn ang="0">
                  <a:pos x="150" y="53"/>
                </a:cxn>
                <a:cxn ang="0">
                  <a:pos x="119" y="49"/>
                </a:cxn>
                <a:cxn ang="0">
                  <a:pos x="112" y="47"/>
                </a:cxn>
              </a:cxnLst>
              <a:rect l="0" t="0" r="r" b="b"/>
              <a:pathLst>
                <a:path w="271" h="277">
                  <a:moveTo>
                    <a:pt x="144" y="277"/>
                  </a:moveTo>
                  <a:lnTo>
                    <a:pt x="144" y="277"/>
                  </a:lnTo>
                  <a:lnTo>
                    <a:pt x="131" y="277"/>
                  </a:lnTo>
                  <a:lnTo>
                    <a:pt x="120" y="276"/>
                  </a:lnTo>
                  <a:lnTo>
                    <a:pt x="108" y="274"/>
                  </a:lnTo>
                  <a:lnTo>
                    <a:pt x="96" y="271"/>
                  </a:lnTo>
                  <a:lnTo>
                    <a:pt x="85" y="267"/>
                  </a:lnTo>
                  <a:lnTo>
                    <a:pt x="73" y="263"/>
                  </a:lnTo>
                  <a:lnTo>
                    <a:pt x="62" y="257"/>
                  </a:lnTo>
                  <a:lnTo>
                    <a:pt x="53" y="251"/>
                  </a:lnTo>
                  <a:lnTo>
                    <a:pt x="42" y="244"/>
                  </a:lnTo>
                  <a:lnTo>
                    <a:pt x="34" y="236"/>
                  </a:lnTo>
                  <a:lnTo>
                    <a:pt x="26" y="226"/>
                  </a:lnTo>
                  <a:lnTo>
                    <a:pt x="19" y="217"/>
                  </a:lnTo>
                  <a:lnTo>
                    <a:pt x="13" y="206"/>
                  </a:lnTo>
                  <a:lnTo>
                    <a:pt x="7" y="194"/>
                  </a:lnTo>
                  <a:lnTo>
                    <a:pt x="3" y="181"/>
                  </a:lnTo>
                  <a:lnTo>
                    <a:pt x="1" y="168"/>
                  </a:lnTo>
                  <a:lnTo>
                    <a:pt x="1" y="168"/>
                  </a:lnTo>
                  <a:lnTo>
                    <a:pt x="0" y="153"/>
                  </a:lnTo>
                  <a:lnTo>
                    <a:pt x="0" y="139"/>
                  </a:lnTo>
                  <a:lnTo>
                    <a:pt x="1" y="125"/>
                  </a:lnTo>
                  <a:lnTo>
                    <a:pt x="4" y="112"/>
                  </a:lnTo>
                  <a:lnTo>
                    <a:pt x="8" y="98"/>
                  </a:lnTo>
                  <a:lnTo>
                    <a:pt x="14" y="86"/>
                  </a:lnTo>
                  <a:lnTo>
                    <a:pt x="20" y="74"/>
                  </a:lnTo>
                  <a:lnTo>
                    <a:pt x="27" y="61"/>
                  </a:lnTo>
                  <a:lnTo>
                    <a:pt x="35" y="51"/>
                  </a:lnTo>
                  <a:lnTo>
                    <a:pt x="45" y="41"/>
                  </a:lnTo>
                  <a:lnTo>
                    <a:pt x="55" y="31"/>
                  </a:lnTo>
                  <a:lnTo>
                    <a:pt x="66" y="23"/>
                  </a:lnTo>
                  <a:lnTo>
                    <a:pt x="78" y="16"/>
                  </a:lnTo>
                  <a:lnTo>
                    <a:pt x="91" y="10"/>
                  </a:lnTo>
                  <a:lnTo>
                    <a:pt x="103" y="4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28" y="1"/>
                  </a:lnTo>
                  <a:lnTo>
                    <a:pt x="132" y="2"/>
                  </a:lnTo>
                  <a:lnTo>
                    <a:pt x="135" y="5"/>
                  </a:lnTo>
                  <a:lnTo>
                    <a:pt x="138" y="9"/>
                  </a:lnTo>
                  <a:lnTo>
                    <a:pt x="141" y="13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58" y="17"/>
                  </a:lnTo>
                  <a:lnTo>
                    <a:pt x="171" y="20"/>
                  </a:lnTo>
                  <a:lnTo>
                    <a:pt x="183" y="24"/>
                  </a:lnTo>
                  <a:lnTo>
                    <a:pt x="193" y="29"/>
                  </a:lnTo>
                  <a:lnTo>
                    <a:pt x="204" y="34"/>
                  </a:lnTo>
                  <a:lnTo>
                    <a:pt x="214" y="41"/>
                  </a:lnTo>
                  <a:lnTo>
                    <a:pt x="223" y="48"/>
                  </a:lnTo>
                  <a:lnTo>
                    <a:pt x="232" y="55"/>
                  </a:lnTo>
                  <a:lnTo>
                    <a:pt x="239" y="63"/>
                  </a:lnTo>
                  <a:lnTo>
                    <a:pt x="246" y="72"/>
                  </a:lnTo>
                  <a:lnTo>
                    <a:pt x="252" y="81"/>
                  </a:lnTo>
                  <a:lnTo>
                    <a:pt x="257" y="90"/>
                  </a:lnTo>
                  <a:lnTo>
                    <a:pt x="261" y="100"/>
                  </a:lnTo>
                  <a:lnTo>
                    <a:pt x="266" y="111"/>
                  </a:lnTo>
                  <a:lnTo>
                    <a:pt x="268" y="122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1" y="145"/>
                  </a:lnTo>
                  <a:lnTo>
                    <a:pt x="271" y="156"/>
                  </a:lnTo>
                  <a:lnTo>
                    <a:pt x="270" y="168"/>
                  </a:lnTo>
                  <a:lnTo>
                    <a:pt x="268" y="179"/>
                  </a:lnTo>
                  <a:lnTo>
                    <a:pt x="265" y="190"/>
                  </a:lnTo>
                  <a:lnTo>
                    <a:pt x="260" y="202"/>
                  </a:lnTo>
                  <a:lnTo>
                    <a:pt x="255" y="212"/>
                  </a:lnTo>
                  <a:lnTo>
                    <a:pt x="250" y="222"/>
                  </a:lnTo>
                  <a:lnTo>
                    <a:pt x="243" y="232"/>
                  </a:lnTo>
                  <a:lnTo>
                    <a:pt x="236" y="241"/>
                  </a:lnTo>
                  <a:lnTo>
                    <a:pt x="227" y="249"/>
                  </a:lnTo>
                  <a:lnTo>
                    <a:pt x="218" y="256"/>
                  </a:lnTo>
                  <a:lnTo>
                    <a:pt x="209" y="263"/>
                  </a:lnTo>
                  <a:lnTo>
                    <a:pt x="197" y="268"/>
                  </a:lnTo>
                  <a:lnTo>
                    <a:pt x="186" y="272"/>
                  </a:lnTo>
                  <a:lnTo>
                    <a:pt x="174" y="275"/>
                  </a:lnTo>
                  <a:lnTo>
                    <a:pt x="174" y="275"/>
                  </a:lnTo>
                  <a:lnTo>
                    <a:pt x="159" y="277"/>
                  </a:lnTo>
                  <a:lnTo>
                    <a:pt x="144" y="277"/>
                  </a:lnTo>
                  <a:lnTo>
                    <a:pt x="144" y="277"/>
                  </a:lnTo>
                  <a:close/>
                  <a:moveTo>
                    <a:pt x="101" y="48"/>
                  </a:moveTo>
                  <a:lnTo>
                    <a:pt x="101" y="48"/>
                  </a:lnTo>
                  <a:lnTo>
                    <a:pt x="87" y="56"/>
                  </a:lnTo>
                  <a:lnTo>
                    <a:pt x="73" y="66"/>
                  </a:lnTo>
                  <a:lnTo>
                    <a:pt x="62" y="79"/>
                  </a:lnTo>
                  <a:lnTo>
                    <a:pt x="57" y="86"/>
                  </a:lnTo>
                  <a:lnTo>
                    <a:pt x="52" y="93"/>
                  </a:lnTo>
                  <a:lnTo>
                    <a:pt x="48" y="100"/>
                  </a:lnTo>
                  <a:lnTo>
                    <a:pt x="44" y="109"/>
                  </a:lnTo>
                  <a:lnTo>
                    <a:pt x="40" y="117"/>
                  </a:lnTo>
                  <a:lnTo>
                    <a:pt x="38" y="126"/>
                  </a:lnTo>
                  <a:lnTo>
                    <a:pt x="37" y="135"/>
                  </a:lnTo>
                  <a:lnTo>
                    <a:pt x="36" y="144"/>
                  </a:lnTo>
                  <a:lnTo>
                    <a:pt x="37" y="153"/>
                  </a:lnTo>
                  <a:lnTo>
                    <a:pt x="38" y="163"/>
                  </a:lnTo>
                  <a:lnTo>
                    <a:pt x="38" y="163"/>
                  </a:lnTo>
                  <a:lnTo>
                    <a:pt x="41" y="172"/>
                  </a:lnTo>
                  <a:lnTo>
                    <a:pt x="44" y="180"/>
                  </a:lnTo>
                  <a:lnTo>
                    <a:pt x="48" y="187"/>
                  </a:lnTo>
                  <a:lnTo>
                    <a:pt x="52" y="194"/>
                  </a:lnTo>
                  <a:lnTo>
                    <a:pt x="56" y="202"/>
                  </a:lnTo>
                  <a:lnTo>
                    <a:pt x="62" y="208"/>
                  </a:lnTo>
                  <a:lnTo>
                    <a:pt x="67" y="214"/>
                  </a:lnTo>
                  <a:lnTo>
                    <a:pt x="73" y="219"/>
                  </a:lnTo>
                  <a:lnTo>
                    <a:pt x="81" y="224"/>
                  </a:lnTo>
                  <a:lnTo>
                    <a:pt x="88" y="229"/>
                  </a:lnTo>
                  <a:lnTo>
                    <a:pt x="95" y="232"/>
                  </a:lnTo>
                  <a:lnTo>
                    <a:pt x="103" y="235"/>
                  </a:lnTo>
                  <a:lnTo>
                    <a:pt x="112" y="238"/>
                  </a:lnTo>
                  <a:lnTo>
                    <a:pt x="121" y="239"/>
                  </a:lnTo>
                  <a:lnTo>
                    <a:pt x="129" y="241"/>
                  </a:lnTo>
                  <a:lnTo>
                    <a:pt x="139" y="241"/>
                  </a:lnTo>
                  <a:lnTo>
                    <a:pt x="139" y="241"/>
                  </a:lnTo>
                  <a:lnTo>
                    <a:pt x="147" y="241"/>
                  </a:lnTo>
                  <a:lnTo>
                    <a:pt x="155" y="240"/>
                  </a:lnTo>
                  <a:lnTo>
                    <a:pt x="163" y="238"/>
                  </a:lnTo>
                  <a:lnTo>
                    <a:pt x="171" y="236"/>
                  </a:lnTo>
                  <a:lnTo>
                    <a:pt x="171" y="236"/>
                  </a:lnTo>
                  <a:lnTo>
                    <a:pt x="179" y="233"/>
                  </a:lnTo>
                  <a:lnTo>
                    <a:pt x="187" y="229"/>
                  </a:lnTo>
                  <a:lnTo>
                    <a:pt x="194" y="224"/>
                  </a:lnTo>
                  <a:lnTo>
                    <a:pt x="201" y="219"/>
                  </a:lnTo>
                  <a:lnTo>
                    <a:pt x="207" y="214"/>
                  </a:lnTo>
                  <a:lnTo>
                    <a:pt x="213" y="208"/>
                  </a:lnTo>
                  <a:lnTo>
                    <a:pt x="217" y="202"/>
                  </a:lnTo>
                  <a:lnTo>
                    <a:pt x="222" y="194"/>
                  </a:lnTo>
                  <a:lnTo>
                    <a:pt x="225" y="187"/>
                  </a:lnTo>
                  <a:lnTo>
                    <a:pt x="228" y="180"/>
                  </a:lnTo>
                  <a:lnTo>
                    <a:pt x="230" y="172"/>
                  </a:lnTo>
                  <a:lnTo>
                    <a:pt x="233" y="163"/>
                  </a:lnTo>
                  <a:lnTo>
                    <a:pt x="234" y="155"/>
                  </a:lnTo>
                  <a:lnTo>
                    <a:pt x="234" y="147"/>
                  </a:lnTo>
                  <a:lnTo>
                    <a:pt x="233" y="139"/>
                  </a:lnTo>
                  <a:lnTo>
                    <a:pt x="230" y="130"/>
                  </a:lnTo>
                  <a:lnTo>
                    <a:pt x="230" y="130"/>
                  </a:lnTo>
                  <a:lnTo>
                    <a:pt x="228" y="121"/>
                  </a:lnTo>
                  <a:lnTo>
                    <a:pt x="225" y="113"/>
                  </a:lnTo>
                  <a:lnTo>
                    <a:pt x="221" y="105"/>
                  </a:lnTo>
                  <a:lnTo>
                    <a:pt x="216" y="97"/>
                  </a:lnTo>
                  <a:lnTo>
                    <a:pt x="212" y="90"/>
                  </a:lnTo>
                  <a:lnTo>
                    <a:pt x="206" y="84"/>
                  </a:lnTo>
                  <a:lnTo>
                    <a:pt x="199" y="78"/>
                  </a:lnTo>
                  <a:lnTo>
                    <a:pt x="192" y="73"/>
                  </a:lnTo>
                  <a:lnTo>
                    <a:pt x="185" y="67"/>
                  </a:lnTo>
                  <a:lnTo>
                    <a:pt x="177" y="63"/>
                  </a:lnTo>
                  <a:lnTo>
                    <a:pt x="168" y="59"/>
                  </a:lnTo>
                  <a:lnTo>
                    <a:pt x="160" y="56"/>
                  </a:lnTo>
                  <a:lnTo>
                    <a:pt x="150" y="53"/>
                  </a:lnTo>
                  <a:lnTo>
                    <a:pt x="141" y="51"/>
                  </a:lnTo>
                  <a:lnTo>
                    <a:pt x="129" y="50"/>
                  </a:lnTo>
                  <a:lnTo>
                    <a:pt x="119" y="49"/>
                  </a:lnTo>
                  <a:lnTo>
                    <a:pt x="119" y="49"/>
                  </a:lnTo>
                  <a:lnTo>
                    <a:pt x="115" y="49"/>
                  </a:lnTo>
                  <a:lnTo>
                    <a:pt x="112" y="47"/>
                  </a:lnTo>
                  <a:lnTo>
                    <a:pt x="107" y="45"/>
                  </a:lnTo>
                  <a:lnTo>
                    <a:pt x="101" y="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10" name="Freeform 926"/>
            <p:cNvSpPr>
              <a:spLocks noEditPoints="1"/>
            </p:cNvSpPr>
            <p:nvPr/>
          </p:nvSpPr>
          <p:spPr bwMode="auto">
            <a:xfrm>
              <a:off x="3282950" y="1227138"/>
              <a:ext cx="644525" cy="642938"/>
            </a:xfrm>
            <a:custGeom>
              <a:avLst/>
              <a:gdLst/>
              <a:ahLst/>
              <a:cxnLst>
                <a:cxn ang="0">
                  <a:pos x="653" y="1206"/>
                </a:cxn>
                <a:cxn ang="0">
                  <a:pos x="563" y="1160"/>
                </a:cxn>
                <a:cxn ang="0">
                  <a:pos x="550" y="1153"/>
                </a:cxn>
                <a:cxn ang="0">
                  <a:pos x="236" y="832"/>
                </a:cxn>
                <a:cxn ang="0">
                  <a:pos x="143" y="731"/>
                </a:cxn>
                <a:cxn ang="0">
                  <a:pos x="77" y="679"/>
                </a:cxn>
                <a:cxn ang="0">
                  <a:pos x="72" y="657"/>
                </a:cxn>
                <a:cxn ang="0">
                  <a:pos x="40" y="570"/>
                </a:cxn>
                <a:cxn ang="0">
                  <a:pos x="11" y="425"/>
                </a:cxn>
                <a:cxn ang="0">
                  <a:pos x="1" y="212"/>
                </a:cxn>
                <a:cxn ang="0">
                  <a:pos x="10" y="196"/>
                </a:cxn>
                <a:cxn ang="0">
                  <a:pos x="19" y="182"/>
                </a:cxn>
                <a:cxn ang="0">
                  <a:pos x="110" y="81"/>
                </a:cxn>
                <a:cxn ang="0">
                  <a:pos x="210" y="10"/>
                </a:cxn>
                <a:cxn ang="0">
                  <a:pos x="228" y="8"/>
                </a:cxn>
                <a:cxn ang="0">
                  <a:pos x="242" y="2"/>
                </a:cxn>
                <a:cxn ang="0">
                  <a:pos x="419" y="2"/>
                </a:cxn>
                <a:cxn ang="0">
                  <a:pos x="599" y="26"/>
                </a:cxn>
                <a:cxn ang="0">
                  <a:pos x="638" y="36"/>
                </a:cxn>
                <a:cxn ang="0">
                  <a:pos x="656" y="46"/>
                </a:cxn>
                <a:cxn ang="0">
                  <a:pos x="887" y="256"/>
                </a:cxn>
                <a:cxn ang="0">
                  <a:pos x="1107" y="475"/>
                </a:cxn>
                <a:cxn ang="0">
                  <a:pos x="1167" y="525"/>
                </a:cxn>
                <a:cxn ang="0">
                  <a:pos x="1185" y="553"/>
                </a:cxn>
                <a:cxn ang="0">
                  <a:pos x="1215" y="644"/>
                </a:cxn>
                <a:cxn ang="0">
                  <a:pos x="1218" y="725"/>
                </a:cxn>
                <a:cxn ang="0">
                  <a:pos x="1194" y="798"/>
                </a:cxn>
                <a:cxn ang="0">
                  <a:pos x="1193" y="817"/>
                </a:cxn>
                <a:cxn ang="0">
                  <a:pos x="1109" y="909"/>
                </a:cxn>
                <a:cxn ang="0">
                  <a:pos x="862" y="1146"/>
                </a:cxn>
                <a:cxn ang="0">
                  <a:pos x="853" y="1157"/>
                </a:cxn>
                <a:cxn ang="0">
                  <a:pos x="761" y="1206"/>
                </a:cxn>
                <a:cxn ang="0">
                  <a:pos x="231" y="43"/>
                </a:cxn>
                <a:cxn ang="0">
                  <a:pos x="137" y="108"/>
                </a:cxn>
                <a:cxn ang="0">
                  <a:pos x="54" y="198"/>
                </a:cxn>
                <a:cxn ang="0">
                  <a:pos x="40" y="216"/>
                </a:cxn>
                <a:cxn ang="0">
                  <a:pos x="45" y="400"/>
                </a:cxn>
                <a:cxn ang="0">
                  <a:pos x="68" y="529"/>
                </a:cxn>
                <a:cxn ang="0">
                  <a:pos x="105" y="637"/>
                </a:cxn>
                <a:cxn ang="0">
                  <a:pos x="112" y="658"/>
                </a:cxn>
                <a:cxn ang="0">
                  <a:pos x="181" y="718"/>
                </a:cxn>
                <a:cxn ang="0">
                  <a:pos x="294" y="841"/>
                </a:cxn>
                <a:cxn ang="0">
                  <a:pos x="585" y="1129"/>
                </a:cxn>
                <a:cxn ang="0">
                  <a:pos x="633" y="1159"/>
                </a:cxn>
                <a:cxn ang="0">
                  <a:pos x="706" y="1177"/>
                </a:cxn>
                <a:cxn ang="0">
                  <a:pos x="765" y="1165"/>
                </a:cxn>
                <a:cxn ang="0">
                  <a:pos x="823" y="1131"/>
                </a:cxn>
                <a:cxn ang="0">
                  <a:pos x="865" y="1090"/>
                </a:cxn>
                <a:cxn ang="0">
                  <a:pos x="1140" y="817"/>
                </a:cxn>
                <a:cxn ang="0">
                  <a:pos x="1147" y="803"/>
                </a:cxn>
                <a:cxn ang="0">
                  <a:pos x="1177" y="736"/>
                </a:cxn>
                <a:cxn ang="0">
                  <a:pos x="1179" y="657"/>
                </a:cxn>
                <a:cxn ang="0">
                  <a:pos x="1148" y="564"/>
                </a:cxn>
                <a:cxn ang="0">
                  <a:pos x="1140" y="556"/>
                </a:cxn>
                <a:cxn ang="0">
                  <a:pos x="894" y="335"/>
                </a:cxn>
                <a:cxn ang="0">
                  <a:pos x="627" y="72"/>
                </a:cxn>
                <a:cxn ang="0">
                  <a:pos x="558" y="57"/>
                </a:cxn>
                <a:cxn ang="0">
                  <a:pos x="377" y="39"/>
                </a:cxn>
                <a:cxn ang="0">
                  <a:pos x="236" y="40"/>
                </a:cxn>
              </a:cxnLst>
              <a:rect l="0" t="0" r="r" b="b"/>
              <a:pathLst>
                <a:path w="1220" h="1215">
                  <a:moveTo>
                    <a:pt x="706" y="1215"/>
                  </a:moveTo>
                  <a:lnTo>
                    <a:pt x="706" y="1215"/>
                  </a:lnTo>
                  <a:lnTo>
                    <a:pt x="688" y="1214"/>
                  </a:lnTo>
                  <a:lnTo>
                    <a:pt x="671" y="1211"/>
                  </a:lnTo>
                  <a:lnTo>
                    <a:pt x="653" y="1206"/>
                  </a:lnTo>
                  <a:lnTo>
                    <a:pt x="636" y="1200"/>
                  </a:lnTo>
                  <a:lnTo>
                    <a:pt x="617" y="1193"/>
                  </a:lnTo>
                  <a:lnTo>
                    <a:pt x="599" y="1184"/>
                  </a:lnTo>
                  <a:lnTo>
                    <a:pt x="581" y="1172"/>
                  </a:lnTo>
                  <a:lnTo>
                    <a:pt x="563" y="1160"/>
                  </a:lnTo>
                  <a:lnTo>
                    <a:pt x="561" y="1158"/>
                  </a:lnTo>
                  <a:lnTo>
                    <a:pt x="558" y="1158"/>
                  </a:lnTo>
                  <a:lnTo>
                    <a:pt x="558" y="1158"/>
                  </a:lnTo>
                  <a:lnTo>
                    <a:pt x="554" y="1156"/>
                  </a:lnTo>
                  <a:lnTo>
                    <a:pt x="550" y="1153"/>
                  </a:lnTo>
                  <a:lnTo>
                    <a:pt x="307" y="910"/>
                  </a:lnTo>
                  <a:lnTo>
                    <a:pt x="307" y="910"/>
                  </a:lnTo>
                  <a:lnTo>
                    <a:pt x="290" y="891"/>
                  </a:lnTo>
                  <a:lnTo>
                    <a:pt x="271" y="872"/>
                  </a:lnTo>
                  <a:lnTo>
                    <a:pt x="236" y="832"/>
                  </a:lnTo>
                  <a:lnTo>
                    <a:pt x="236" y="832"/>
                  </a:lnTo>
                  <a:lnTo>
                    <a:pt x="200" y="790"/>
                  </a:lnTo>
                  <a:lnTo>
                    <a:pt x="181" y="771"/>
                  </a:lnTo>
                  <a:lnTo>
                    <a:pt x="163" y="751"/>
                  </a:lnTo>
                  <a:lnTo>
                    <a:pt x="143" y="731"/>
                  </a:lnTo>
                  <a:lnTo>
                    <a:pt x="123" y="714"/>
                  </a:lnTo>
                  <a:lnTo>
                    <a:pt x="102" y="697"/>
                  </a:lnTo>
                  <a:lnTo>
                    <a:pt x="80" y="682"/>
                  </a:lnTo>
                  <a:lnTo>
                    <a:pt x="80" y="682"/>
                  </a:lnTo>
                  <a:lnTo>
                    <a:pt x="77" y="679"/>
                  </a:lnTo>
                  <a:lnTo>
                    <a:pt x="74" y="677"/>
                  </a:lnTo>
                  <a:lnTo>
                    <a:pt x="72" y="670"/>
                  </a:lnTo>
                  <a:lnTo>
                    <a:pt x="71" y="665"/>
                  </a:lnTo>
                  <a:lnTo>
                    <a:pt x="71" y="661"/>
                  </a:lnTo>
                  <a:lnTo>
                    <a:pt x="72" y="657"/>
                  </a:lnTo>
                  <a:lnTo>
                    <a:pt x="71" y="654"/>
                  </a:lnTo>
                  <a:lnTo>
                    <a:pt x="71" y="654"/>
                  </a:lnTo>
                  <a:lnTo>
                    <a:pt x="59" y="626"/>
                  </a:lnTo>
                  <a:lnTo>
                    <a:pt x="49" y="598"/>
                  </a:lnTo>
                  <a:lnTo>
                    <a:pt x="40" y="570"/>
                  </a:lnTo>
                  <a:lnTo>
                    <a:pt x="32" y="541"/>
                  </a:lnTo>
                  <a:lnTo>
                    <a:pt x="25" y="512"/>
                  </a:lnTo>
                  <a:lnTo>
                    <a:pt x="19" y="483"/>
                  </a:lnTo>
                  <a:lnTo>
                    <a:pt x="15" y="453"/>
                  </a:lnTo>
                  <a:lnTo>
                    <a:pt x="11" y="425"/>
                  </a:lnTo>
                  <a:lnTo>
                    <a:pt x="7" y="396"/>
                  </a:lnTo>
                  <a:lnTo>
                    <a:pt x="4" y="368"/>
                  </a:lnTo>
                  <a:lnTo>
                    <a:pt x="1" y="312"/>
                  </a:lnTo>
                  <a:lnTo>
                    <a:pt x="0" y="259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1" y="207"/>
                  </a:lnTo>
                  <a:lnTo>
                    <a:pt x="3" y="202"/>
                  </a:lnTo>
                  <a:lnTo>
                    <a:pt x="6" y="198"/>
                  </a:lnTo>
                  <a:lnTo>
                    <a:pt x="10" y="196"/>
                  </a:lnTo>
                  <a:lnTo>
                    <a:pt x="14" y="193"/>
                  </a:lnTo>
                  <a:lnTo>
                    <a:pt x="16" y="188"/>
                  </a:lnTo>
                  <a:lnTo>
                    <a:pt x="16" y="188"/>
                  </a:lnTo>
                  <a:lnTo>
                    <a:pt x="17" y="185"/>
                  </a:lnTo>
                  <a:lnTo>
                    <a:pt x="19" y="182"/>
                  </a:lnTo>
                  <a:lnTo>
                    <a:pt x="19" y="182"/>
                  </a:lnTo>
                  <a:lnTo>
                    <a:pt x="41" y="154"/>
                  </a:lnTo>
                  <a:lnTo>
                    <a:pt x="63" y="127"/>
                  </a:lnTo>
                  <a:lnTo>
                    <a:pt x="86" y="103"/>
                  </a:lnTo>
                  <a:lnTo>
                    <a:pt x="110" y="81"/>
                  </a:lnTo>
                  <a:lnTo>
                    <a:pt x="135" y="60"/>
                  </a:lnTo>
                  <a:lnTo>
                    <a:pt x="159" y="41"/>
                  </a:lnTo>
                  <a:lnTo>
                    <a:pt x="185" y="25"/>
                  </a:lnTo>
                  <a:lnTo>
                    <a:pt x="210" y="10"/>
                  </a:lnTo>
                  <a:lnTo>
                    <a:pt x="210" y="10"/>
                  </a:lnTo>
                  <a:lnTo>
                    <a:pt x="215" y="8"/>
                  </a:lnTo>
                  <a:lnTo>
                    <a:pt x="219" y="7"/>
                  </a:lnTo>
                  <a:lnTo>
                    <a:pt x="219" y="7"/>
                  </a:lnTo>
                  <a:lnTo>
                    <a:pt x="222" y="8"/>
                  </a:lnTo>
                  <a:lnTo>
                    <a:pt x="228" y="8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36" y="3"/>
                  </a:lnTo>
                  <a:lnTo>
                    <a:pt x="242" y="2"/>
                  </a:lnTo>
                  <a:lnTo>
                    <a:pt x="242" y="2"/>
                  </a:lnTo>
                  <a:lnTo>
                    <a:pt x="291" y="0"/>
                  </a:lnTo>
                  <a:lnTo>
                    <a:pt x="335" y="0"/>
                  </a:lnTo>
                  <a:lnTo>
                    <a:pt x="335" y="0"/>
                  </a:lnTo>
                  <a:lnTo>
                    <a:pt x="377" y="0"/>
                  </a:lnTo>
                  <a:lnTo>
                    <a:pt x="419" y="2"/>
                  </a:lnTo>
                  <a:lnTo>
                    <a:pt x="458" y="5"/>
                  </a:lnTo>
                  <a:lnTo>
                    <a:pt x="495" y="8"/>
                  </a:lnTo>
                  <a:lnTo>
                    <a:pt x="531" y="13"/>
                  </a:lnTo>
                  <a:lnTo>
                    <a:pt x="566" y="20"/>
                  </a:lnTo>
                  <a:lnTo>
                    <a:pt x="599" y="26"/>
                  </a:lnTo>
                  <a:lnTo>
                    <a:pt x="631" y="34"/>
                  </a:lnTo>
                  <a:lnTo>
                    <a:pt x="631" y="34"/>
                  </a:lnTo>
                  <a:lnTo>
                    <a:pt x="634" y="35"/>
                  </a:lnTo>
                  <a:lnTo>
                    <a:pt x="636" y="36"/>
                  </a:lnTo>
                  <a:lnTo>
                    <a:pt x="638" y="36"/>
                  </a:lnTo>
                  <a:lnTo>
                    <a:pt x="638" y="36"/>
                  </a:lnTo>
                  <a:lnTo>
                    <a:pt x="642" y="36"/>
                  </a:lnTo>
                  <a:lnTo>
                    <a:pt x="646" y="38"/>
                  </a:lnTo>
                  <a:lnTo>
                    <a:pt x="656" y="46"/>
                  </a:lnTo>
                  <a:lnTo>
                    <a:pt x="656" y="46"/>
                  </a:lnTo>
                  <a:lnTo>
                    <a:pt x="697" y="80"/>
                  </a:lnTo>
                  <a:lnTo>
                    <a:pt x="736" y="114"/>
                  </a:lnTo>
                  <a:lnTo>
                    <a:pt x="775" y="149"/>
                  </a:lnTo>
                  <a:lnTo>
                    <a:pt x="812" y="184"/>
                  </a:lnTo>
                  <a:lnTo>
                    <a:pt x="887" y="256"/>
                  </a:lnTo>
                  <a:lnTo>
                    <a:pt x="958" y="328"/>
                  </a:lnTo>
                  <a:lnTo>
                    <a:pt x="958" y="328"/>
                  </a:lnTo>
                  <a:lnTo>
                    <a:pt x="1008" y="379"/>
                  </a:lnTo>
                  <a:lnTo>
                    <a:pt x="1057" y="428"/>
                  </a:lnTo>
                  <a:lnTo>
                    <a:pt x="1107" y="475"/>
                  </a:lnTo>
                  <a:lnTo>
                    <a:pt x="1156" y="521"/>
                  </a:lnTo>
                  <a:lnTo>
                    <a:pt x="1159" y="524"/>
                  </a:lnTo>
                  <a:lnTo>
                    <a:pt x="1163" y="524"/>
                  </a:lnTo>
                  <a:lnTo>
                    <a:pt x="1163" y="524"/>
                  </a:lnTo>
                  <a:lnTo>
                    <a:pt x="1167" y="525"/>
                  </a:lnTo>
                  <a:lnTo>
                    <a:pt x="1171" y="527"/>
                  </a:lnTo>
                  <a:lnTo>
                    <a:pt x="1173" y="529"/>
                  </a:lnTo>
                  <a:lnTo>
                    <a:pt x="1175" y="533"/>
                  </a:lnTo>
                  <a:lnTo>
                    <a:pt x="1175" y="533"/>
                  </a:lnTo>
                  <a:lnTo>
                    <a:pt x="1185" y="553"/>
                  </a:lnTo>
                  <a:lnTo>
                    <a:pt x="1193" y="571"/>
                  </a:lnTo>
                  <a:lnTo>
                    <a:pt x="1201" y="590"/>
                  </a:lnTo>
                  <a:lnTo>
                    <a:pt x="1207" y="607"/>
                  </a:lnTo>
                  <a:lnTo>
                    <a:pt x="1211" y="626"/>
                  </a:lnTo>
                  <a:lnTo>
                    <a:pt x="1215" y="644"/>
                  </a:lnTo>
                  <a:lnTo>
                    <a:pt x="1218" y="660"/>
                  </a:lnTo>
                  <a:lnTo>
                    <a:pt x="1220" y="677"/>
                  </a:lnTo>
                  <a:lnTo>
                    <a:pt x="1220" y="693"/>
                  </a:lnTo>
                  <a:lnTo>
                    <a:pt x="1220" y="710"/>
                  </a:lnTo>
                  <a:lnTo>
                    <a:pt x="1218" y="725"/>
                  </a:lnTo>
                  <a:lnTo>
                    <a:pt x="1216" y="741"/>
                  </a:lnTo>
                  <a:lnTo>
                    <a:pt x="1212" y="755"/>
                  </a:lnTo>
                  <a:lnTo>
                    <a:pt x="1208" y="771"/>
                  </a:lnTo>
                  <a:lnTo>
                    <a:pt x="1202" y="785"/>
                  </a:lnTo>
                  <a:lnTo>
                    <a:pt x="1194" y="798"/>
                  </a:lnTo>
                  <a:lnTo>
                    <a:pt x="1192" y="804"/>
                  </a:lnTo>
                  <a:lnTo>
                    <a:pt x="1193" y="809"/>
                  </a:lnTo>
                  <a:lnTo>
                    <a:pt x="1193" y="809"/>
                  </a:lnTo>
                  <a:lnTo>
                    <a:pt x="1194" y="813"/>
                  </a:lnTo>
                  <a:lnTo>
                    <a:pt x="1193" y="817"/>
                  </a:lnTo>
                  <a:lnTo>
                    <a:pt x="1191" y="821"/>
                  </a:lnTo>
                  <a:lnTo>
                    <a:pt x="1188" y="826"/>
                  </a:lnTo>
                  <a:lnTo>
                    <a:pt x="1188" y="826"/>
                  </a:lnTo>
                  <a:lnTo>
                    <a:pt x="1147" y="869"/>
                  </a:lnTo>
                  <a:lnTo>
                    <a:pt x="1109" y="909"/>
                  </a:lnTo>
                  <a:lnTo>
                    <a:pt x="1070" y="948"/>
                  </a:lnTo>
                  <a:lnTo>
                    <a:pt x="1031" y="985"/>
                  </a:lnTo>
                  <a:lnTo>
                    <a:pt x="952" y="1062"/>
                  </a:lnTo>
                  <a:lnTo>
                    <a:pt x="862" y="1146"/>
                  </a:lnTo>
                  <a:lnTo>
                    <a:pt x="862" y="1146"/>
                  </a:lnTo>
                  <a:lnTo>
                    <a:pt x="858" y="1151"/>
                  </a:lnTo>
                  <a:lnTo>
                    <a:pt x="857" y="1152"/>
                  </a:lnTo>
                  <a:lnTo>
                    <a:pt x="857" y="1152"/>
                  </a:lnTo>
                  <a:lnTo>
                    <a:pt x="853" y="1157"/>
                  </a:lnTo>
                  <a:lnTo>
                    <a:pt x="853" y="1157"/>
                  </a:lnTo>
                  <a:lnTo>
                    <a:pt x="834" y="1170"/>
                  </a:lnTo>
                  <a:lnTo>
                    <a:pt x="815" y="1182"/>
                  </a:lnTo>
                  <a:lnTo>
                    <a:pt x="798" y="1192"/>
                  </a:lnTo>
                  <a:lnTo>
                    <a:pt x="779" y="1200"/>
                  </a:lnTo>
                  <a:lnTo>
                    <a:pt x="761" y="1206"/>
                  </a:lnTo>
                  <a:lnTo>
                    <a:pt x="743" y="1211"/>
                  </a:lnTo>
                  <a:lnTo>
                    <a:pt x="724" y="1214"/>
                  </a:lnTo>
                  <a:lnTo>
                    <a:pt x="706" y="1215"/>
                  </a:lnTo>
                  <a:lnTo>
                    <a:pt x="706" y="1215"/>
                  </a:lnTo>
                  <a:close/>
                  <a:moveTo>
                    <a:pt x="231" y="43"/>
                  </a:moveTo>
                  <a:lnTo>
                    <a:pt x="231" y="43"/>
                  </a:lnTo>
                  <a:lnTo>
                    <a:pt x="206" y="57"/>
                  </a:lnTo>
                  <a:lnTo>
                    <a:pt x="182" y="72"/>
                  </a:lnTo>
                  <a:lnTo>
                    <a:pt x="159" y="90"/>
                  </a:lnTo>
                  <a:lnTo>
                    <a:pt x="137" y="108"/>
                  </a:lnTo>
                  <a:lnTo>
                    <a:pt x="114" y="129"/>
                  </a:lnTo>
                  <a:lnTo>
                    <a:pt x="93" y="151"/>
                  </a:lnTo>
                  <a:lnTo>
                    <a:pt x="73" y="175"/>
                  </a:lnTo>
                  <a:lnTo>
                    <a:pt x="54" y="198"/>
                  </a:lnTo>
                  <a:lnTo>
                    <a:pt x="54" y="198"/>
                  </a:lnTo>
                  <a:lnTo>
                    <a:pt x="50" y="202"/>
                  </a:lnTo>
                  <a:lnTo>
                    <a:pt x="46" y="205"/>
                  </a:lnTo>
                  <a:lnTo>
                    <a:pt x="40" y="208"/>
                  </a:lnTo>
                  <a:lnTo>
                    <a:pt x="40" y="216"/>
                  </a:lnTo>
                  <a:lnTo>
                    <a:pt x="40" y="216"/>
                  </a:lnTo>
                  <a:lnTo>
                    <a:pt x="39" y="280"/>
                  </a:lnTo>
                  <a:lnTo>
                    <a:pt x="40" y="311"/>
                  </a:lnTo>
                  <a:lnTo>
                    <a:pt x="41" y="342"/>
                  </a:lnTo>
                  <a:lnTo>
                    <a:pt x="43" y="371"/>
                  </a:lnTo>
                  <a:lnTo>
                    <a:pt x="45" y="400"/>
                  </a:lnTo>
                  <a:lnTo>
                    <a:pt x="49" y="427"/>
                  </a:lnTo>
                  <a:lnTo>
                    <a:pt x="52" y="453"/>
                  </a:lnTo>
                  <a:lnTo>
                    <a:pt x="56" y="479"/>
                  </a:lnTo>
                  <a:lnTo>
                    <a:pt x="61" y="504"/>
                  </a:lnTo>
                  <a:lnTo>
                    <a:pt x="68" y="529"/>
                  </a:lnTo>
                  <a:lnTo>
                    <a:pt x="74" y="552"/>
                  </a:lnTo>
                  <a:lnTo>
                    <a:pt x="80" y="574"/>
                  </a:lnTo>
                  <a:lnTo>
                    <a:pt x="88" y="596"/>
                  </a:lnTo>
                  <a:lnTo>
                    <a:pt x="96" y="618"/>
                  </a:lnTo>
                  <a:lnTo>
                    <a:pt x="105" y="637"/>
                  </a:lnTo>
                  <a:lnTo>
                    <a:pt x="105" y="637"/>
                  </a:lnTo>
                  <a:lnTo>
                    <a:pt x="107" y="642"/>
                  </a:lnTo>
                  <a:lnTo>
                    <a:pt x="107" y="648"/>
                  </a:lnTo>
                  <a:lnTo>
                    <a:pt x="107" y="654"/>
                  </a:lnTo>
                  <a:lnTo>
                    <a:pt x="112" y="658"/>
                  </a:lnTo>
                  <a:lnTo>
                    <a:pt x="112" y="658"/>
                  </a:lnTo>
                  <a:lnTo>
                    <a:pt x="131" y="671"/>
                  </a:lnTo>
                  <a:lnTo>
                    <a:pt x="148" y="686"/>
                  </a:lnTo>
                  <a:lnTo>
                    <a:pt x="165" y="701"/>
                  </a:lnTo>
                  <a:lnTo>
                    <a:pt x="181" y="718"/>
                  </a:lnTo>
                  <a:lnTo>
                    <a:pt x="213" y="751"/>
                  </a:lnTo>
                  <a:lnTo>
                    <a:pt x="243" y="785"/>
                  </a:lnTo>
                  <a:lnTo>
                    <a:pt x="243" y="785"/>
                  </a:lnTo>
                  <a:lnTo>
                    <a:pt x="276" y="822"/>
                  </a:lnTo>
                  <a:lnTo>
                    <a:pt x="294" y="841"/>
                  </a:lnTo>
                  <a:lnTo>
                    <a:pt x="311" y="859"/>
                  </a:lnTo>
                  <a:lnTo>
                    <a:pt x="579" y="1127"/>
                  </a:lnTo>
                  <a:lnTo>
                    <a:pt x="582" y="1128"/>
                  </a:lnTo>
                  <a:lnTo>
                    <a:pt x="582" y="1128"/>
                  </a:lnTo>
                  <a:lnTo>
                    <a:pt x="585" y="1129"/>
                  </a:lnTo>
                  <a:lnTo>
                    <a:pt x="588" y="1131"/>
                  </a:lnTo>
                  <a:lnTo>
                    <a:pt x="588" y="1131"/>
                  </a:lnTo>
                  <a:lnTo>
                    <a:pt x="604" y="1142"/>
                  </a:lnTo>
                  <a:lnTo>
                    <a:pt x="618" y="1152"/>
                  </a:lnTo>
                  <a:lnTo>
                    <a:pt x="633" y="1159"/>
                  </a:lnTo>
                  <a:lnTo>
                    <a:pt x="647" y="1165"/>
                  </a:lnTo>
                  <a:lnTo>
                    <a:pt x="662" y="1170"/>
                  </a:lnTo>
                  <a:lnTo>
                    <a:pt x="677" y="1174"/>
                  </a:lnTo>
                  <a:lnTo>
                    <a:pt x="691" y="1177"/>
                  </a:lnTo>
                  <a:lnTo>
                    <a:pt x="706" y="1177"/>
                  </a:lnTo>
                  <a:lnTo>
                    <a:pt x="706" y="1177"/>
                  </a:lnTo>
                  <a:lnTo>
                    <a:pt x="720" y="1177"/>
                  </a:lnTo>
                  <a:lnTo>
                    <a:pt x="735" y="1174"/>
                  </a:lnTo>
                  <a:lnTo>
                    <a:pt x="750" y="1170"/>
                  </a:lnTo>
                  <a:lnTo>
                    <a:pt x="765" y="1165"/>
                  </a:lnTo>
                  <a:lnTo>
                    <a:pt x="779" y="1159"/>
                  </a:lnTo>
                  <a:lnTo>
                    <a:pt x="794" y="1152"/>
                  </a:lnTo>
                  <a:lnTo>
                    <a:pt x="808" y="1142"/>
                  </a:lnTo>
                  <a:lnTo>
                    <a:pt x="823" y="1131"/>
                  </a:lnTo>
                  <a:lnTo>
                    <a:pt x="823" y="1131"/>
                  </a:lnTo>
                  <a:lnTo>
                    <a:pt x="824" y="1130"/>
                  </a:lnTo>
                  <a:lnTo>
                    <a:pt x="825" y="1130"/>
                  </a:lnTo>
                  <a:lnTo>
                    <a:pt x="826" y="1129"/>
                  </a:lnTo>
                  <a:lnTo>
                    <a:pt x="865" y="1090"/>
                  </a:lnTo>
                  <a:lnTo>
                    <a:pt x="865" y="1090"/>
                  </a:lnTo>
                  <a:lnTo>
                    <a:pt x="934" y="1017"/>
                  </a:lnTo>
                  <a:lnTo>
                    <a:pt x="1002" y="949"/>
                  </a:lnTo>
                  <a:lnTo>
                    <a:pt x="1069" y="883"/>
                  </a:lnTo>
                  <a:lnTo>
                    <a:pt x="1105" y="850"/>
                  </a:lnTo>
                  <a:lnTo>
                    <a:pt x="1140" y="817"/>
                  </a:lnTo>
                  <a:lnTo>
                    <a:pt x="1143" y="815"/>
                  </a:lnTo>
                  <a:lnTo>
                    <a:pt x="1144" y="811"/>
                  </a:lnTo>
                  <a:lnTo>
                    <a:pt x="1144" y="811"/>
                  </a:lnTo>
                  <a:lnTo>
                    <a:pt x="1145" y="807"/>
                  </a:lnTo>
                  <a:lnTo>
                    <a:pt x="1147" y="803"/>
                  </a:lnTo>
                  <a:lnTo>
                    <a:pt x="1147" y="803"/>
                  </a:lnTo>
                  <a:lnTo>
                    <a:pt x="1157" y="786"/>
                  </a:lnTo>
                  <a:lnTo>
                    <a:pt x="1165" y="770"/>
                  </a:lnTo>
                  <a:lnTo>
                    <a:pt x="1173" y="753"/>
                  </a:lnTo>
                  <a:lnTo>
                    <a:pt x="1177" y="736"/>
                  </a:lnTo>
                  <a:lnTo>
                    <a:pt x="1180" y="720"/>
                  </a:lnTo>
                  <a:lnTo>
                    <a:pt x="1182" y="703"/>
                  </a:lnTo>
                  <a:lnTo>
                    <a:pt x="1182" y="688"/>
                  </a:lnTo>
                  <a:lnTo>
                    <a:pt x="1181" y="672"/>
                  </a:lnTo>
                  <a:lnTo>
                    <a:pt x="1179" y="657"/>
                  </a:lnTo>
                  <a:lnTo>
                    <a:pt x="1176" y="642"/>
                  </a:lnTo>
                  <a:lnTo>
                    <a:pt x="1173" y="628"/>
                  </a:lnTo>
                  <a:lnTo>
                    <a:pt x="1169" y="614"/>
                  </a:lnTo>
                  <a:lnTo>
                    <a:pt x="1158" y="588"/>
                  </a:lnTo>
                  <a:lnTo>
                    <a:pt x="1148" y="564"/>
                  </a:lnTo>
                  <a:lnTo>
                    <a:pt x="1146" y="560"/>
                  </a:lnTo>
                  <a:lnTo>
                    <a:pt x="1143" y="558"/>
                  </a:lnTo>
                  <a:lnTo>
                    <a:pt x="1143" y="558"/>
                  </a:lnTo>
                  <a:lnTo>
                    <a:pt x="1140" y="556"/>
                  </a:lnTo>
                  <a:lnTo>
                    <a:pt x="1140" y="556"/>
                  </a:lnTo>
                  <a:lnTo>
                    <a:pt x="1089" y="514"/>
                  </a:lnTo>
                  <a:lnTo>
                    <a:pt x="1039" y="471"/>
                  </a:lnTo>
                  <a:lnTo>
                    <a:pt x="991" y="427"/>
                  </a:lnTo>
                  <a:lnTo>
                    <a:pt x="942" y="381"/>
                  </a:lnTo>
                  <a:lnTo>
                    <a:pt x="894" y="335"/>
                  </a:lnTo>
                  <a:lnTo>
                    <a:pt x="846" y="289"/>
                  </a:lnTo>
                  <a:lnTo>
                    <a:pt x="752" y="196"/>
                  </a:lnTo>
                  <a:lnTo>
                    <a:pt x="752" y="196"/>
                  </a:lnTo>
                  <a:lnTo>
                    <a:pt x="629" y="75"/>
                  </a:lnTo>
                  <a:lnTo>
                    <a:pt x="627" y="72"/>
                  </a:lnTo>
                  <a:lnTo>
                    <a:pt x="623" y="72"/>
                  </a:lnTo>
                  <a:lnTo>
                    <a:pt x="622" y="71"/>
                  </a:lnTo>
                  <a:lnTo>
                    <a:pt x="622" y="71"/>
                  </a:lnTo>
                  <a:lnTo>
                    <a:pt x="590" y="64"/>
                  </a:lnTo>
                  <a:lnTo>
                    <a:pt x="558" y="57"/>
                  </a:lnTo>
                  <a:lnTo>
                    <a:pt x="525" y="52"/>
                  </a:lnTo>
                  <a:lnTo>
                    <a:pt x="491" y="46"/>
                  </a:lnTo>
                  <a:lnTo>
                    <a:pt x="455" y="43"/>
                  </a:lnTo>
                  <a:lnTo>
                    <a:pt x="417" y="40"/>
                  </a:lnTo>
                  <a:lnTo>
                    <a:pt x="377" y="39"/>
                  </a:lnTo>
                  <a:lnTo>
                    <a:pt x="336" y="38"/>
                  </a:lnTo>
                  <a:lnTo>
                    <a:pt x="336" y="38"/>
                  </a:lnTo>
                  <a:lnTo>
                    <a:pt x="291" y="39"/>
                  </a:lnTo>
                  <a:lnTo>
                    <a:pt x="241" y="40"/>
                  </a:lnTo>
                  <a:lnTo>
                    <a:pt x="236" y="40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1" y="43"/>
                  </a:lnTo>
                  <a:lnTo>
                    <a:pt x="231" y="4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  <p:sp>
          <p:nvSpPr>
            <p:cNvPr id="211" name="Freeform 927"/>
            <p:cNvSpPr>
              <a:spLocks noEditPoints="1"/>
            </p:cNvSpPr>
            <p:nvPr/>
          </p:nvSpPr>
          <p:spPr bwMode="auto">
            <a:xfrm>
              <a:off x="3424238" y="1154113"/>
              <a:ext cx="557213" cy="225425"/>
            </a:xfrm>
            <a:custGeom>
              <a:avLst/>
              <a:gdLst/>
              <a:ahLst/>
              <a:cxnLst>
                <a:cxn ang="0">
                  <a:pos x="77" y="421"/>
                </a:cxn>
                <a:cxn ang="0">
                  <a:pos x="65" y="420"/>
                </a:cxn>
                <a:cxn ang="0">
                  <a:pos x="28" y="385"/>
                </a:cxn>
                <a:cxn ang="0">
                  <a:pos x="2" y="324"/>
                </a:cxn>
                <a:cxn ang="0">
                  <a:pos x="1" y="253"/>
                </a:cxn>
                <a:cxn ang="0">
                  <a:pos x="3" y="188"/>
                </a:cxn>
                <a:cxn ang="0">
                  <a:pos x="40" y="100"/>
                </a:cxn>
                <a:cxn ang="0">
                  <a:pos x="87" y="65"/>
                </a:cxn>
                <a:cxn ang="0">
                  <a:pos x="160" y="37"/>
                </a:cxn>
                <a:cxn ang="0">
                  <a:pos x="250" y="24"/>
                </a:cxn>
                <a:cxn ang="0">
                  <a:pos x="311" y="37"/>
                </a:cxn>
                <a:cxn ang="0">
                  <a:pos x="412" y="72"/>
                </a:cxn>
                <a:cxn ang="0">
                  <a:pos x="529" y="127"/>
                </a:cxn>
                <a:cxn ang="0">
                  <a:pos x="587" y="70"/>
                </a:cxn>
                <a:cxn ang="0">
                  <a:pos x="661" y="29"/>
                </a:cxn>
                <a:cxn ang="0">
                  <a:pos x="790" y="1"/>
                </a:cxn>
                <a:cxn ang="0">
                  <a:pos x="894" y="10"/>
                </a:cxn>
                <a:cxn ang="0">
                  <a:pos x="971" y="35"/>
                </a:cxn>
                <a:cxn ang="0">
                  <a:pos x="1030" y="87"/>
                </a:cxn>
                <a:cxn ang="0">
                  <a:pos x="1052" y="163"/>
                </a:cxn>
                <a:cxn ang="0">
                  <a:pos x="1025" y="252"/>
                </a:cxn>
                <a:cxn ang="0">
                  <a:pos x="951" y="306"/>
                </a:cxn>
                <a:cxn ang="0">
                  <a:pos x="871" y="326"/>
                </a:cxn>
                <a:cxn ang="0">
                  <a:pos x="769" y="315"/>
                </a:cxn>
                <a:cxn ang="0">
                  <a:pos x="623" y="246"/>
                </a:cxn>
                <a:cxn ang="0">
                  <a:pos x="524" y="190"/>
                </a:cxn>
                <a:cxn ang="0">
                  <a:pos x="479" y="259"/>
                </a:cxn>
                <a:cxn ang="0">
                  <a:pos x="458" y="261"/>
                </a:cxn>
                <a:cxn ang="0">
                  <a:pos x="451" y="244"/>
                </a:cxn>
                <a:cxn ang="0">
                  <a:pos x="504" y="162"/>
                </a:cxn>
                <a:cxn ang="0">
                  <a:pos x="394" y="95"/>
                </a:cxn>
                <a:cxn ang="0">
                  <a:pos x="310" y="68"/>
                </a:cxn>
                <a:cxn ang="0">
                  <a:pos x="213" y="57"/>
                </a:cxn>
                <a:cxn ang="0">
                  <a:pos x="142" y="76"/>
                </a:cxn>
                <a:cxn ang="0">
                  <a:pos x="89" y="99"/>
                </a:cxn>
                <a:cxn ang="0">
                  <a:pos x="47" y="159"/>
                </a:cxn>
                <a:cxn ang="0">
                  <a:pos x="30" y="231"/>
                </a:cxn>
                <a:cxn ang="0">
                  <a:pos x="41" y="335"/>
                </a:cxn>
                <a:cxn ang="0">
                  <a:pos x="65" y="372"/>
                </a:cxn>
                <a:cxn ang="0">
                  <a:pos x="101" y="397"/>
                </a:cxn>
                <a:cxn ang="0">
                  <a:pos x="117" y="394"/>
                </a:cxn>
                <a:cxn ang="0">
                  <a:pos x="127" y="410"/>
                </a:cxn>
                <a:cxn ang="0">
                  <a:pos x="112" y="425"/>
                </a:cxn>
                <a:cxn ang="0">
                  <a:pos x="819" y="29"/>
                </a:cxn>
                <a:cxn ang="0">
                  <a:pos x="736" y="41"/>
                </a:cxn>
                <a:cxn ang="0">
                  <a:pos x="628" y="80"/>
                </a:cxn>
                <a:cxn ang="0">
                  <a:pos x="550" y="152"/>
                </a:cxn>
                <a:cxn ang="0">
                  <a:pos x="632" y="213"/>
                </a:cxn>
                <a:cxn ang="0">
                  <a:pos x="723" y="264"/>
                </a:cxn>
                <a:cxn ang="0">
                  <a:pos x="808" y="289"/>
                </a:cxn>
                <a:cxn ang="0">
                  <a:pos x="922" y="285"/>
                </a:cxn>
                <a:cxn ang="0">
                  <a:pos x="994" y="243"/>
                </a:cxn>
                <a:cxn ang="0">
                  <a:pos x="1021" y="169"/>
                </a:cxn>
                <a:cxn ang="0">
                  <a:pos x="1014" y="119"/>
                </a:cxn>
                <a:cxn ang="0">
                  <a:pos x="991" y="91"/>
                </a:cxn>
                <a:cxn ang="0">
                  <a:pos x="938" y="55"/>
                </a:cxn>
                <a:cxn ang="0">
                  <a:pos x="849" y="32"/>
                </a:cxn>
              </a:cxnLst>
              <a:rect l="0" t="0" r="r" b="b"/>
              <a:pathLst>
                <a:path w="1052" h="426">
                  <a:moveTo>
                    <a:pt x="96" y="426"/>
                  </a:moveTo>
                  <a:lnTo>
                    <a:pt x="96" y="426"/>
                  </a:lnTo>
                  <a:lnTo>
                    <a:pt x="90" y="425"/>
                  </a:lnTo>
                  <a:lnTo>
                    <a:pt x="85" y="425"/>
                  </a:lnTo>
                  <a:lnTo>
                    <a:pt x="80" y="423"/>
                  </a:lnTo>
                  <a:lnTo>
                    <a:pt x="77" y="421"/>
                  </a:lnTo>
                  <a:lnTo>
                    <a:pt x="74" y="418"/>
                  </a:lnTo>
                  <a:lnTo>
                    <a:pt x="68" y="423"/>
                  </a:lnTo>
                  <a:lnTo>
                    <a:pt x="68" y="421"/>
                  </a:lnTo>
                  <a:lnTo>
                    <a:pt x="68" y="421"/>
                  </a:lnTo>
                  <a:lnTo>
                    <a:pt x="65" y="420"/>
                  </a:lnTo>
                  <a:lnTo>
                    <a:pt x="65" y="420"/>
                  </a:lnTo>
                  <a:lnTo>
                    <a:pt x="59" y="417"/>
                  </a:lnTo>
                  <a:lnTo>
                    <a:pt x="53" y="413"/>
                  </a:lnTo>
                  <a:lnTo>
                    <a:pt x="53" y="413"/>
                  </a:lnTo>
                  <a:lnTo>
                    <a:pt x="44" y="405"/>
                  </a:lnTo>
                  <a:lnTo>
                    <a:pt x="36" y="396"/>
                  </a:lnTo>
                  <a:lnTo>
                    <a:pt x="28" y="385"/>
                  </a:lnTo>
                  <a:lnTo>
                    <a:pt x="21" y="373"/>
                  </a:lnTo>
                  <a:lnTo>
                    <a:pt x="14" y="361"/>
                  </a:lnTo>
                  <a:lnTo>
                    <a:pt x="9" y="349"/>
                  </a:lnTo>
                  <a:lnTo>
                    <a:pt x="5" y="336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13"/>
                  </a:lnTo>
                  <a:lnTo>
                    <a:pt x="0" y="300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1" y="234"/>
                  </a:lnTo>
                  <a:lnTo>
                    <a:pt x="1" y="234"/>
                  </a:lnTo>
                  <a:lnTo>
                    <a:pt x="0" y="210"/>
                  </a:lnTo>
                  <a:lnTo>
                    <a:pt x="1" y="198"/>
                  </a:lnTo>
                  <a:lnTo>
                    <a:pt x="3" y="188"/>
                  </a:lnTo>
                  <a:lnTo>
                    <a:pt x="3" y="188"/>
                  </a:lnTo>
                  <a:lnTo>
                    <a:pt x="8" y="166"/>
                  </a:lnTo>
                  <a:lnTo>
                    <a:pt x="13" y="153"/>
                  </a:lnTo>
                  <a:lnTo>
                    <a:pt x="18" y="139"/>
                  </a:lnTo>
                  <a:lnTo>
                    <a:pt x="25" y="126"/>
                  </a:lnTo>
                  <a:lnTo>
                    <a:pt x="32" y="112"/>
                  </a:lnTo>
                  <a:lnTo>
                    <a:pt x="40" y="100"/>
                  </a:lnTo>
                  <a:lnTo>
                    <a:pt x="44" y="95"/>
                  </a:lnTo>
                  <a:lnTo>
                    <a:pt x="49" y="89"/>
                  </a:lnTo>
                  <a:lnTo>
                    <a:pt x="49" y="89"/>
                  </a:lnTo>
                  <a:lnTo>
                    <a:pt x="62" y="80"/>
                  </a:lnTo>
                  <a:lnTo>
                    <a:pt x="73" y="72"/>
                  </a:lnTo>
                  <a:lnTo>
                    <a:pt x="87" y="65"/>
                  </a:lnTo>
                  <a:lnTo>
                    <a:pt x="100" y="58"/>
                  </a:lnTo>
                  <a:lnTo>
                    <a:pt x="114" y="53"/>
                  </a:lnTo>
                  <a:lnTo>
                    <a:pt x="127" y="47"/>
                  </a:lnTo>
                  <a:lnTo>
                    <a:pt x="156" y="38"/>
                  </a:lnTo>
                  <a:lnTo>
                    <a:pt x="160" y="37"/>
                  </a:lnTo>
                  <a:lnTo>
                    <a:pt x="160" y="37"/>
                  </a:lnTo>
                  <a:lnTo>
                    <a:pt x="180" y="31"/>
                  </a:lnTo>
                  <a:lnTo>
                    <a:pt x="198" y="27"/>
                  </a:lnTo>
                  <a:lnTo>
                    <a:pt x="21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50" y="24"/>
                  </a:lnTo>
                  <a:lnTo>
                    <a:pt x="262" y="25"/>
                  </a:lnTo>
                  <a:lnTo>
                    <a:pt x="275" y="27"/>
                  </a:lnTo>
                  <a:lnTo>
                    <a:pt x="287" y="31"/>
                  </a:lnTo>
                  <a:lnTo>
                    <a:pt x="287" y="31"/>
                  </a:lnTo>
                  <a:lnTo>
                    <a:pt x="309" y="36"/>
                  </a:lnTo>
                  <a:lnTo>
                    <a:pt x="311" y="37"/>
                  </a:lnTo>
                  <a:lnTo>
                    <a:pt x="311" y="37"/>
                  </a:lnTo>
                  <a:lnTo>
                    <a:pt x="338" y="44"/>
                  </a:lnTo>
                  <a:lnTo>
                    <a:pt x="362" y="51"/>
                  </a:lnTo>
                  <a:lnTo>
                    <a:pt x="387" y="60"/>
                  </a:lnTo>
                  <a:lnTo>
                    <a:pt x="400" y="66"/>
                  </a:lnTo>
                  <a:lnTo>
                    <a:pt x="412" y="72"/>
                  </a:lnTo>
                  <a:lnTo>
                    <a:pt x="412" y="72"/>
                  </a:lnTo>
                  <a:lnTo>
                    <a:pt x="438" y="85"/>
                  </a:lnTo>
                  <a:lnTo>
                    <a:pt x="464" y="100"/>
                  </a:lnTo>
                  <a:lnTo>
                    <a:pt x="513" y="130"/>
                  </a:lnTo>
                  <a:lnTo>
                    <a:pt x="523" y="136"/>
                  </a:lnTo>
                  <a:lnTo>
                    <a:pt x="529" y="127"/>
                  </a:lnTo>
                  <a:lnTo>
                    <a:pt x="529" y="127"/>
                  </a:lnTo>
                  <a:lnTo>
                    <a:pt x="540" y="113"/>
                  </a:lnTo>
                  <a:lnTo>
                    <a:pt x="551" y="101"/>
                  </a:lnTo>
                  <a:lnTo>
                    <a:pt x="563" y="89"/>
                  </a:lnTo>
                  <a:lnTo>
                    <a:pt x="574" y="79"/>
                  </a:lnTo>
                  <a:lnTo>
                    <a:pt x="587" y="70"/>
                  </a:lnTo>
                  <a:lnTo>
                    <a:pt x="599" y="60"/>
                  </a:lnTo>
                  <a:lnTo>
                    <a:pt x="611" y="52"/>
                  </a:lnTo>
                  <a:lnTo>
                    <a:pt x="625" y="45"/>
                  </a:lnTo>
                  <a:lnTo>
                    <a:pt x="625" y="45"/>
                  </a:lnTo>
                  <a:lnTo>
                    <a:pt x="642" y="37"/>
                  </a:lnTo>
                  <a:lnTo>
                    <a:pt x="661" y="29"/>
                  </a:lnTo>
                  <a:lnTo>
                    <a:pt x="680" y="23"/>
                  </a:lnTo>
                  <a:lnTo>
                    <a:pt x="698" y="18"/>
                  </a:lnTo>
                  <a:lnTo>
                    <a:pt x="734" y="10"/>
                  </a:lnTo>
                  <a:lnTo>
                    <a:pt x="767" y="4"/>
                  </a:lnTo>
                  <a:lnTo>
                    <a:pt x="767" y="4"/>
                  </a:lnTo>
                  <a:lnTo>
                    <a:pt x="790" y="1"/>
                  </a:lnTo>
                  <a:lnTo>
                    <a:pt x="813" y="0"/>
                  </a:lnTo>
                  <a:lnTo>
                    <a:pt x="813" y="0"/>
                  </a:lnTo>
                  <a:lnTo>
                    <a:pt x="826" y="0"/>
                  </a:lnTo>
                  <a:lnTo>
                    <a:pt x="841" y="1"/>
                  </a:lnTo>
                  <a:lnTo>
                    <a:pt x="868" y="5"/>
                  </a:lnTo>
                  <a:lnTo>
                    <a:pt x="894" y="10"/>
                  </a:lnTo>
                  <a:lnTo>
                    <a:pt x="922" y="16"/>
                  </a:lnTo>
                  <a:lnTo>
                    <a:pt x="922" y="16"/>
                  </a:lnTo>
                  <a:lnTo>
                    <a:pt x="935" y="19"/>
                  </a:lnTo>
                  <a:lnTo>
                    <a:pt x="947" y="23"/>
                  </a:lnTo>
                  <a:lnTo>
                    <a:pt x="959" y="28"/>
                  </a:lnTo>
                  <a:lnTo>
                    <a:pt x="971" y="35"/>
                  </a:lnTo>
                  <a:lnTo>
                    <a:pt x="982" y="42"/>
                  </a:lnTo>
                  <a:lnTo>
                    <a:pt x="994" y="49"/>
                  </a:lnTo>
                  <a:lnTo>
                    <a:pt x="1004" y="57"/>
                  </a:lnTo>
                  <a:lnTo>
                    <a:pt x="1013" y="67"/>
                  </a:lnTo>
                  <a:lnTo>
                    <a:pt x="1022" y="77"/>
                  </a:lnTo>
                  <a:lnTo>
                    <a:pt x="1030" y="87"/>
                  </a:lnTo>
                  <a:lnTo>
                    <a:pt x="1037" y="99"/>
                  </a:lnTo>
                  <a:lnTo>
                    <a:pt x="1043" y="110"/>
                  </a:lnTo>
                  <a:lnTo>
                    <a:pt x="1047" y="122"/>
                  </a:lnTo>
                  <a:lnTo>
                    <a:pt x="1050" y="135"/>
                  </a:lnTo>
                  <a:lnTo>
                    <a:pt x="1052" y="148"/>
                  </a:lnTo>
                  <a:lnTo>
                    <a:pt x="1052" y="163"/>
                  </a:lnTo>
                  <a:lnTo>
                    <a:pt x="1052" y="163"/>
                  </a:lnTo>
                  <a:lnTo>
                    <a:pt x="1050" y="183"/>
                  </a:lnTo>
                  <a:lnTo>
                    <a:pt x="1047" y="203"/>
                  </a:lnTo>
                  <a:lnTo>
                    <a:pt x="1041" y="221"/>
                  </a:lnTo>
                  <a:lnTo>
                    <a:pt x="1034" y="237"/>
                  </a:lnTo>
                  <a:lnTo>
                    <a:pt x="1025" y="252"/>
                  </a:lnTo>
                  <a:lnTo>
                    <a:pt x="1014" y="264"/>
                  </a:lnTo>
                  <a:lnTo>
                    <a:pt x="1003" y="275"/>
                  </a:lnTo>
                  <a:lnTo>
                    <a:pt x="991" y="285"/>
                  </a:lnTo>
                  <a:lnTo>
                    <a:pt x="978" y="293"/>
                  </a:lnTo>
                  <a:lnTo>
                    <a:pt x="965" y="300"/>
                  </a:lnTo>
                  <a:lnTo>
                    <a:pt x="951" y="306"/>
                  </a:lnTo>
                  <a:lnTo>
                    <a:pt x="938" y="311"/>
                  </a:lnTo>
                  <a:lnTo>
                    <a:pt x="924" y="316"/>
                  </a:lnTo>
                  <a:lnTo>
                    <a:pt x="912" y="320"/>
                  </a:lnTo>
                  <a:lnTo>
                    <a:pt x="887" y="324"/>
                  </a:lnTo>
                  <a:lnTo>
                    <a:pt x="887" y="324"/>
                  </a:lnTo>
                  <a:lnTo>
                    <a:pt x="871" y="326"/>
                  </a:lnTo>
                  <a:lnTo>
                    <a:pt x="854" y="327"/>
                  </a:lnTo>
                  <a:lnTo>
                    <a:pt x="854" y="327"/>
                  </a:lnTo>
                  <a:lnTo>
                    <a:pt x="841" y="326"/>
                  </a:lnTo>
                  <a:lnTo>
                    <a:pt x="827" y="325"/>
                  </a:lnTo>
                  <a:lnTo>
                    <a:pt x="799" y="321"/>
                  </a:lnTo>
                  <a:lnTo>
                    <a:pt x="769" y="315"/>
                  </a:lnTo>
                  <a:lnTo>
                    <a:pt x="740" y="305"/>
                  </a:lnTo>
                  <a:lnTo>
                    <a:pt x="711" y="294"/>
                  </a:lnTo>
                  <a:lnTo>
                    <a:pt x="681" y="281"/>
                  </a:lnTo>
                  <a:lnTo>
                    <a:pt x="652" y="265"/>
                  </a:lnTo>
                  <a:lnTo>
                    <a:pt x="623" y="246"/>
                  </a:lnTo>
                  <a:lnTo>
                    <a:pt x="623" y="246"/>
                  </a:lnTo>
                  <a:lnTo>
                    <a:pt x="597" y="229"/>
                  </a:lnTo>
                  <a:lnTo>
                    <a:pt x="571" y="209"/>
                  </a:lnTo>
                  <a:lnTo>
                    <a:pt x="571" y="209"/>
                  </a:lnTo>
                  <a:lnTo>
                    <a:pt x="541" y="187"/>
                  </a:lnTo>
                  <a:lnTo>
                    <a:pt x="531" y="179"/>
                  </a:lnTo>
                  <a:lnTo>
                    <a:pt x="524" y="190"/>
                  </a:lnTo>
                  <a:lnTo>
                    <a:pt x="524" y="190"/>
                  </a:lnTo>
                  <a:lnTo>
                    <a:pt x="500" y="227"/>
                  </a:lnTo>
                  <a:lnTo>
                    <a:pt x="500" y="227"/>
                  </a:lnTo>
                  <a:lnTo>
                    <a:pt x="482" y="256"/>
                  </a:lnTo>
                  <a:lnTo>
                    <a:pt x="482" y="256"/>
                  </a:lnTo>
                  <a:lnTo>
                    <a:pt x="479" y="259"/>
                  </a:lnTo>
                  <a:lnTo>
                    <a:pt x="476" y="262"/>
                  </a:lnTo>
                  <a:lnTo>
                    <a:pt x="473" y="263"/>
                  </a:lnTo>
                  <a:lnTo>
                    <a:pt x="469" y="263"/>
                  </a:lnTo>
                  <a:lnTo>
                    <a:pt x="469" y="263"/>
                  </a:lnTo>
                  <a:lnTo>
                    <a:pt x="464" y="263"/>
                  </a:lnTo>
                  <a:lnTo>
                    <a:pt x="458" y="261"/>
                  </a:lnTo>
                  <a:lnTo>
                    <a:pt x="455" y="258"/>
                  </a:lnTo>
                  <a:lnTo>
                    <a:pt x="452" y="254"/>
                  </a:lnTo>
                  <a:lnTo>
                    <a:pt x="452" y="254"/>
                  </a:lnTo>
                  <a:lnTo>
                    <a:pt x="451" y="251"/>
                  </a:lnTo>
                  <a:lnTo>
                    <a:pt x="450" y="247"/>
                  </a:lnTo>
                  <a:lnTo>
                    <a:pt x="451" y="244"/>
                  </a:lnTo>
                  <a:lnTo>
                    <a:pt x="453" y="240"/>
                  </a:lnTo>
                  <a:lnTo>
                    <a:pt x="453" y="240"/>
                  </a:lnTo>
                  <a:lnTo>
                    <a:pt x="474" y="208"/>
                  </a:lnTo>
                  <a:lnTo>
                    <a:pt x="474" y="208"/>
                  </a:lnTo>
                  <a:lnTo>
                    <a:pt x="498" y="172"/>
                  </a:lnTo>
                  <a:lnTo>
                    <a:pt x="504" y="162"/>
                  </a:lnTo>
                  <a:lnTo>
                    <a:pt x="477" y="144"/>
                  </a:lnTo>
                  <a:lnTo>
                    <a:pt x="477" y="144"/>
                  </a:lnTo>
                  <a:lnTo>
                    <a:pt x="445" y="123"/>
                  </a:lnTo>
                  <a:lnTo>
                    <a:pt x="429" y="113"/>
                  </a:lnTo>
                  <a:lnTo>
                    <a:pt x="412" y="104"/>
                  </a:lnTo>
                  <a:lnTo>
                    <a:pt x="394" y="95"/>
                  </a:lnTo>
                  <a:lnTo>
                    <a:pt x="377" y="86"/>
                  </a:lnTo>
                  <a:lnTo>
                    <a:pt x="359" y="80"/>
                  </a:lnTo>
                  <a:lnTo>
                    <a:pt x="343" y="75"/>
                  </a:lnTo>
                  <a:lnTo>
                    <a:pt x="335" y="74"/>
                  </a:lnTo>
                  <a:lnTo>
                    <a:pt x="335" y="74"/>
                  </a:lnTo>
                  <a:lnTo>
                    <a:pt x="310" y="68"/>
                  </a:lnTo>
                  <a:lnTo>
                    <a:pt x="284" y="63"/>
                  </a:lnTo>
                  <a:lnTo>
                    <a:pt x="256" y="58"/>
                  </a:lnTo>
                  <a:lnTo>
                    <a:pt x="243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13" y="57"/>
                  </a:lnTo>
                  <a:lnTo>
                    <a:pt x="196" y="59"/>
                  </a:lnTo>
                  <a:lnTo>
                    <a:pt x="182" y="64"/>
                  </a:lnTo>
                  <a:lnTo>
                    <a:pt x="167" y="68"/>
                  </a:lnTo>
                  <a:lnTo>
                    <a:pt x="167" y="68"/>
                  </a:lnTo>
                  <a:lnTo>
                    <a:pt x="156" y="72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28" y="81"/>
                  </a:lnTo>
                  <a:lnTo>
                    <a:pt x="115" y="86"/>
                  </a:lnTo>
                  <a:lnTo>
                    <a:pt x="101" y="91"/>
                  </a:lnTo>
                  <a:lnTo>
                    <a:pt x="89" y="99"/>
                  </a:lnTo>
                  <a:lnTo>
                    <a:pt x="89" y="99"/>
                  </a:lnTo>
                  <a:lnTo>
                    <a:pt x="81" y="106"/>
                  </a:lnTo>
                  <a:lnTo>
                    <a:pt x="74" y="112"/>
                  </a:lnTo>
                  <a:lnTo>
                    <a:pt x="68" y="119"/>
                  </a:lnTo>
                  <a:lnTo>
                    <a:pt x="63" y="127"/>
                  </a:lnTo>
                  <a:lnTo>
                    <a:pt x="55" y="143"/>
                  </a:lnTo>
                  <a:lnTo>
                    <a:pt x="47" y="159"/>
                  </a:lnTo>
                  <a:lnTo>
                    <a:pt x="44" y="166"/>
                  </a:lnTo>
                  <a:lnTo>
                    <a:pt x="44" y="166"/>
                  </a:lnTo>
                  <a:lnTo>
                    <a:pt x="40" y="175"/>
                  </a:lnTo>
                  <a:lnTo>
                    <a:pt x="37" y="184"/>
                  </a:lnTo>
                  <a:lnTo>
                    <a:pt x="33" y="207"/>
                  </a:lnTo>
                  <a:lnTo>
                    <a:pt x="30" y="231"/>
                  </a:lnTo>
                  <a:lnTo>
                    <a:pt x="29" y="256"/>
                  </a:lnTo>
                  <a:lnTo>
                    <a:pt x="30" y="281"/>
                  </a:lnTo>
                  <a:lnTo>
                    <a:pt x="33" y="304"/>
                  </a:lnTo>
                  <a:lnTo>
                    <a:pt x="35" y="316"/>
                  </a:lnTo>
                  <a:lnTo>
                    <a:pt x="38" y="326"/>
                  </a:lnTo>
                  <a:lnTo>
                    <a:pt x="41" y="335"/>
                  </a:lnTo>
                  <a:lnTo>
                    <a:pt x="45" y="344"/>
                  </a:lnTo>
                  <a:lnTo>
                    <a:pt x="45" y="344"/>
                  </a:lnTo>
                  <a:lnTo>
                    <a:pt x="49" y="353"/>
                  </a:lnTo>
                  <a:lnTo>
                    <a:pt x="55" y="360"/>
                  </a:lnTo>
                  <a:lnTo>
                    <a:pt x="60" y="366"/>
                  </a:lnTo>
                  <a:lnTo>
                    <a:pt x="65" y="372"/>
                  </a:lnTo>
                  <a:lnTo>
                    <a:pt x="71" y="378"/>
                  </a:lnTo>
                  <a:lnTo>
                    <a:pt x="77" y="382"/>
                  </a:lnTo>
                  <a:lnTo>
                    <a:pt x="92" y="391"/>
                  </a:lnTo>
                  <a:lnTo>
                    <a:pt x="92" y="391"/>
                  </a:lnTo>
                  <a:lnTo>
                    <a:pt x="97" y="394"/>
                  </a:lnTo>
                  <a:lnTo>
                    <a:pt x="101" y="397"/>
                  </a:lnTo>
                  <a:lnTo>
                    <a:pt x="108" y="390"/>
                  </a:lnTo>
                  <a:lnTo>
                    <a:pt x="109" y="393"/>
                  </a:lnTo>
                  <a:lnTo>
                    <a:pt x="109" y="393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7" y="394"/>
                  </a:lnTo>
                  <a:lnTo>
                    <a:pt x="121" y="395"/>
                  </a:lnTo>
                  <a:lnTo>
                    <a:pt x="123" y="397"/>
                  </a:lnTo>
                  <a:lnTo>
                    <a:pt x="125" y="400"/>
                  </a:lnTo>
                  <a:lnTo>
                    <a:pt x="127" y="405"/>
                  </a:lnTo>
                  <a:lnTo>
                    <a:pt x="127" y="410"/>
                  </a:lnTo>
                  <a:lnTo>
                    <a:pt x="127" y="410"/>
                  </a:lnTo>
                  <a:lnTo>
                    <a:pt x="127" y="413"/>
                  </a:lnTo>
                  <a:lnTo>
                    <a:pt x="125" y="419"/>
                  </a:lnTo>
                  <a:lnTo>
                    <a:pt x="123" y="421"/>
                  </a:lnTo>
                  <a:lnTo>
                    <a:pt x="121" y="423"/>
                  </a:lnTo>
                  <a:lnTo>
                    <a:pt x="117" y="425"/>
                  </a:lnTo>
                  <a:lnTo>
                    <a:pt x="112" y="425"/>
                  </a:lnTo>
                  <a:lnTo>
                    <a:pt x="112" y="425"/>
                  </a:lnTo>
                  <a:lnTo>
                    <a:pt x="103" y="426"/>
                  </a:lnTo>
                  <a:lnTo>
                    <a:pt x="103" y="426"/>
                  </a:lnTo>
                  <a:lnTo>
                    <a:pt x="96" y="426"/>
                  </a:lnTo>
                  <a:lnTo>
                    <a:pt x="96" y="426"/>
                  </a:lnTo>
                  <a:close/>
                  <a:moveTo>
                    <a:pt x="819" y="29"/>
                  </a:moveTo>
                  <a:lnTo>
                    <a:pt x="819" y="29"/>
                  </a:lnTo>
                  <a:lnTo>
                    <a:pt x="805" y="31"/>
                  </a:lnTo>
                  <a:lnTo>
                    <a:pt x="788" y="32"/>
                  </a:lnTo>
                  <a:lnTo>
                    <a:pt x="771" y="34"/>
                  </a:lnTo>
                  <a:lnTo>
                    <a:pt x="754" y="37"/>
                  </a:lnTo>
                  <a:lnTo>
                    <a:pt x="736" y="41"/>
                  </a:lnTo>
                  <a:lnTo>
                    <a:pt x="717" y="46"/>
                  </a:lnTo>
                  <a:lnTo>
                    <a:pt x="675" y="58"/>
                  </a:lnTo>
                  <a:lnTo>
                    <a:pt x="675" y="58"/>
                  </a:lnTo>
                  <a:lnTo>
                    <a:pt x="659" y="65"/>
                  </a:lnTo>
                  <a:lnTo>
                    <a:pt x="643" y="72"/>
                  </a:lnTo>
                  <a:lnTo>
                    <a:pt x="628" y="80"/>
                  </a:lnTo>
                  <a:lnTo>
                    <a:pt x="613" y="90"/>
                  </a:lnTo>
                  <a:lnTo>
                    <a:pt x="599" y="101"/>
                  </a:lnTo>
                  <a:lnTo>
                    <a:pt x="586" y="113"/>
                  </a:lnTo>
                  <a:lnTo>
                    <a:pt x="572" y="127"/>
                  </a:lnTo>
                  <a:lnTo>
                    <a:pt x="559" y="142"/>
                  </a:lnTo>
                  <a:lnTo>
                    <a:pt x="550" y="152"/>
                  </a:lnTo>
                  <a:lnTo>
                    <a:pt x="562" y="160"/>
                  </a:lnTo>
                  <a:lnTo>
                    <a:pt x="562" y="160"/>
                  </a:lnTo>
                  <a:lnTo>
                    <a:pt x="582" y="174"/>
                  </a:lnTo>
                  <a:lnTo>
                    <a:pt x="602" y="190"/>
                  </a:lnTo>
                  <a:lnTo>
                    <a:pt x="602" y="190"/>
                  </a:lnTo>
                  <a:lnTo>
                    <a:pt x="632" y="213"/>
                  </a:lnTo>
                  <a:lnTo>
                    <a:pt x="648" y="224"/>
                  </a:lnTo>
                  <a:lnTo>
                    <a:pt x="664" y="234"/>
                  </a:lnTo>
                  <a:lnTo>
                    <a:pt x="664" y="234"/>
                  </a:lnTo>
                  <a:lnTo>
                    <a:pt x="688" y="246"/>
                  </a:lnTo>
                  <a:lnTo>
                    <a:pt x="704" y="255"/>
                  </a:lnTo>
                  <a:lnTo>
                    <a:pt x="723" y="264"/>
                  </a:lnTo>
                  <a:lnTo>
                    <a:pt x="744" y="272"/>
                  </a:lnTo>
                  <a:lnTo>
                    <a:pt x="765" y="279"/>
                  </a:lnTo>
                  <a:lnTo>
                    <a:pt x="787" y="286"/>
                  </a:lnTo>
                  <a:lnTo>
                    <a:pt x="797" y="288"/>
                  </a:lnTo>
                  <a:lnTo>
                    <a:pt x="808" y="289"/>
                  </a:lnTo>
                  <a:lnTo>
                    <a:pt x="808" y="289"/>
                  </a:lnTo>
                  <a:lnTo>
                    <a:pt x="834" y="291"/>
                  </a:lnTo>
                  <a:lnTo>
                    <a:pt x="859" y="292"/>
                  </a:lnTo>
                  <a:lnTo>
                    <a:pt x="859" y="292"/>
                  </a:lnTo>
                  <a:lnTo>
                    <a:pt x="882" y="291"/>
                  </a:lnTo>
                  <a:lnTo>
                    <a:pt x="903" y="289"/>
                  </a:lnTo>
                  <a:lnTo>
                    <a:pt x="922" y="285"/>
                  </a:lnTo>
                  <a:lnTo>
                    <a:pt x="940" y="279"/>
                  </a:lnTo>
                  <a:lnTo>
                    <a:pt x="955" y="273"/>
                  </a:lnTo>
                  <a:lnTo>
                    <a:pt x="970" y="265"/>
                  </a:lnTo>
                  <a:lnTo>
                    <a:pt x="983" y="255"/>
                  </a:lnTo>
                  <a:lnTo>
                    <a:pt x="994" y="243"/>
                  </a:lnTo>
                  <a:lnTo>
                    <a:pt x="994" y="243"/>
                  </a:lnTo>
                  <a:lnTo>
                    <a:pt x="1001" y="233"/>
                  </a:lnTo>
                  <a:lnTo>
                    <a:pt x="1007" y="222"/>
                  </a:lnTo>
                  <a:lnTo>
                    <a:pt x="1012" y="209"/>
                  </a:lnTo>
                  <a:lnTo>
                    <a:pt x="1016" y="197"/>
                  </a:lnTo>
                  <a:lnTo>
                    <a:pt x="1019" y="182"/>
                  </a:lnTo>
                  <a:lnTo>
                    <a:pt x="1021" y="169"/>
                  </a:lnTo>
                  <a:lnTo>
                    <a:pt x="1021" y="156"/>
                  </a:lnTo>
                  <a:lnTo>
                    <a:pt x="1020" y="142"/>
                  </a:lnTo>
                  <a:lnTo>
                    <a:pt x="1020" y="142"/>
                  </a:lnTo>
                  <a:lnTo>
                    <a:pt x="1019" y="134"/>
                  </a:lnTo>
                  <a:lnTo>
                    <a:pt x="1016" y="127"/>
                  </a:lnTo>
                  <a:lnTo>
                    <a:pt x="1014" y="119"/>
                  </a:lnTo>
                  <a:lnTo>
                    <a:pt x="1010" y="113"/>
                  </a:lnTo>
                  <a:lnTo>
                    <a:pt x="1007" y="107"/>
                  </a:lnTo>
                  <a:lnTo>
                    <a:pt x="1002" y="101"/>
                  </a:lnTo>
                  <a:lnTo>
                    <a:pt x="997" y="96"/>
                  </a:lnTo>
                  <a:lnTo>
                    <a:pt x="991" y="91"/>
                  </a:lnTo>
                  <a:lnTo>
                    <a:pt x="991" y="91"/>
                  </a:lnTo>
                  <a:lnTo>
                    <a:pt x="973" y="79"/>
                  </a:lnTo>
                  <a:lnTo>
                    <a:pt x="973" y="79"/>
                  </a:lnTo>
                  <a:lnTo>
                    <a:pt x="956" y="67"/>
                  </a:lnTo>
                  <a:lnTo>
                    <a:pt x="947" y="60"/>
                  </a:lnTo>
                  <a:lnTo>
                    <a:pt x="938" y="55"/>
                  </a:lnTo>
                  <a:lnTo>
                    <a:pt x="938" y="55"/>
                  </a:lnTo>
                  <a:lnTo>
                    <a:pt x="926" y="50"/>
                  </a:lnTo>
                  <a:lnTo>
                    <a:pt x="914" y="46"/>
                  </a:lnTo>
                  <a:lnTo>
                    <a:pt x="889" y="39"/>
                  </a:lnTo>
                  <a:lnTo>
                    <a:pt x="865" y="35"/>
                  </a:lnTo>
                  <a:lnTo>
                    <a:pt x="849" y="32"/>
                  </a:lnTo>
                  <a:lnTo>
                    <a:pt x="849" y="32"/>
                  </a:lnTo>
                  <a:lnTo>
                    <a:pt x="834" y="31"/>
                  </a:lnTo>
                  <a:lnTo>
                    <a:pt x="819" y="29"/>
                  </a:lnTo>
                  <a:lnTo>
                    <a:pt x="819" y="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005790"/>
                </a:solidFill>
              </a:endParaRPr>
            </a:p>
          </p:txBody>
        </p:sp>
      </p:grpSp>
      <p:sp>
        <p:nvSpPr>
          <p:cNvPr id="212" name="矩形 211"/>
          <p:cNvSpPr/>
          <p:nvPr/>
        </p:nvSpPr>
        <p:spPr>
          <a:xfrm>
            <a:off x="8221980" y="4408170"/>
            <a:ext cx="194627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数据可视化</a:t>
            </a:r>
          </a:p>
          <a:p>
            <a:pPr algn="ctr"/>
            <a:r>
              <a:rPr lang="zh-CN" altLang="en-US" sz="24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界面美化</a:t>
            </a:r>
          </a:p>
        </p:txBody>
      </p:sp>
      <p:sp>
        <p:nvSpPr>
          <p:cNvPr id="213" name="矩形 212"/>
          <p:cNvSpPr/>
          <p:nvPr/>
        </p:nvSpPr>
        <p:spPr>
          <a:xfrm>
            <a:off x="8679527" y="3836986"/>
            <a:ext cx="140745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step4</a:t>
            </a:r>
          </a:p>
        </p:txBody>
      </p:sp>
      <p:sp>
        <p:nvSpPr>
          <p:cNvPr id="214" name="Freeform 30"/>
          <p:cNvSpPr>
            <a:spLocks noEditPoints="1"/>
          </p:cNvSpPr>
          <p:nvPr/>
        </p:nvSpPr>
        <p:spPr bwMode="auto">
          <a:xfrm>
            <a:off x="8391608" y="397940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4139565" y="5518785"/>
            <a:ext cx="14071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数据清洗</a:t>
            </a:r>
          </a:p>
        </p:txBody>
      </p:sp>
      <p:sp>
        <p:nvSpPr>
          <p:cNvPr id="216" name="矩形 215"/>
          <p:cNvSpPr/>
          <p:nvPr/>
        </p:nvSpPr>
        <p:spPr>
          <a:xfrm>
            <a:off x="4467624" y="4957435"/>
            <a:ext cx="140745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step2</a:t>
            </a:r>
            <a:endParaRPr lang="en-US" altLang="zh-CN" sz="2800" b="1" dirty="0">
              <a:solidFill>
                <a:srgbClr val="C00000"/>
              </a:solidFill>
              <a:latin typeface="新蒂黑板报" panose="03000600000000000000" pitchFamily="66" charset="-122"/>
              <a:ea typeface="新蒂黑板报" panose="03000600000000000000" pitchFamily="66" charset="-122"/>
            </a:endParaRPr>
          </a:p>
        </p:txBody>
      </p:sp>
      <p:sp>
        <p:nvSpPr>
          <p:cNvPr id="217" name="Freeform 30"/>
          <p:cNvSpPr>
            <a:spLocks noEditPoints="1"/>
          </p:cNvSpPr>
          <p:nvPr/>
        </p:nvSpPr>
        <p:spPr bwMode="auto">
          <a:xfrm>
            <a:off x="4179706" y="5099854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577205" y="2303145"/>
            <a:ext cx="20726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solidFill>
                  <a:srgbClr val="005790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分析数据</a:t>
            </a:r>
          </a:p>
          <a:p>
            <a:pPr algn="ctr"/>
            <a:r>
              <a:rPr lang="zh-CN" altLang="en-US" sz="2400">
                <a:solidFill>
                  <a:srgbClr val="005790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rPr>
              <a:t>确定探索方向</a:t>
            </a:r>
          </a:p>
        </p:txBody>
      </p:sp>
      <p:sp>
        <p:nvSpPr>
          <p:cNvPr id="219" name="矩形 218"/>
          <p:cNvSpPr/>
          <p:nvPr/>
        </p:nvSpPr>
        <p:spPr>
          <a:xfrm>
            <a:off x="6110384" y="1768188"/>
            <a:ext cx="126755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800" b="1" dirty="0">
                <a:solidFill>
                  <a:srgbClr val="C0000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step3</a:t>
            </a:r>
          </a:p>
        </p:txBody>
      </p:sp>
      <p:sp>
        <p:nvSpPr>
          <p:cNvPr id="220" name="Freeform 30"/>
          <p:cNvSpPr>
            <a:spLocks noEditPoints="1"/>
          </p:cNvSpPr>
          <p:nvPr/>
        </p:nvSpPr>
        <p:spPr bwMode="auto">
          <a:xfrm>
            <a:off x="5896659" y="1877419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2085340" y="3257550"/>
            <a:ext cx="144081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40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网络爬虫</a:t>
            </a:r>
          </a:p>
        </p:txBody>
      </p:sp>
      <p:sp>
        <p:nvSpPr>
          <p:cNvPr id="222" name="矩形 221"/>
          <p:cNvSpPr/>
          <p:nvPr/>
        </p:nvSpPr>
        <p:spPr>
          <a:xfrm>
            <a:off x="2335160" y="2684922"/>
            <a:ext cx="1246239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800" b="1" dirty="0">
                <a:solidFill>
                  <a:srgbClr val="C00000"/>
                </a:solidFill>
                <a:latin typeface="新蒂黑板报" panose="03000600000000000000" pitchFamily="66" charset="-122"/>
                <a:ea typeface="新蒂黑板报" panose="03000600000000000000" pitchFamily="66" charset="-122"/>
              </a:rPr>
              <a:t>step1</a:t>
            </a:r>
          </a:p>
        </p:txBody>
      </p:sp>
      <p:sp>
        <p:nvSpPr>
          <p:cNvPr id="223" name="Freeform 30"/>
          <p:cNvSpPr>
            <a:spLocks noEditPoints="1"/>
          </p:cNvSpPr>
          <p:nvPr/>
        </p:nvSpPr>
        <p:spPr bwMode="auto">
          <a:xfrm>
            <a:off x="2121434" y="2794152"/>
            <a:ext cx="315522" cy="305473"/>
          </a:xfrm>
          <a:custGeom>
            <a:avLst/>
            <a:gdLst>
              <a:gd name="T0" fmla="*/ 10 w 31"/>
              <a:gd name="T1" fmla="*/ 19 h 30"/>
              <a:gd name="T2" fmla="*/ 11 w 31"/>
              <a:gd name="T3" fmla="*/ 0 h 30"/>
              <a:gd name="T4" fmla="*/ 28 w 31"/>
              <a:gd name="T5" fmla="*/ 8 h 30"/>
              <a:gd name="T6" fmla="*/ 26 w 31"/>
              <a:gd name="T7" fmla="*/ 27 h 30"/>
              <a:gd name="T8" fmla="*/ 23 w 31"/>
              <a:gd name="T9" fmla="*/ 25 h 30"/>
              <a:gd name="T10" fmla="*/ 22 w 31"/>
              <a:gd name="T11" fmla="*/ 21 h 30"/>
              <a:gd name="T12" fmla="*/ 29 w 31"/>
              <a:gd name="T13" fmla="*/ 9 h 30"/>
              <a:gd name="T14" fmla="*/ 22 w 31"/>
              <a:gd name="T15" fmla="*/ 24 h 30"/>
              <a:gd name="T16" fmla="*/ 21 w 31"/>
              <a:gd name="T17" fmla="*/ 22 h 30"/>
              <a:gd name="T18" fmla="*/ 28 w 31"/>
              <a:gd name="T19" fmla="*/ 10 h 30"/>
              <a:gd name="T20" fmla="*/ 24 w 31"/>
              <a:gd name="T21" fmla="*/ 14 h 30"/>
              <a:gd name="T22" fmla="*/ 21 w 31"/>
              <a:gd name="T23" fmla="*/ 18 h 30"/>
              <a:gd name="T24" fmla="*/ 24 w 31"/>
              <a:gd name="T25" fmla="*/ 14 h 30"/>
              <a:gd name="T26" fmla="*/ 20 w 31"/>
              <a:gd name="T27" fmla="*/ 19 h 30"/>
              <a:gd name="T28" fmla="*/ 19 w 31"/>
              <a:gd name="T29" fmla="*/ 20 h 30"/>
              <a:gd name="T30" fmla="*/ 22 w 31"/>
              <a:gd name="T31" fmla="*/ 14 h 30"/>
              <a:gd name="T32" fmla="*/ 23 w 31"/>
              <a:gd name="T33" fmla="*/ 10 h 30"/>
              <a:gd name="T34" fmla="*/ 17 w 31"/>
              <a:gd name="T35" fmla="*/ 22 h 30"/>
              <a:gd name="T36" fmla="*/ 20 w 31"/>
              <a:gd name="T37" fmla="*/ 16 h 30"/>
              <a:gd name="T38" fmla="*/ 16 w 31"/>
              <a:gd name="T39" fmla="*/ 19 h 30"/>
              <a:gd name="T40" fmla="*/ 19 w 31"/>
              <a:gd name="T41" fmla="*/ 12 h 30"/>
              <a:gd name="T42" fmla="*/ 17 w 31"/>
              <a:gd name="T43" fmla="*/ 18 h 30"/>
              <a:gd name="T44" fmla="*/ 21 w 31"/>
              <a:gd name="T45" fmla="*/ 11 h 30"/>
              <a:gd name="T46" fmla="*/ 21 w 31"/>
              <a:gd name="T47" fmla="*/ 10 h 30"/>
              <a:gd name="T48" fmla="*/ 15 w 31"/>
              <a:gd name="T49" fmla="*/ 23 h 30"/>
              <a:gd name="T50" fmla="*/ 16 w 31"/>
              <a:gd name="T51" fmla="*/ 20 h 30"/>
              <a:gd name="T52" fmla="*/ 15 w 31"/>
              <a:gd name="T53" fmla="*/ 13 h 30"/>
              <a:gd name="T54" fmla="*/ 11 w 31"/>
              <a:gd name="T55" fmla="*/ 28 h 30"/>
              <a:gd name="T56" fmla="*/ 17 w 31"/>
              <a:gd name="T57" fmla="*/ 13 h 30"/>
              <a:gd name="T58" fmla="*/ 17 w 31"/>
              <a:gd name="T59" fmla="*/ 17 h 30"/>
              <a:gd name="T60" fmla="*/ 14 w 31"/>
              <a:gd name="T61" fmla="*/ 23 h 30"/>
              <a:gd name="T62" fmla="*/ 19 w 31"/>
              <a:gd name="T63" fmla="*/ 11 h 30"/>
              <a:gd name="T64" fmla="*/ 12 w 31"/>
              <a:gd name="T65" fmla="*/ 26 h 30"/>
              <a:gd name="T66" fmla="*/ 11 w 31"/>
              <a:gd name="T67" fmla="*/ 27 h 30"/>
              <a:gd name="T68" fmla="*/ 11 w 31"/>
              <a:gd name="T69" fmla="*/ 23 h 30"/>
              <a:gd name="T70" fmla="*/ 12 w 31"/>
              <a:gd name="T71" fmla="*/ 20 h 30"/>
              <a:gd name="T72" fmla="*/ 17 w 31"/>
              <a:gd name="T73" fmla="*/ 10 h 30"/>
              <a:gd name="T74" fmla="*/ 11 w 31"/>
              <a:gd name="T75" fmla="*/ 13 h 30"/>
              <a:gd name="T76" fmla="*/ 15 w 31"/>
              <a:gd name="T77" fmla="*/ 8 h 30"/>
              <a:gd name="T78" fmla="*/ 11 w 31"/>
              <a:gd name="T79" fmla="*/ 16 h 30"/>
              <a:gd name="T80" fmla="*/ 11 w 31"/>
              <a:gd name="T81" fmla="*/ 15 h 30"/>
              <a:gd name="T82" fmla="*/ 11 w 31"/>
              <a:gd name="T83" fmla="*/ 11 h 30"/>
              <a:gd name="T84" fmla="*/ 10 w 31"/>
              <a:gd name="T85" fmla="*/ 18 h 30"/>
              <a:gd name="T86" fmla="*/ 14 w 31"/>
              <a:gd name="T87" fmla="*/ 9 h 30"/>
              <a:gd name="T88" fmla="*/ 11 w 31"/>
              <a:gd name="T89" fmla="*/ 12 h 30"/>
              <a:gd name="T90" fmla="*/ 12 w 31"/>
              <a:gd name="T91" fmla="*/ 7 h 30"/>
              <a:gd name="T92" fmla="*/ 12 w 31"/>
              <a:gd name="T93" fmla="*/ 4 h 30"/>
              <a:gd name="T94" fmla="*/ 10 w 31"/>
              <a:gd name="T95" fmla="*/ 14 h 30"/>
              <a:gd name="T96" fmla="*/ 10 w 31"/>
              <a:gd name="T97" fmla="*/ 15 h 30"/>
              <a:gd name="T98" fmla="*/ 10 w 31"/>
              <a:gd name="T99" fmla="*/ 12 h 30"/>
              <a:gd name="T100" fmla="*/ 12 w 31"/>
              <a:gd name="T101" fmla="*/ 7 h 30"/>
              <a:gd name="T102" fmla="*/ 9 w 31"/>
              <a:gd name="T103" fmla="*/ 11 h 30"/>
              <a:gd name="T104" fmla="*/ 5 w 31"/>
              <a:gd name="T105" fmla="*/ 11 h 30"/>
              <a:gd name="T106" fmla="*/ 12 w 31"/>
              <a:gd name="T107" fmla="*/ 2 h 30"/>
              <a:gd name="T108" fmla="*/ 1 w 31"/>
              <a:gd name="T109" fmla="*/ 1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1" h="30">
                <a:moveTo>
                  <a:pt x="16" y="23"/>
                </a:moveTo>
                <a:cubicBezTo>
                  <a:pt x="14" y="25"/>
                  <a:pt x="13" y="27"/>
                  <a:pt x="11" y="30"/>
                </a:cubicBezTo>
                <a:cubicBezTo>
                  <a:pt x="10" y="30"/>
                  <a:pt x="10" y="28"/>
                  <a:pt x="10" y="28"/>
                </a:cubicBezTo>
                <a:cubicBezTo>
                  <a:pt x="10" y="25"/>
                  <a:pt x="10" y="22"/>
                  <a:pt x="10" y="19"/>
                </a:cubicBezTo>
                <a:cubicBezTo>
                  <a:pt x="8" y="18"/>
                  <a:pt x="6" y="17"/>
                  <a:pt x="5" y="15"/>
                </a:cubicBezTo>
                <a:cubicBezTo>
                  <a:pt x="3" y="14"/>
                  <a:pt x="1" y="13"/>
                  <a:pt x="0" y="11"/>
                </a:cubicBezTo>
                <a:cubicBezTo>
                  <a:pt x="3" y="10"/>
                  <a:pt x="7" y="10"/>
                  <a:pt x="11" y="10"/>
                </a:cubicBezTo>
                <a:cubicBezTo>
                  <a:pt x="11" y="7"/>
                  <a:pt x="11" y="4"/>
                  <a:pt x="11" y="0"/>
                </a:cubicBezTo>
                <a:cubicBezTo>
                  <a:pt x="12" y="1"/>
                  <a:pt x="13" y="2"/>
                  <a:pt x="13" y="3"/>
                </a:cubicBezTo>
                <a:cubicBezTo>
                  <a:pt x="14" y="4"/>
                  <a:pt x="15" y="6"/>
                  <a:pt x="16" y="7"/>
                </a:cubicBezTo>
                <a:cubicBezTo>
                  <a:pt x="16" y="8"/>
                  <a:pt x="17" y="8"/>
                  <a:pt x="17" y="9"/>
                </a:cubicBezTo>
                <a:cubicBezTo>
                  <a:pt x="21" y="9"/>
                  <a:pt x="24" y="9"/>
                  <a:pt x="28" y="8"/>
                </a:cubicBezTo>
                <a:cubicBezTo>
                  <a:pt x="29" y="8"/>
                  <a:pt x="30" y="8"/>
                  <a:pt x="31" y="8"/>
                </a:cubicBezTo>
                <a:cubicBezTo>
                  <a:pt x="30" y="10"/>
                  <a:pt x="28" y="12"/>
                  <a:pt x="27" y="13"/>
                </a:cubicBezTo>
                <a:cubicBezTo>
                  <a:pt x="25" y="14"/>
                  <a:pt x="23" y="16"/>
                  <a:pt x="22" y="17"/>
                </a:cubicBezTo>
                <a:cubicBezTo>
                  <a:pt x="23" y="20"/>
                  <a:pt x="25" y="23"/>
                  <a:pt x="26" y="27"/>
                </a:cubicBezTo>
                <a:cubicBezTo>
                  <a:pt x="26" y="27"/>
                  <a:pt x="25" y="27"/>
                  <a:pt x="24" y="26"/>
                </a:cubicBezTo>
                <a:cubicBezTo>
                  <a:pt x="22" y="25"/>
                  <a:pt x="19" y="25"/>
                  <a:pt x="16" y="23"/>
                </a:cubicBezTo>
                <a:close/>
                <a:moveTo>
                  <a:pt x="24" y="25"/>
                </a:moveTo>
                <a:cubicBezTo>
                  <a:pt x="24" y="25"/>
                  <a:pt x="23" y="25"/>
                  <a:pt x="23" y="25"/>
                </a:cubicBezTo>
                <a:cubicBezTo>
                  <a:pt x="23" y="26"/>
                  <a:pt x="24" y="25"/>
                  <a:pt x="25" y="26"/>
                </a:cubicBezTo>
                <a:lnTo>
                  <a:pt x="24" y="25"/>
                </a:lnTo>
                <a:close/>
                <a:moveTo>
                  <a:pt x="22" y="20"/>
                </a:moveTo>
                <a:cubicBezTo>
                  <a:pt x="22" y="21"/>
                  <a:pt x="22" y="21"/>
                  <a:pt x="22" y="21"/>
                </a:cubicBezTo>
                <a:cubicBezTo>
                  <a:pt x="23" y="22"/>
                  <a:pt x="23" y="23"/>
                  <a:pt x="24" y="24"/>
                </a:cubicBezTo>
                <a:cubicBezTo>
                  <a:pt x="23" y="23"/>
                  <a:pt x="23" y="21"/>
                  <a:pt x="22" y="20"/>
                </a:cubicBezTo>
                <a:close/>
                <a:moveTo>
                  <a:pt x="29" y="9"/>
                </a:move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30" y="9"/>
                  <a:pt x="30" y="9"/>
                </a:cubicBezTo>
                <a:cubicBezTo>
                  <a:pt x="29" y="9"/>
                  <a:pt x="29" y="9"/>
                  <a:pt x="29" y="9"/>
                </a:cubicBezTo>
                <a:close/>
                <a:moveTo>
                  <a:pt x="18" y="22"/>
                </a:moveTo>
                <a:cubicBezTo>
                  <a:pt x="19" y="22"/>
                  <a:pt x="21" y="24"/>
                  <a:pt x="22" y="24"/>
                </a:cubicBezTo>
                <a:cubicBezTo>
                  <a:pt x="21" y="23"/>
                  <a:pt x="19" y="22"/>
                  <a:pt x="18" y="22"/>
                </a:cubicBezTo>
                <a:close/>
                <a:moveTo>
                  <a:pt x="21" y="22"/>
                </a:moveTo>
                <a:cubicBezTo>
                  <a:pt x="21" y="22"/>
                  <a:pt x="21" y="23"/>
                  <a:pt x="22" y="23"/>
                </a:cubicBezTo>
                <a:cubicBezTo>
                  <a:pt x="22" y="22"/>
                  <a:pt x="22" y="22"/>
                  <a:pt x="21" y="22"/>
                </a:cubicBezTo>
                <a:close/>
                <a:moveTo>
                  <a:pt x="27" y="9"/>
                </a:moveTo>
                <a:cubicBezTo>
                  <a:pt x="27" y="9"/>
                  <a:pt x="27" y="9"/>
                  <a:pt x="27" y="9"/>
                </a:cubicBezTo>
                <a:cubicBezTo>
                  <a:pt x="27" y="10"/>
                  <a:pt x="27" y="10"/>
                  <a:pt x="27" y="11"/>
                </a:cubicBezTo>
                <a:cubicBezTo>
                  <a:pt x="27" y="11"/>
                  <a:pt x="28" y="11"/>
                  <a:pt x="28" y="10"/>
                </a:cubicBezTo>
                <a:cubicBezTo>
                  <a:pt x="27" y="10"/>
                  <a:pt x="28" y="10"/>
                  <a:pt x="27" y="9"/>
                </a:cubicBezTo>
                <a:close/>
                <a:moveTo>
                  <a:pt x="24" y="14"/>
                </a:moveTo>
                <a:cubicBezTo>
                  <a:pt x="24" y="13"/>
                  <a:pt x="25" y="13"/>
                  <a:pt x="25" y="13"/>
                </a:cubicBezTo>
                <a:cubicBezTo>
                  <a:pt x="25" y="12"/>
                  <a:pt x="24" y="13"/>
                  <a:pt x="24" y="14"/>
                </a:cubicBezTo>
                <a:close/>
                <a:moveTo>
                  <a:pt x="26" y="10"/>
                </a:moveTo>
                <a:cubicBezTo>
                  <a:pt x="26" y="10"/>
                  <a:pt x="26" y="10"/>
                  <a:pt x="26" y="10"/>
                </a:cubicBezTo>
                <a:cubicBezTo>
                  <a:pt x="26" y="9"/>
                  <a:pt x="26" y="10"/>
                  <a:pt x="26" y="10"/>
                </a:cubicBezTo>
                <a:close/>
                <a:moveTo>
                  <a:pt x="21" y="18"/>
                </a:moveTo>
                <a:cubicBezTo>
                  <a:pt x="21" y="18"/>
                  <a:pt x="21" y="19"/>
                  <a:pt x="21" y="19"/>
                </a:cubicBezTo>
                <a:cubicBezTo>
                  <a:pt x="21" y="18"/>
                  <a:pt x="21" y="18"/>
                  <a:pt x="21" y="18"/>
                </a:cubicBezTo>
                <a:close/>
                <a:moveTo>
                  <a:pt x="23" y="14"/>
                </a:moveTo>
                <a:cubicBezTo>
                  <a:pt x="23" y="15"/>
                  <a:pt x="23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close/>
                <a:moveTo>
                  <a:pt x="20" y="19"/>
                </a:moveTo>
                <a:cubicBezTo>
                  <a:pt x="21" y="20"/>
                  <a:pt x="21" y="20"/>
                  <a:pt x="21" y="20"/>
                </a:cubicBezTo>
                <a:lnTo>
                  <a:pt x="20" y="19"/>
                </a:lnTo>
                <a:close/>
                <a:moveTo>
                  <a:pt x="19" y="20"/>
                </a:moveTo>
                <a:cubicBezTo>
                  <a:pt x="19" y="20"/>
                  <a:pt x="19" y="20"/>
                  <a:pt x="18" y="20"/>
                </a:cubicBezTo>
                <a:cubicBezTo>
                  <a:pt x="19" y="20"/>
                  <a:pt x="20" y="21"/>
                  <a:pt x="20" y="20"/>
                </a:cubicBezTo>
                <a:lnTo>
                  <a:pt x="19" y="20"/>
                </a:lnTo>
                <a:close/>
                <a:moveTo>
                  <a:pt x="22" y="14"/>
                </a:moveTo>
                <a:cubicBezTo>
                  <a:pt x="22" y="14"/>
                  <a:pt x="21" y="13"/>
                  <a:pt x="21" y="14"/>
                </a:cubicBezTo>
                <a:cubicBezTo>
                  <a:pt x="21" y="14"/>
                  <a:pt x="22" y="15"/>
                  <a:pt x="22" y="14"/>
                </a:cubicBezTo>
                <a:cubicBezTo>
                  <a:pt x="22" y="14"/>
                  <a:pt x="22" y="14"/>
                  <a:pt x="22" y="14"/>
                </a:cubicBezTo>
                <a:close/>
                <a:moveTo>
                  <a:pt x="22" y="12"/>
                </a:moveTo>
                <a:cubicBezTo>
                  <a:pt x="22" y="13"/>
                  <a:pt x="23" y="13"/>
                  <a:pt x="23" y="12"/>
                </a:cubicBezTo>
                <a:cubicBezTo>
                  <a:pt x="23" y="12"/>
                  <a:pt x="22" y="12"/>
                  <a:pt x="22" y="12"/>
                </a:cubicBezTo>
                <a:close/>
                <a:moveTo>
                  <a:pt x="23" y="10"/>
                </a:moveTo>
                <a:cubicBezTo>
                  <a:pt x="23" y="10"/>
                  <a:pt x="24" y="10"/>
                  <a:pt x="24" y="10"/>
                </a:cubicBezTo>
                <a:cubicBezTo>
                  <a:pt x="24" y="9"/>
                  <a:pt x="24" y="9"/>
                  <a:pt x="24" y="9"/>
                </a:cubicBezTo>
                <a:cubicBezTo>
                  <a:pt x="24" y="10"/>
                  <a:pt x="23" y="9"/>
                  <a:pt x="23" y="10"/>
                </a:cubicBezTo>
                <a:close/>
                <a:moveTo>
                  <a:pt x="17" y="22"/>
                </a:moveTo>
                <a:cubicBezTo>
                  <a:pt x="18" y="23"/>
                  <a:pt x="18" y="23"/>
                  <a:pt x="18" y="23"/>
                </a:cubicBezTo>
                <a:cubicBezTo>
                  <a:pt x="18" y="22"/>
                  <a:pt x="18" y="22"/>
                  <a:pt x="18" y="22"/>
                </a:cubicBezTo>
                <a:cubicBezTo>
                  <a:pt x="17" y="22"/>
                  <a:pt x="17" y="22"/>
                  <a:pt x="17" y="22"/>
                </a:cubicBezTo>
                <a:close/>
                <a:moveTo>
                  <a:pt x="20" y="16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16"/>
                  <a:pt x="20" y="17"/>
                  <a:pt x="20" y="17"/>
                </a:cubicBezTo>
                <a:cubicBezTo>
                  <a:pt x="20" y="16"/>
                  <a:pt x="20" y="16"/>
                  <a:pt x="20" y="16"/>
                </a:cubicBezTo>
                <a:close/>
                <a:moveTo>
                  <a:pt x="16" y="19"/>
                </a:moveTo>
                <a:cubicBezTo>
                  <a:pt x="17" y="19"/>
                  <a:pt x="17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8"/>
                  <a:pt x="16" y="18"/>
                  <a:pt x="16" y="19"/>
                </a:cubicBezTo>
                <a:close/>
                <a:moveTo>
                  <a:pt x="19" y="12"/>
                </a:moveTo>
                <a:cubicBezTo>
                  <a:pt x="20" y="13"/>
                  <a:pt x="20" y="13"/>
                  <a:pt x="21" y="13"/>
                </a:cubicBezTo>
                <a:cubicBezTo>
                  <a:pt x="20" y="12"/>
                  <a:pt x="20" y="12"/>
                  <a:pt x="19" y="12"/>
                </a:cubicBezTo>
                <a:close/>
                <a:moveTo>
                  <a:pt x="17" y="17"/>
                </a:moveTo>
                <a:cubicBezTo>
                  <a:pt x="17" y="18"/>
                  <a:pt x="17" y="18"/>
                  <a:pt x="17" y="18"/>
                </a:cubicBezTo>
                <a:cubicBezTo>
                  <a:pt x="17" y="18"/>
                  <a:pt x="18" y="18"/>
                  <a:pt x="18" y="18"/>
                </a:cubicBezTo>
                <a:lnTo>
                  <a:pt x="17" y="17"/>
                </a:lnTo>
                <a:close/>
                <a:moveTo>
                  <a:pt x="20" y="11"/>
                </a:move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1"/>
                  <a:pt x="20" y="11"/>
                  <a:pt x="20" y="11"/>
                </a:cubicBezTo>
                <a:close/>
                <a:moveTo>
                  <a:pt x="21" y="10"/>
                </a:moveTo>
                <a:cubicBezTo>
                  <a:pt x="21" y="10"/>
                  <a:pt x="21" y="10"/>
                  <a:pt x="21" y="10"/>
                </a:cubicBezTo>
                <a:cubicBezTo>
                  <a:pt x="22" y="10"/>
                  <a:pt x="22" y="10"/>
                  <a:pt x="22" y="10"/>
                </a:cubicBezTo>
                <a:lnTo>
                  <a:pt x="21" y="10"/>
                </a:lnTo>
                <a:close/>
                <a:moveTo>
                  <a:pt x="15" y="22"/>
                </a:moveTo>
                <a:cubicBezTo>
                  <a:pt x="15" y="22"/>
                  <a:pt x="14" y="23"/>
                  <a:pt x="15" y="23"/>
                </a:cubicBezTo>
                <a:cubicBezTo>
                  <a:pt x="15" y="23"/>
                  <a:pt x="15" y="22"/>
                  <a:pt x="15" y="22"/>
                </a:cubicBezTo>
                <a:cubicBezTo>
                  <a:pt x="15" y="22"/>
                  <a:pt x="15" y="22"/>
                  <a:pt x="15" y="22"/>
                </a:cubicBezTo>
                <a:close/>
                <a:moveTo>
                  <a:pt x="12" y="18"/>
                </a:moveTo>
                <a:cubicBezTo>
                  <a:pt x="13" y="20"/>
                  <a:pt x="15" y="20"/>
                  <a:pt x="16" y="20"/>
                </a:cubicBezTo>
                <a:cubicBezTo>
                  <a:pt x="15" y="19"/>
                  <a:pt x="13" y="17"/>
                  <a:pt x="12" y="18"/>
                </a:cubicBezTo>
                <a:close/>
                <a:moveTo>
                  <a:pt x="15" y="13"/>
                </a:moveTo>
                <a:cubicBezTo>
                  <a:pt x="16" y="14"/>
                  <a:pt x="18" y="15"/>
                  <a:pt x="19" y="15"/>
                </a:cubicBezTo>
                <a:cubicBezTo>
                  <a:pt x="18" y="14"/>
                  <a:pt x="16" y="13"/>
                  <a:pt x="15" y="13"/>
                </a:cubicBezTo>
                <a:close/>
                <a:moveTo>
                  <a:pt x="13" y="25"/>
                </a:moveTo>
                <a:cubicBezTo>
                  <a:pt x="13" y="26"/>
                  <a:pt x="13" y="26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27"/>
                  <a:pt x="10" y="27"/>
                  <a:pt x="11" y="28"/>
                </a:cubicBezTo>
                <a:cubicBezTo>
                  <a:pt x="11" y="27"/>
                  <a:pt x="13" y="26"/>
                  <a:pt x="13" y="25"/>
                </a:cubicBezTo>
                <a:close/>
                <a:moveTo>
                  <a:pt x="17" y="13"/>
                </a:moveTo>
                <a:cubicBezTo>
                  <a:pt x="18" y="13"/>
                  <a:pt x="18" y="14"/>
                  <a:pt x="19" y="14"/>
                </a:cubicBezTo>
                <a:cubicBezTo>
                  <a:pt x="18" y="14"/>
                  <a:pt x="18" y="13"/>
                  <a:pt x="17" y="13"/>
                </a:cubicBezTo>
                <a:close/>
                <a:moveTo>
                  <a:pt x="14" y="16"/>
                </a:moveTo>
                <a:cubicBezTo>
                  <a:pt x="14" y="16"/>
                  <a:pt x="13" y="16"/>
                  <a:pt x="14" y="17"/>
                </a:cubicBezTo>
                <a:cubicBezTo>
                  <a:pt x="14" y="17"/>
                  <a:pt x="15" y="17"/>
                  <a:pt x="16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5" y="16"/>
                  <a:pt x="14" y="16"/>
                </a:cubicBezTo>
                <a:close/>
                <a:moveTo>
                  <a:pt x="12" y="22"/>
                </a:moveTo>
                <a:cubicBezTo>
                  <a:pt x="12" y="23"/>
                  <a:pt x="13" y="23"/>
                  <a:pt x="13" y="23"/>
                </a:cubicBezTo>
                <a:cubicBezTo>
                  <a:pt x="14" y="23"/>
                  <a:pt x="14" y="23"/>
                  <a:pt x="14" y="23"/>
                </a:cubicBezTo>
                <a:cubicBezTo>
                  <a:pt x="13" y="23"/>
                  <a:pt x="13" y="23"/>
                  <a:pt x="12" y="22"/>
                </a:cubicBezTo>
                <a:close/>
                <a:moveTo>
                  <a:pt x="19" y="10"/>
                </a:moveTo>
                <a:cubicBezTo>
                  <a:pt x="18" y="10"/>
                  <a:pt x="18" y="10"/>
                  <a:pt x="18" y="10"/>
                </a:cubicBezTo>
                <a:cubicBezTo>
                  <a:pt x="18" y="11"/>
                  <a:pt x="19" y="11"/>
                  <a:pt x="19" y="11"/>
                </a:cubicBezTo>
                <a:cubicBezTo>
                  <a:pt x="19" y="11"/>
                  <a:pt x="19" y="10"/>
                  <a:pt x="19" y="10"/>
                </a:cubicBezTo>
                <a:close/>
                <a:moveTo>
                  <a:pt x="11" y="24"/>
                </a:moveTo>
                <a:cubicBezTo>
                  <a:pt x="10" y="25"/>
                  <a:pt x="11" y="25"/>
                  <a:pt x="11" y="25"/>
                </a:cubicBezTo>
                <a:cubicBezTo>
                  <a:pt x="11" y="25"/>
                  <a:pt x="11" y="25"/>
                  <a:pt x="12" y="26"/>
                </a:cubicBezTo>
                <a:cubicBezTo>
                  <a:pt x="12" y="25"/>
                  <a:pt x="12" y="25"/>
                  <a:pt x="12" y="25"/>
                </a:cubicBezTo>
                <a:cubicBezTo>
                  <a:pt x="11" y="25"/>
                  <a:pt x="11" y="24"/>
                  <a:pt x="11" y="24"/>
                </a:cubicBezTo>
                <a:close/>
                <a:moveTo>
                  <a:pt x="11" y="26"/>
                </a:moveTo>
                <a:cubicBezTo>
                  <a:pt x="11" y="27"/>
                  <a:pt x="11" y="27"/>
                  <a:pt x="11" y="27"/>
                </a:cubicBezTo>
                <a:lnTo>
                  <a:pt x="11" y="26"/>
                </a:lnTo>
                <a:close/>
                <a:moveTo>
                  <a:pt x="11" y="22"/>
                </a:moveTo>
                <a:cubicBezTo>
                  <a:pt x="11" y="23"/>
                  <a:pt x="10" y="23"/>
                  <a:pt x="11" y="23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3"/>
                  <a:pt x="11" y="22"/>
                  <a:pt x="11" y="22"/>
                </a:cubicBezTo>
                <a:close/>
                <a:moveTo>
                  <a:pt x="11" y="20"/>
                </a:moveTo>
                <a:cubicBezTo>
                  <a:pt x="11" y="21"/>
                  <a:pt x="11" y="21"/>
                  <a:pt x="11" y="21"/>
                </a:cubicBezTo>
                <a:cubicBezTo>
                  <a:pt x="11" y="21"/>
                  <a:pt x="12" y="21"/>
                  <a:pt x="12" y="20"/>
                </a:cubicBezTo>
                <a:cubicBezTo>
                  <a:pt x="12" y="20"/>
                  <a:pt x="11" y="20"/>
                  <a:pt x="11" y="20"/>
                </a:cubicBezTo>
                <a:close/>
                <a:moveTo>
                  <a:pt x="16" y="10"/>
                </a:moveTo>
                <a:cubicBezTo>
                  <a:pt x="16" y="11"/>
                  <a:pt x="16" y="11"/>
                  <a:pt x="16" y="11"/>
                </a:cubicBezTo>
                <a:cubicBezTo>
                  <a:pt x="17" y="10"/>
                  <a:pt x="17" y="10"/>
                  <a:pt x="17" y="10"/>
                </a:cubicBezTo>
                <a:cubicBezTo>
                  <a:pt x="16" y="10"/>
                  <a:pt x="16" y="10"/>
                  <a:pt x="16" y="10"/>
                </a:cubicBezTo>
                <a:close/>
                <a:moveTo>
                  <a:pt x="11" y="13"/>
                </a:moveTo>
                <a:cubicBezTo>
                  <a:pt x="12" y="14"/>
                  <a:pt x="14" y="15"/>
                  <a:pt x="15" y="14"/>
                </a:cubicBezTo>
                <a:cubicBezTo>
                  <a:pt x="13" y="14"/>
                  <a:pt x="12" y="13"/>
                  <a:pt x="11" y="13"/>
                </a:cubicBezTo>
                <a:close/>
                <a:moveTo>
                  <a:pt x="11" y="18"/>
                </a:moveTo>
                <a:cubicBezTo>
                  <a:pt x="10" y="19"/>
                  <a:pt x="11" y="19"/>
                  <a:pt x="12" y="19"/>
                </a:cubicBezTo>
                <a:cubicBezTo>
                  <a:pt x="11" y="19"/>
                  <a:pt x="11" y="18"/>
                  <a:pt x="11" y="18"/>
                </a:cubicBezTo>
                <a:close/>
                <a:moveTo>
                  <a:pt x="15" y="8"/>
                </a:moveTo>
                <a:cubicBezTo>
                  <a:pt x="15" y="8"/>
                  <a:pt x="16" y="9"/>
                  <a:pt x="15" y="10"/>
                </a:cubicBezTo>
                <a:cubicBezTo>
                  <a:pt x="15" y="10"/>
                  <a:pt x="16" y="10"/>
                  <a:pt x="16" y="9"/>
                </a:cubicBezTo>
                <a:cubicBezTo>
                  <a:pt x="16" y="9"/>
                  <a:pt x="16" y="8"/>
                  <a:pt x="15" y="8"/>
                </a:cubicBezTo>
                <a:close/>
                <a:moveTo>
                  <a:pt x="11" y="16"/>
                </a:moveTo>
                <a:cubicBezTo>
                  <a:pt x="11" y="17"/>
                  <a:pt x="12" y="18"/>
                  <a:pt x="12" y="17"/>
                </a:cubicBezTo>
                <a:cubicBezTo>
                  <a:pt x="12" y="17"/>
                  <a:pt x="11" y="16"/>
                  <a:pt x="11" y="16"/>
                </a:cubicBezTo>
                <a:close/>
                <a:moveTo>
                  <a:pt x="11" y="14"/>
                </a:moveTo>
                <a:cubicBezTo>
                  <a:pt x="11" y="15"/>
                  <a:pt x="11" y="15"/>
                  <a:pt x="11" y="15"/>
                </a:cubicBezTo>
                <a:cubicBezTo>
                  <a:pt x="12" y="16"/>
                  <a:pt x="12" y="16"/>
                  <a:pt x="13" y="16"/>
                </a:cubicBezTo>
                <a:cubicBezTo>
                  <a:pt x="12" y="15"/>
                  <a:pt x="12" y="14"/>
                  <a:pt x="11" y="14"/>
                </a:cubicBezTo>
                <a:close/>
                <a:moveTo>
                  <a:pt x="13" y="11"/>
                </a:moveTo>
                <a:cubicBezTo>
                  <a:pt x="12" y="11"/>
                  <a:pt x="12" y="11"/>
                  <a:pt x="11" y="11"/>
                </a:cubicBezTo>
                <a:cubicBezTo>
                  <a:pt x="12" y="12"/>
                  <a:pt x="14" y="13"/>
                  <a:pt x="14" y="12"/>
                </a:cubicBezTo>
                <a:cubicBezTo>
                  <a:pt x="14" y="12"/>
                  <a:pt x="13" y="11"/>
                  <a:pt x="13" y="11"/>
                </a:cubicBezTo>
                <a:close/>
                <a:moveTo>
                  <a:pt x="8" y="17"/>
                </a:moveTo>
                <a:cubicBezTo>
                  <a:pt x="8" y="17"/>
                  <a:pt x="10" y="18"/>
                  <a:pt x="10" y="18"/>
                </a:cubicBezTo>
                <a:cubicBezTo>
                  <a:pt x="9" y="18"/>
                  <a:pt x="9" y="17"/>
                  <a:pt x="8" y="17"/>
                </a:cubicBezTo>
                <a:close/>
                <a:moveTo>
                  <a:pt x="14" y="9"/>
                </a:moveTo>
                <a:cubicBezTo>
                  <a:pt x="14" y="10"/>
                  <a:pt x="14" y="10"/>
                  <a:pt x="14" y="10"/>
                </a:cubicBezTo>
                <a:cubicBezTo>
                  <a:pt x="14" y="9"/>
                  <a:pt x="14" y="9"/>
                  <a:pt x="14" y="9"/>
                </a:cubicBezTo>
                <a:close/>
                <a:moveTo>
                  <a:pt x="14" y="8"/>
                </a:moveTo>
                <a:cubicBezTo>
                  <a:pt x="14" y="8"/>
                  <a:pt x="14" y="8"/>
                  <a:pt x="14" y="8"/>
                </a:cubicBezTo>
                <a:cubicBezTo>
                  <a:pt x="14" y="8"/>
                  <a:pt x="14" y="8"/>
                  <a:pt x="14" y="8"/>
                </a:cubicBezTo>
                <a:close/>
                <a:moveTo>
                  <a:pt x="11" y="12"/>
                </a:moveTo>
                <a:cubicBezTo>
                  <a:pt x="11" y="12"/>
                  <a:pt x="11" y="12"/>
                  <a:pt x="11" y="12"/>
                </a:cubicBezTo>
                <a:cubicBezTo>
                  <a:pt x="12" y="13"/>
                  <a:pt x="12" y="13"/>
                  <a:pt x="12" y="13"/>
                </a:cubicBezTo>
                <a:lnTo>
                  <a:pt x="11" y="12"/>
                </a:lnTo>
                <a:close/>
                <a:moveTo>
                  <a:pt x="12" y="7"/>
                </a:moveTo>
                <a:cubicBezTo>
                  <a:pt x="11" y="8"/>
                  <a:pt x="12" y="8"/>
                  <a:pt x="11" y="9"/>
                </a:cubicBezTo>
                <a:cubicBezTo>
                  <a:pt x="12" y="9"/>
                  <a:pt x="12" y="9"/>
                  <a:pt x="13" y="9"/>
                </a:cubicBezTo>
                <a:cubicBezTo>
                  <a:pt x="13" y="9"/>
                  <a:pt x="13" y="8"/>
                  <a:pt x="12" y="7"/>
                </a:cubicBezTo>
                <a:close/>
                <a:moveTo>
                  <a:pt x="12" y="4"/>
                </a:moveTo>
                <a:cubicBezTo>
                  <a:pt x="11" y="5"/>
                  <a:pt x="13" y="6"/>
                  <a:pt x="14" y="7"/>
                </a:cubicBezTo>
                <a:cubicBezTo>
                  <a:pt x="14" y="6"/>
                  <a:pt x="13" y="5"/>
                  <a:pt x="12" y="4"/>
                </a:cubicBezTo>
                <a:close/>
                <a:moveTo>
                  <a:pt x="8" y="13"/>
                </a:moveTo>
                <a:cubicBezTo>
                  <a:pt x="9" y="13"/>
                  <a:pt x="9" y="14"/>
                  <a:pt x="10" y="14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3"/>
                  <a:pt x="9" y="13"/>
                  <a:pt x="8" y="13"/>
                </a:cubicBezTo>
                <a:close/>
                <a:moveTo>
                  <a:pt x="8" y="14"/>
                </a:moveTo>
                <a:cubicBezTo>
                  <a:pt x="8" y="14"/>
                  <a:pt x="9" y="15"/>
                  <a:pt x="10" y="15"/>
                </a:cubicBezTo>
                <a:cubicBezTo>
                  <a:pt x="9" y="14"/>
                  <a:pt x="9" y="13"/>
                  <a:pt x="8" y="14"/>
                </a:cubicBezTo>
                <a:close/>
                <a:moveTo>
                  <a:pt x="10" y="11"/>
                </a:moveTo>
                <a:cubicBezTo>
                  <a:pt x="10" y="11"/>
                  <a:pt x="10" y="11"/>
                  <a:pt x="9" y="12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2"/>
                  <a:pt x="11" y="11"/>
                  <a:pt x="10" y="11"/>
                </a:cubicBezTo>
                <a:close/>
                <a:moveTo>
                  <a:pt x="12" y="6"/>
                </a:move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7"/>
                  <a:pt x="12" y="7"/>
                </a:cubicBezTo>
                <a:cubicBezTo>
                  <a:pt x="12" y="7"/>
                  <a:pt x="12" y="6"/>
                  <a:pt x="12" y="6"/>
                </a:cubicBezTo>
                <a:close/>
                <a:moveTo>
                  <a:pt x="8" y="11"/>
                </a:moveTo>
                <a:cubicBezTo>
                  <a:pt x="8" y="11"/>
                  <a:pt x="8" y="11"/>
                  <a:pt x="9" y="12"/>
                </a:cubicBezTo>
                <a:cubicBezTo>
                  <a:pt x="9" y="11"/>
                  <a:pt x="9" y="11"/>
                  <a:pt x="9" y="11"/>
                </a:cubicBezTo>
                <a:cubicBezTo>
                  <a:pt x="9" y="11"/>
                  <a:pt x="8" y="11"/>
                  <a:pt x="8" y="11"/>
                </a:cubicBezTo>
                <a:close/>
                <a:moveTo>
                  <a:pt x="5" y="11"/>
                </a:moveTo>
                <a:cubicBezTo>
                  <a:pt x="6" y="12"/>
                  <a:pt x="7" y="13"/>
                  <a:pt x="8" y="12"/>
                </a:cubicBezTo>
                <a:cubicBezTo>
                  <a:pt x="7" y="12"/>
                  <a:pt x="5" y="11"/>
                  <a:pt x="5" y="11"/>
                </a:cubicBezTo>
                <a:close/>
                <a:moveTo>
                  <a:pt x="12" y="2"/>
                </a:moveTo>
                <a:cubicBezTo>
                  <a:pt x="12" y="3"/>
                  <a:pt x="12" y="3"/>
                  <a:pt x="12" y="3"/>
                </a:cubicBezTo>
                <a:cubicBezTo>
                  <a:pt x="12" y="3"/>
                  <a:pt x="12" y="3"/>
                  <a:pt x="12" y="3"/>
                </a:cubicBezTo>
                <a:lnTo>
                  <a:pt x="12" y="2"/>
                </a:lnTo>
                <a:close/>
                <a:moveTo>
                  <a:pt x="3" y="12"/>
                </a:moveTo>
                <a:cubicBezTo>
                  <a:pt x="4" y="13"/>
                  <a:pt x="4" y="13"/>
                  <a:pt x="4" y="13"/>
                </a:cubicBezTo>
                <a:lnTo>
                  <a:pt x="3" y="12"/>
                </a:lnTo>
                <a:close/>
                <a:moveTo>
                  <a:pt x="1" y="12"/>
                </a:moveTo>
                <a:cubicBezTo>
                  <a:pt x="2" y="12"/>
                  <a:pt x="2" y="12"/>
                  <a:pt x="2" y="12"/>
                </a:cubicBez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1" y="12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endParaRPr lang="zh-CN" altLang="en-US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42"/>
          <p:cNvGrpSpPr/>
          <p:nvPr/>
        </p:nvGrpSpPr>
        <p:grpSpPr>
          <a:xfrm rot="5400000">
            <a:off x="1585252" y="580954"/>
            <a:ext cx="695274" cy="733444"/>
            <a:chOff x="4197350" y="2182813"/>
            <a:chExt cx="608013" cy="641350"/>
          </a:xfrm>
          <a:solidFill>
            <a:srgbClr val="005790"/>
          </a:solidFill>
        </p:grpSpPr>
        <p:sp>
          <p:nvSpPr>
            <p:cNvPr id="4" name="Freeform 166"/>
            <p:cNvSpPr/>
            <p:nvPr/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5" name="Freeform 167"/>
            <p:cNvSpPr/>
            <p:nvPr/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6" name="Freeform 168"/>
            <p:cNvSpPr/>
            <p:nvPr/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7" name="Freeform 169"/>
            <p:cNvSpPr/>
            <p:nvPr/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8" name="Freeform 170"/>
            <p:cNvSpPr/>
            <p:nvPr/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9" name="Freeform 171"/>
            <p:cNvSpPr/>
            <p:nvPr/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0" name="Freeform 172"/>
            <p:cNvSpPr/>
            <p:nvPr/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1" name="Freeform 173"/>
            <p:cNvSpPr/>
            <p:nvPr/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2" name="Freeform 174"/>
            <p:cNvSpPr/>
            <p:nvPr/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3" name="Freeform 175"/>
            <p:cNvSpPr/>
            <p:nvPr/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4" name="Freeform 176"/>
            <p:cNvSpPr/>
            <p:nvPr/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5" name="Freeform 177"/>
            <p:cNvSpPr/>
            <p:nvPr/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6" name="Freeform 178"/>
            <p:cNvSpPr/>
            <p:nvPr/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7" name="Freeform 179"/>
            <p:cNvSpPr/>
            <p:nvPr/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8" name="Freeform 180"/>
            <p:cNvSpPr/>
            <p:nvPr/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19" name="Freeform 181"/>
            <p:cNvSpPr/>
            <p:nvPr/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0" name="Freeform 182"/>
            <p:cNvSpPr/>
            <p:nvPr/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1" name="Freeform 183"/>
            <p:cNvSpPr/>
            <p:nvPr/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2" name="Freeform 184"/>
            <p:cNvSpPr/>
            <p:nvPr/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3" name="Freeform 185"/>
            <p:cNvSpPr/>
            <p:nvPr/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4" name="Freeform 186"/>
            <p:cNvSpPr/>
            <p:nvPr/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5" name="Freeform 187"/>
            <p:cNvSpPr/>
            <p:nvPr/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6" name="Freeform 188"/>
            <p:cNvSpPr/>
            <p:nvPr/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7" name="Freeform 189"/>
            <p:cNvSpPr/>
            <p:nvPr/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8" name="Freeform 190"/>
            <p:cNvSpPr/>
            <p:nvPr/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29" name="Freeform 191"/>
            <p:cNvSpPr/>
            <p:nvPr/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0" name="Freeform 192"/>
            <p:cNvSpPr/>
            <p:nvPr/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1" name="Freeform 193"/>
            <p:cNvSpPr/>
            <p:nvPr/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2" name="Freeform 194"/>
            <p:cNvSpPr/>
            <p:nvPr/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3" name="Freeform 195"/>
            <p:cNvSpPr/>
            <p:nvPr/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4" name="Freeform 196"/>
            <p:cNvSpPr/>
            <p:nvPr/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5" name="Freeform 197"/>
            <p:cNvSpPr/>
            <p:nvPr/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6" name="Freeform 198"/>
            <p:cNvSpPr/>
            <p:nvPr/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7" name="Freeform 199"/>
            <p:cNvSpPr/>
            <p:nvPr/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8" name="Freeform 200"/>
            <p:cNvSpPr/>
            <p:nvPr/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39" name="Freeform 201"/>
            <p:cNvSpPr/>
            <p:nvPr/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0" name="Freeform 202"/>
            <p:cNvSpPr/>
            <p:nvPr/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1" name="Freeform 203"/>
            <p:cNvSpPr/>
            <p:nvPr/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2" name="Freeform 204"/>
            <p:cNvSpPr/>
            <p:nvPr/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3" name="Freeform 206"/>
            <p:cNvSpPr>
              <a:spLocks noEditPoints="1"/>
            </p:cNvSpPr>
            <p:nvPr/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4" name="Freeform 207"/>
            <p:cNvSpPr/>
            <p:nvPr/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5" name="Freeform 208"/>
            <p:cNvSpPr/>
            <p:nvPr/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6" name="Freeform 209"/>
            <p:cNvSpPr/>
            <p:nvPr/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7" name="Freeform 210"/>
            <p:cNvSpPr/>
            <p:nvPr/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8" name="Freeform 211"/>
            <p:cNvSpPr/>
            <p:nvPr/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latin typeface="新蒂下午茶基本版" panose="03000600000000000000" pitchFamily="66" charset="-122"/>
                <a:ea typeface="新蒂下午茶基本版" panose="03000600000000000000" pitchFamily="66" charset="-122"/>
              </a:endParaRPr>
            </a:p>
          </p:txBody>
        </p:sp>
      </p:grpSp>
      <p:sp>
        <p:nvSpPr>
          <p:cNvPr id="50" name="Freeform 59"/>
          <p:cNvSpPr>
            <a:spLocks noEditPoints="1"/>
          </p:cNvSpPr>
          <p:nvPr/>
        </p:nvSpPr>
        <p:spPr bwMode="auto">
          <a:xfrm rot="10800000" flipV="1">
            <a:off x="1851891" y="1266798"/>
            <a:ext cx="3249103" cy="60959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0" y="1"/>
              </a:cxn>
              <a:cxn ang="0">
                <a:pos x="0" y="6"/>
              </a:cxn>
              <a:cxn ang="0">
                <a:pos x="0" y="6"/>
              </a:cxn>
              <a:cxn ang="0">
                <a:pos x="1" y="8"/>
              </a:cxn>
              <a:cxn ang="0">
                <a:pos x="2" y="9"/>
              </a:cxn>
              <a:cxn ang="0">
                <a:pos x="2" y="9"/>
              </a:cxn>
              <a:cxn ang="0">
                <a:pos x="11" y="11"/>
              </a:cxn>
              <a:cxn ang="0">
                <a:pos x="19" y="12"/>
              </a:cxn>
              <a:cxn ang="0">
                <a:pos x="37" y="12"/>
              </a:cxn>
              <a:cxn ang="0">
                <a:pos x="71" y="11"/>
              </a:cxn>
              <a:cxn ang="0">
                <a:pos x="71" y="11"/>
              </a:cxn>
              <a:cxn ang="0">
                <a:pos x="93" y="9"/>
              </a:cxn>
              <a:cxn ang="0">
                <a:pos x="115" y="11"/>
              </a:cxn>
              <a:cxn ang="0">
                <a:pos x="139" y="11"/>
              </a:cxn>
              <a:cxn ang="0">
                <a:pos x="161" y="9"/>
              </a:cxn>
              <a:cxn ang="0">
                <a:pos x="161" y="9"/>
              </a:cxn>
              <a:cxn ang="0">
                <a:pos x="161" y="9"/>
              </a:cxn>
              <a:cxn ang="0">
                <a:pos x="159" y="8"/>
              </a:cxn>
              <a:cxn ang="0">
                <a:pos x="157" y="5"/>
              </a:cxn>
              <a:cxn ang="0">
                <a:pos x="157" y="5"/>
              </a:cxn>
              <a:cxn ang="0">
                <a:pos x="136" y="5"/>
              </a:cxn>
              <a:cxn ang="0">
                <a:pos x="115" y="5"/>
              </a:cxn>
              <a:cxn ang="0">
                <a:pos x="73" y="5"/>
              </a:cxn>
              <a:cxn ang="0">
                <a:pos x="73" y="5"/>
              </a:cxn>
              <a:cxn ang="0">
                <a:pos x="53" y="6"/>
              </a:cxn>
              <a:cxn ang="0">
                <a:pos x="34" y="8"/>
              </a:cxn>
              <a:cxn ang="0">
                <a:pos x="34" y="8"/>
              </a:cxn>
              <a:cxn ang="0">
                <a:pos x="16" y="8"/>
              </a:cxn>
              <a:cxn ang="0">
                <a:pos x="16" y="8"/>
              </a:cxn>
              <a:cxn ang="0">
                <a:pos x="8" y="8"/>
              </a:cxn>
              <a:cxn ang="0">
                <a:pos x="8" y="8"/>
              </a:cxn>
              <a:cxn ang="0">
                <a:pos x="8" y="5"/>
              </a:cxn>
              <a:cxn ang="0">
                <a:pos x="7" y="2"/>
              </a:cxn>
              <a:cxn ang="0">
                <a:pos x="1" y="0"/>
              </a:cxn>
              <a:cxn ang="0">
                <a:pos x="1" y="0"/>
              </a:cxn>
              <a:cxn ang="0">
                <a:pos x="0" y="1"/>
              </a:cxn>
              <a:cxn ang="0">
                <a:pos x="0" y="1"/>
              </a:cxn>
              <a:cxn ang="0">
                <a:pos x="7" y="6"/>
              </a:cxn>
              <a:cxn ang="0">
                <a:pos x="7" y="6"/>
              </a:cxn>
              <a:cxn ang="0">
                <a:pos x="7" y="8"/>
              </a:cxn>
              <a:cxn ang="0">
                <a:pos x="7" y="8"/>
              </a:cxn>
              <a:cxn ang="0">
                <a:pos x="4" y="6"/>
              </a:cxn>
              <a:cxn ang="0">
                <a:pos x="4" y="6"/>
              </a:cxn>
              <a:cxn ang="0">
                <a:pos x="4" y="4"/>
              </a:cxn>
              <a:cxn ang="0">
                <a:pos x="7" y="6"/>
              </a:cxn>
              <a:cxn ang="0">
                <a:pos x="7" y="6"/>
              </a:cxn>
            </a:cxnLst>
            <a:rect l="0" t="0" r="r" b="b"/>
            <a:pathLst>
              <a:path w="161" h="12">
                <a:moveTo>
                  <a:pt x="0" y="1"/>
                </a:moveTo>
                <a:lnTo>
                  <a:pt x="0" y="1"/>
                </a:lnTo>
                <a:lnTo>
                  <a:pt x="0" y="6"/>
                </a:lnTo>
                <a:lnTo>
                  <a:pt x="0" y="6"/>
                </a:lnTo>
                <a:lnTo>
                  <a:pt x="1" y="8"/>
                </a:lnTo>
                <a:lnTo>
                  <a:pt x="2" y="9"/>
                </a:lnTo>
                <a:lnTo>
                  <a:pt x="2" y="9"/>
                </a:lnTo>
                <a:lnTo>
                  <a:pt x="11" y="11"/>
                </a:lnTo>
                <a:lnTo>
                  <a:pt x="19" y="12"/>
                </a:lnTo>
                <a:lnTo>
                  <a:pt x="37" y="12"/>
                </a:lnTo>
                <a:lnTo>
                  <a:pt x="71" y="11"/>
                </a:lnTo>
                <a:lnTo>
                  <a:pt x="71" y="11"/>
                </a:lnTo>
                <a:lnTo>
                  <a:pt x="93" y="9"/>
                </a:lnTo>
                <a:lnTo>
                  <a:pt x="115" y="11"/>
                </a:lnTo>
                <a:lnTo>
                  <a:pt x="139" y="11"/>
                </a:lnTo>
                <a:lnTo>
                  <a:pt x="161" y="9"/>
                </a:lnTo>
                <a:lnTo>
                  <a:pt x="161" y="9"/>
                </a:lnTo>
                <a:lnTo>
                  <a:pt x="161" y="9"/>
                </a:lnTo>
                <a:lnTo>
                  <a:pt x="159" y="8"/>
                </a:lnTo>
                <a:lnTo>
                  <a:pt x="157" y="5"/>
                </a:lnTo>
                <a:lnTo>
                  <a:pt x="157" y="5"/>
                </a:lnTo>
                <a:lnTo>
                  <a:pt x="136" y="5"/>
                </a:lnTo>
                <a:lnTo>
                  <a:pt x="115" y="5"/>
                </a:lnTo>
                <a:lnTo>
                  <a:pt x="73" y="5"/>
                </a:lnTo>
                <a:lnTo>
                  <a:pt x="73" y="5"/>
                </a:lnTo>
                <a:lnTo>
                  <a:pt x="53" y="6"/>
                </a:lnTo>
                <a:lnTo>
                  <a:pt x="34" y="8"/>
                </a:lnTo>
                <a:lnTo>
                  <a:pt x="34" y="8"/>
                </a:lnTo>
                <a:lnTo>
                  <a:pt x="16" y="8"/>
                </a:lnTo>
                <a:lnTo>
                  <a:pt x="16" y="8"/>
                </a:lnTo>
                <a:lnTo>
                  <a:pt x="8" y="8"/>
                </a:lnTo>
                <a:lnTo>
                  <a:pt x="8" y="8"/>
                </a:lnTo>
                <a:lnTo>
                  <a:pt x="8" y="5"/>
                </a:lnTo>
                <a:lnTo>
                  <a:pt x="7" y="2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close/>
                <a:moveTo>
                  <a:pt x="7" y="6"/>
                </a:moveTo>
                <a:lnTo>
                  <a:pt x="7" y="6"/>
                </a:lnTo>
                <a:lnTo>
                  <a:pt x="7" y="8"/>
                </a:lnTo>
                <a:lnTo>
                  <a:pt x="7" y="8"/>
                </a:lnTo>
                <a:lnTo>
                  <a:pt x="4" y="6"/>
                </a:lnTo>
                <a:lnTo>
                  <a:pt x="4" y="6"/>
                </a:lnTo>
                <a:lnTo>
                  <a:pt x="4" y="4"/>
                </a:lnTo>
                <a:lnTo>
                  <a:pt x="7" y="6"/>
                </a:lnTo>
                <a:lnTo>
                  <a:pt x="7" y="6"/>
                </a:lnTo>
                <a:close/>
              </a:path>
            </a:pathLst>
          </a:custGeom>
          <a:solidFill>
            <a:srgbClr val="005790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</p:txBody>
      </p:sp>
      <p:sp>
        <p:nvSpPr>
          <p:cNvPr id="51" name="TextBox 29"/>
          <p:cNvSpPr txBox="1"/>
          <p:nvPr/>
        </p:nvSpPr>
        <p:spPr>
          <a:xfrm>
            <a:off x="2299335" y="640715"/>
            <a:ext cx="2623820" cy="594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6</a:t>
            </a:r>
            <a:r>
              <a:rPr lang="zh-CN" altLang="en-US" sz="4000" b="1">
                <a:solidFill>
                  <a:srgbClr val="1F4E79"/>
                </a:solidFill>
                <a:latin typeface="华文楷体" panose="02010600040101010101" charset="-122"/>
                <a:ea typeface="华文楷体" panose="02010600040101010101" charset="-122"/>
              </a:rPr>
              <a:t>.项目总结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565910" y="1814195"/>
            <a:ext cx="7838440" cy="3409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fontAlgn="auto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获取了清晰的</a:t>
            </a:r>
            <a:r>
              <a:rPr lang="en-US" altLang="zh-CN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steam</a:t>
            </a: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  <a:sym typeface="+mn-ea"/>
              </a:rPr>
              <a:t>游戏数据信息</a:t>
            </a:r>
          </a:p>
          <a:p>
            <a:pPr marL="457200" indent="-457200" algn="l" fontAlgn="auto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使用</a:t>
            </a:r>
            <a:r>
              <a:rPr lang="en-US" altLang="zh-CN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page</a:t>
            </a: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和</a:t>
            </a:r>
            <a:r>
              <a:rPr lang="en-US" altLang="zh-CN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tab</a:t>
            </a: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组件制作了用户友好型界面</a:t>
            </a:r>
            <a:endParaRPr lang="en-US" altLang="zh-CN" sz="2800" dirty="0">
              <a:solidFill>
                <a:srgbClr val="005790"/>
              </a:solidFill>
              <a:latin typeface="新蒂下午茶基本版" panose="03000600000000000000" pitchFamily="66" charset="-122"/>
              <a:ea typeface="新蒂下午茶基本版" panose="03000600000000000000" pitchFamily="66" charset="-122"/>
            </a:endParaRPr>
          </a:p>
          <a:p>
            <a:pPr marL="457200" indent="-457200" algn="l" fontAlgn="auto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数据可视化仍不够精细</a:t>
            </a:r>
          </a:p>
          <a:p>
            <a:pPr marL="457200" indent="-457200" algn="l" fontAlgn="auto">
              <a:lnSpc>
                <a:spcPct val="2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还有更多的探索方向和待挖掘的数据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文框 4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523"/>
            </a:avLst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04" y="1508715"/>
            <a:ext cx="5424664" cy="40763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408762" y="2764543"/>
            <a:ext cx="5187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rgbClr val="005790"/>
                </a:solidFill>
                <a:latin typeface="新蒂下午茶基本版" panose="03000600000000000000" pitchFamily="66" charset="-122"/>
                <a:ea typeface="新蒂下午茶基本版" panose="03000600000000000000" pitchFamily="66" charset="-122"/>
              </a:rPr>
              <a:t>汇报完毕 感谢观看</a:t>
            </a:r>
          </a:p>
        </p:txBody>
      </p:sp>
      <p:sp>
        <p:nvSpPr>
          <p:cNvPr id="16" name="矩形 15"/>
          <p:cNvSpPr/>
          <p:nvPr/>
        </p:nvSpPr>
        <p:spPr>
          <a:xfrm flipV="1">
            <a:off x="597528" y="6002448"/>
            <a:ext cx="647683" cy="45719"/>
          </a:xfrm>
          <a:prstGeom prst="rect">
            <a:avLst/>
          </a:prstGeom>
          <a:solidFill>
            <a:srgbClr val="0057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79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8885" y="6047714"/>
            <a:ext cx="121316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rgbClr val="00579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2023.06.13</a:t>
            </a:r>
            <a:endParaRPr lang="zh-CN" altLang="en-US" sz="1400" b="1" dirty="0">
              <a:solidFill>
                <a:srgbClr val="00579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d242ab-d043-4d51-b09a-6e47fa554a37"/>
  <p:tag name="COMMONDATA" val="eyJoZGlkIjoiNjE5OTlkN2Y3Mzk5NDJmZGExYzNmMjlhYTQ2MWMwY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8782,&quot;width&quot;:17964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3C3C3C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3C3C3C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3C3C3C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306</Words>
  <Application>Microsoft Office PowerPoint</Application>
  <PresentationFormat>宽屏</PresentationFormat>
  <Paragraphs>71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等线</vt:lpstr>
      <vt:lpstr>方正静蕾简体</vt:lpstr>
      <vt:lpstr>华文楷体</vt:lpstr>
      <vt:lpstr>华文细黑</vt:lpstr>
      <vt:lpstr>新蒂黑板报</vt:lpstr>
      <vt:lpstr>新蒂下午茶基本版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ni yu</cp:lastModifiedBy>
  <cp:revision>61</cp:revision>
  <dcterms:created xsi:type="dcterms:W3CDTF">2018-01-09T09:14:00Z</dcterms:created>
  <dcterms:modified xsi:type="dcterms:W3CDTF">2024-06-20T03:52:35Z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06428C9F1A3643C4876BC619AE80E904_12</vt:lpwstr>
  </property>
</Properties>
</file>